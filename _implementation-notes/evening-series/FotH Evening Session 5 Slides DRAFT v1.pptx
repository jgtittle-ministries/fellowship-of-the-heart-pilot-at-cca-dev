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0" r:id="rId60"/>
    <p:sldId id="529" r:id="rId22"/>
    <p:sldId id="271" r:id="rId61"/>
    <p:sldId id="362" r:id="rId62"/>
    <p:sldId id="363" r:id="rId63"/>
    <p:sldId id="364" r:id="rId64"/>
    <p:sldId id="365" r:id="rId65"/>
    <p:sldId id="366" r:id="rId66"/>
    <p:sldId id="367" r:id="rId67"/>
    <p:sldId id="532" r:id="rId21"/>
    <p:sldId id="368" r:id="rId68"/>
    <p:sldId id="530" r:id="rId23"/>
    <p:sldId id="531" r:id="rId24"/>
    <p:sldId id="369" r:id="rId70"/>
    <p:sldId id="370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11.xml"/><Relationship Id="rId22" Type="http://schemas.openxmlformats.org/officeDocument/2006/relationships/slide" Target="slides/slide3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60" Type="http://schemas.openxmlformats.org/officeDocument/2006/relationships/slide" Target="slides/slide2.xml"/><Relationship Id="rId61" Type="http://schemas.openxmlformats.org/officeDocument/2006/relationships/slide" Target="slides/slide4.xml"/><Relationship Id="rId62" Type="http://schemas.openxmlformats.org/officeDocument/2006/relationships/slide" Target="slides/slide5.xml"/><Relationship Id="rId63" Type="http://schemas.openxmlformats.org/officeDocument/2006/relationships/slide" Target="slides/slide6.xml"/><Relationship Id="rId64" Type="http://schemas.openxmlformats.org/officeDocument/2006/relationships/slide" Target="slides/slide7.xml"/><Relationship Id="rId65" Type="http://schemas.openxmlformats.org/officeDocument/2006/relationships/slide" Target="slides/slide8.xml"/><Relationship Id="rId66" Type="http://schemas.openxmlformats.org/officeDocument/2006/relationships/slide" Target="slides/slide9.xml"/><Relationship Id="rId67" Type="http://schemas.openxmlformats.org/officeDocument/2006/relationships/slide" Target="slides/slide10.xml"/><Relationship Id="rId68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8:18–8:20 · LEAD: CONTENT PRESENTER · WRAP-UP</a:t>
            </a:r>
          </a:p>
          <a:p>
            <a:r>
              <a:t>BEATS:</a:t>
            </a:r>
          </a:p>
          <a:p>
            <a:r>
              <a:t>1. Name it plainly: the four conditions are foundational — they are what make a close friendship possible. They are not the whole of friendship.</a:t>
            </a:r>
          </a:p>
          <a:p>
            <a:r>
              <a:t>2. A good friend also reaches you in other ways: they give you energy — you walk away uplifted; they are warm and caring; maybe even funny.</a:t>
            </a:r>
          </a:p>
          <a:p>
            <a:r>
              <a:t>3. Turn it toward choice: these other gifts are a way to think about WHICH friendships you want to deepen — with the process and intentionality we have just walked. As you work your one friendship these two weeks, notice what else your good friendships give you.</a:t>
            </a:r>
          </a:p>
          <a:p>
            <a:r>
              <a:t>GUARD: Two minutes, riding the tail of the merge block — not a second teaching. The commissioning needs its time.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7:00–7:08 · LEAD: CONTAINER HOLDER · GROUNDING — every session now opens on this map</a:t>
            </a:r>
          </a:p>
          <a:p>
            <a:r>
              <a:t>BEATS:</a:t>
            </a:r>
          </a:p>
          <a:p>
            <a:r>
              <a:t>1. Frame from the map: the first four weeks were Connect with Self — the soil, the story told all the way around. Today begins the second box: Connect with Others; two weeks here.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Tonight makes visible the four conditions that have been quietly holding this room, and asks where they live in our actual friendships. The four conditions can be a basis for loving others — foundational, not exhaustive: there is more to loving somebody than these four (the wrap-up slide names it).</a:t>
            </a:r>
          </a:p>
          <a:p>
            <a:r>
              <a:t>CUES: This is also the 'where we are on the map' minute the welcome owes any newcomer. A sibling of this slide opens every session going forward.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8:20–8:24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practice first: the morning question, the evening journal line — every day, both weeks; one box per day on the two week-grids.</a:t>
            </a:r>
          </a:p>
          <a:p>
            <a:r>
              <a:t>3. A missed box is never a failure — it is an invitation to return.</a:t>
            </a:r>
          </a:p>
          <a:p>
            <a:r>
              <a:t>CUES: Rides inside the commissioning block;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8:20–8:24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 (one relationship, one condition, offered — and the on-ramp if it stirs something hard); the end-of-week-one check-in; the homework practice, week two (same relationship or another, second condition — or deeper);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Do not reteach the practice here — the practice slide did that; this is the sheet-walk only.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7:00–8:30 · BOTH LEADERS</a:t>
            </a:r>
          </a:p>
          <a:p>
            <a:r>
              <a:t>BEATS:</a:t>
            </a:r>
          </a:p>
          <a:p>
            <a:r>
              <a:t>1. Movement two begins: Connect with Others. Today names the four conditions that have been holding this room — Safe, Present, Clear, Intentional — then maps them onto real friendships in pairs.</a:t>
            </a:r>
          </a:p>
          <a:p>
            <a:r>
              <a:t>2. Shape: open, check-in, 15-minute whiteboard teaching, bridge, 28-minute friendship-mapping, merge patterns, practice, feedback, close.</a:t>
            </a:r>
          </a:p>
          <a:p>
            <a:r>
              <a:t>3. Risk profile is nearer Evening 2 than Evening 3 — but 'I don't have a single friend who knows me' from a teen is its own quiet emergency; receive it and follow up within 48 hours.</a:t>
            </a:r>
          </a:p>
          <a:p>
            <a:r>
              <a:t>CUES: Whiteboard pre-written vertically: SAFE / PRESENT / CLEAR / INTENTIONAL. Opening parent arranged per cluster.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7:00–7:08 · LEAD: CONTAINER HOLDER</a:t>
            </a:r>
          </a:p>
          <a:p>
            <a:r>
              <a:t>BEATS:</a:t>
            </a:r>
          </a:p>
          <a:p>
            <a:r>
              <a:t>1. Blessing over the room; let it settle first.</a:t>
            </a:r>
          </a:p>
          <a:p>
            <a:r>
              <a:t>2. Name the leading pair: two leaders hold tonight — one holds the container, one presents the content — and you will see the evening handed back and forth between them. That is the design.</a:t>
            </a:r>
          </a:p>
          <a:p>
            <a:r>
              <a:t>3. Container reminders, briefly: what is said here stays here; nothing required; we listen to receive, not to fix.</a:t>
            </a:r>
          </a:p>
          <a:p>
            <a:r>
              <a:t>(The Four Connects framing now lives on the map slide that follows.)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7:08–7:25 · LEAD: CONTAINER HOLDER</a:t>
            </a:r>
          </a:p>
          <a:p>
            <a:r>
              <a:t>BEATS:</a:t>
            </a:r>
          </a:p>
          <a:p>
            <a:r>
              <a:t>1. Check on the homework practice since we last met, and the midweek reports: one sentence each; a parent starts the sharing.</a:t>
            </a:r>
          </a:p>
          <a:p>
            <a:r>
              <a:t>2. Take 3–4 voluntary contributions; receive without commentary.</a:t>
            </a:r>
          </a:p>
          <a:p>
            <a:r>
              <a:t>3. Move on: 'Some of that work continues whether or not we got to it this week.'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7:25–7:42 · LEAD: CONTENT PRESENTER</a:t>
            </a:r>
          </a:p>
          <a:p>
            <a:r>
              <a:t>OPENING LINES (moved from the slide): The threefold cord is stronger because the strands hold each other in tension — the strength is in the holding.</a:t>
            </a:r>
          </a:p>
          <a:p>
            <a:r>
              <a:t>Four conditions have been quietly holding this room for four weeks. Tonight we name them.</a:t>
            </a:r>
          </a:p>
          <a:p>
            <a:r>
              <a:t>BEATS:</a:t>
            </a:r>
          </a:p>
          <a:p>
            <a:r>
              <a:t>1. Read Ecclesiastes 4:9–12 — the threefold cord's strength is in the holding.</a:t>
            </a:r>
          </a:p>
          <a:p>
            <a:r>
              <a:t>2. Walk each condition 2–3 minutes at the whiteboard: SAFE, the hearing condition (not judged while doing my work — Rom 14:3–4); PRESENT, the attention condition (actually here — Rev 1:8); CLEAR, the channel condition (nothing unaddressed — Matt 7:5); INTENTIONAL, the obedience condition (willing to do what He shows — John 5:19).</a:t>
            </a:r>
          </a:p>
          <a:p>
            <a:r>
              <a:t>3. Name the small-number frame: we are proposing deep investment in a SMALL NUMBER of friendships — starting with one; at this depth, two or three may be all a life can honestly hold. Tonight we work on one friendship and one condition, to get started at this deeper level.</a:t>
            </a:r>
          </a:p>
          <a:p>
            <a:r>
              <a:t>4. Teach lightly — the pairs exercise does the depth work.</a:t>
            </a:r>
          </a:p>
          <a:p>
            <a:r>
              <a:t>GUARD: This is not friendship tips. Stay with the four conditions as defined, and do not run long — the mapping block needs its full 28 minutes.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7:42–7:43 · LEAD: CONTENT PRESENTER · TRANSITION</a:t>
            </a:r>
          </a:p>
          <a:p>
            <a:r>
              <a:t>BEATS:</a:t>
            </a:r>
          </a:p>
          <a:p>
            <a:r>
              <a:t>1. Frame the exercise: for each condition — where does it show up in my actual friendships, and where is it missing? Worksheets are on the chairs.</a:t>
            </a:r>
          </a:p>
          <a:p>
            <a:r>
              <a:t>2. Name the language rule: no names — 'one of my friendships,' 'one adult relationship in my life.'</a:t>
            </a:r>
          </a:p>
          <a:p>
            <a:r>
              <a:t>3. Pray and send: in pairs, right where you sit; back together at 8:08. Ten or fewer can also stay one circle.</a:t>
            </a:r>
          </a:p>
          <a:p>
            <a:r>
              <a:t>SMALL ROOM: the split is only necessary if the room is large enough to need it. With six or so, stay one circle — or the quick pair work in place, knee to knee. Pair work is also the standing time-recovery lever: a full split-and-merge costs about five minutes.</a:t>
            </a:r>
          </a:p>
          <a:p>
            <a:r>
              <a:t>CUES: A leader models each condition first, then the arranged parent opens; teens choose their own depth after; pass anytime.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7:43–8:08 · PAIRS · LEAD: CONTENT PRESENTER; container holder watches</a:t>
            </a:r>
          </a:p>
          <a:p>
            <a:r>
              <a:t>BEATS:</a:t>
            </a:r>
          </a:p>
          <a:p>
            <a:r>
              <a:t>1. About six minutes per condition: a leader models 30–60 seconds (one friendship where it is present, one where missing — specific), a parent opens, then around; pass allowed.</a:t>
            </a:r>
          </a:p>
          <a:p>
            <a:r>
              <a:t>2. After each round the Companion names one observation and moves on — no summarizing, no evaluating.</a:t>
            </a:r>
          </a:p>
          <a:p>
            <a:r>
              <a:t>3. Finish early: the harder question, silent, two minutes — which condition am I hardest at OFFERING?</a:t>
            </a:r>
          </a:p>
          <a:p>
            <a:r>
              <a:t>CUES: Minute four with three unspoken — compress: 'Two minutes left on this one, quick rounds.'</a:t>
            </a:r>
          </a:p>
          <a:p>
            <a:r>
              <a:t>GUARD: Real names get gently re-framed. The relationship a teen maps may be the parent beside them — hold the anonymous frame both ways: nobody asks who was meant, in the circle or afterward. A teen with no friendship in any condition: receive, do not rescue, flag for the Lead Companion. Parents map their OWN friendships, not their teen's.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8:08–8:20 · LEAD: CONTAINER HOLDER</a:t>
            </a:r>
          </a:p>
          <a:p>
            <a:r>
              <a:t>BEATS:</a:t>
            </a:r>
          </a:p>
          <a:p>
            <a:r>
              <a:t>1. Patterns only, no people: each pair offers one pattern. Two questions, named clearly: which condition shows up MOST OFTEN across the friendships we mapped (the most common) — and which is MOST OFTEN MISSING (the rarest).</a:t>
            </a:r>
          </a:p>
          <a:p>
            <a:r>
              <a:t>2. You close with one true observation across the pairs, briefly — the actual one, e.g. 'most of us name what is missing from our friendships faster than what we ourselves don't offer.'</a:t>
            </a:r>
          </a:p>
          <a:p>
            <a:r>
              <a:t>SMALL ROOM: if the room never split, the 'pairs' are the pairs you worked in — patterns surface straight to the one circle.</a:t>
            </a:r>
          </a:p>
          <a:p>
            <a:r>
              <a:t>GUARD: Pattern-level means pattern-level — nothing from any individual's mapping crosses cluster lines.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8:20–8:24 · LEAD: CONTENT PRESENTER</a:t>
            </a:r>
          </a:p>
          <a:p>
            <a:r>
              <a:t>BEATS:</a:t>
            </a:r>
          </a:p>
          <a:p>
            <a:r>
              <a:t>1. Pick one relationship — a friend, a sibling, a parent, a teammate; not necessarily the closest; yours alone, told to no one. Pick one condition: the most missing, or the hardest to offer.</a:t>
            </a:r>
          </a:p>
          <a:p>
            <a:r>
              <a:t>2. The small-number frame, restated: this is deep investment in a small number of friendships — starting with one. Not a program for your whole contact list.</a:t>
            </a:r>
          </a:p>
          <a:p>
            <a:r>
              <a:t>3. Practice offering it more intentionally than usual over the two weeks — what you give, not a test of them; how they respond is not a grade on you — give the concrete versions: phone in another room for Present; receive without judging for Safe; name a carried thing for Clear; come in watching for what God is doing for Intentional.</a:t>
            </a:r>
          </a:p>
          <a:p>
            <a:r>
              <a:t>4. The homework practice in writing: it goes in your own journal; H5.5 carries the practice. At the end of week one, report to your check-in partner.</a:t>
            </a:r>
          </a:p>
          <a:p>
            <a:r>
              <a:t>5. Say the on-ramp plainly, warmly: looking at friendships can bring up loneliness, a friendship that hurt, or one that faded. Notice it; don't fix it this week. Choose an easier relationship or set the practice down for a few days, and tell someone you trust — your partner, a parent, one of us. The sheet says it too.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8:24–8:28 · LEAD: BOTH LEADERS</a:t>
            </a:r>
          </a:p>
          <a:p>
            <a:r>
              <a:t>BEATS:</a:t>
            </a:r>
          </a:p>
          <a:p>
            <a:r>
              <a:t>1. Two rounds: the container holder first, then the content presenter. Three things each: went well; do differently; what I'd tell someone teaching today's process.</a:t>
            </a:r>
          </a:p>
          <a:p>
            <a:r>
              <a:t>2. Then the room's two questions; two or three voices is plenty.</a:t>
            </a:r>
          </a:p>
          <a:p>
            <a:r>
              <a:t>3. Receive without defending — 'thank you' is the whole response.</a:t>
            </a:r>
          </a:p>
          <a:p>
            <a:r>
              <a:t>CUES: May be dropped if the room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8:28–8:30 · LEAD: CONTAINER HOLDER</a:t>
            </a:r>
          </a:p>
          <a:p>
            <a:r>
              <a:t>BEATS:</a:t>
            </a:r>
          </a:p>
          <a:p>
            <a:r>
              <a:t>1. 'What was named today is yours. The friendships you mapped are yours. Carry it gently.'</a:t>
            </a:r>
          </a:p>
          <a:p>
            <a:r>
              <a:t>2. Name the open door: anyone who noticed they have no friendships with these conditions — reach out to the team; that is real, and not a problem to solve in five seconds.</a:t>
            </a:r>
          </a:p>
          <a:p>
            <a:r>
              <a:t>3. Aaronic blessing. 'See you Wednesday.'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4-kn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EVENING 4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Knowing and Being Known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four conditions of a container, applied to your real friendships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22B22"/>
                </a:solidFill>
                <a:latin typeface="Calibri"/>
              </a:rPr>
              <a:t>Evening 4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>
                <a:solidFill>
                  <a:srgbClr val="222B22"/>
                </a:solidFill>
                <a:latin typeface="Calibri"/>
              </a:rPr>
              <a:t>. The four conditions of friendship are how connecting with others can be a basis for loving others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4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homework practice since we last met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four conditions — teaching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Friendship-mapping exercise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surface common patterns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partners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— the Homework Practice Since We Last Met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“Anyone want to say one sentence about how that landed for you?”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Receive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“Good. Some of that work continues whether or not we got to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 Mapping with Four Conditions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SAFE — the hearing condition. “I will not be judged as a person while I am doing my work” — Romans 14:3–4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PRESENT — the attention condition. “I am actually here” — aware that the Great I AM is also here — Revelation 1:8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CLEAR — the channel condition. Nothing unaddressed between God and me, or the circle and me — Matthew 7:5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INTENTIONAL — the obedience condition. On purpose, watching for what God is doing, willing to do it — John 5:19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ECCLESIASTES 4:9–12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“Two are better than one, because they have a good reward for their toil. For if they fall, one will lift up his fellow. … And though a man might prevail against one who is alone, two will withstand him—a threefold cord is not quickly broken.”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</a:t>
            </a:r>
            <a:r>
              <a:rPr sz="2800" b="1" i="0" dirty="0">
                <a:solidFill>
                  <a:srgbClr val="97BC62"/>
                </a:solidFill>
                <a:latin typeface="Calibri"/>
              </a:rPr>
              <a:t>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Each pair takes the four conditions and asks: “for each one, where in my actual friendships does this show up? And where is it missing?”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“We are not naming names tonight. ‘One of my friends’ is fine.” — we map conditions, not people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 leader models each condition first, then one of the parents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Teens, you choose your own depth.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Twenty-eight minutes — in pairs, right where you sit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Friendship-Mapping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 conditions, about six minutes each — a leader models first, a parent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turn 30–60 seconds — specific: one friendship where the condition is present, one where it is missing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 names of people who aren’t in this room — and for people who are, ‘one of my friendships’ or ‘one adult relationship in my life’ is the language. Nobody asks who you meant.”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Parents map their own adult friendships — not their teens’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time remains, the quiet final question: “Of the four conditions, which one is the one I find hardest to offer to my friends?”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hreefold cord of natural r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— Surfacing Common Patterns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Patterns only — general, no names. Two questions, answered as a pair: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Most common: which condition shows up most often across the friendships we mapped?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Rarest: which condition is most often missing?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offers one or two general patterns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container holder names one observation across the pairs — “that is real, and it is the seed of the practice ahead”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More Than the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The four conditions are foundational — they are what make a close friendship possible</a:t>
            </a:r>
          </a:p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But a good friend reaches you in more ways than these:</a:t>
            </a:r>
          </a:p>
          <a:p>
            <a:pPr marL="731520" indent="-274320">
              <a:spcAft>
                <a:spcPts val="1200"/>
              </a:spcAft>
            </a:pPr>
            <a:r>
              <a:rPr sz="2800">
                <a:solidFill>
                  <a:srgbClr val="404040"/>
                </a:solidFill>
                <a:latin typeface="Calibri"/>
              </a:rPr>
              <a:t>–  They give you energy — you walk away from them uplifted</a:t>
            </a:r>
          </a:p>
          <a:p>
            <a:pPr marL="731520" indent="-274320">
              <a:spcAft>
                <a:spcPts val="1200"/>
              </a:spcAft>
            </a:pPr>
            <a:r>
              <a:rPr sz="2800">
                <a:solidFill>
                  <a:srgbClr val="404040"/>
                </a:solidFill>
                <a:latin typeface="Calibri"/>
              </a:rPr>
              <a:t>–  They are warm and caring — and maybe even funny</a:t>
            </a:r>
          </a:p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And these are a way to choose: which friendships do you want to deepen — with this process, and this intentionality?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Homework Practice — One Relationship, One Condition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“Pick one relationship — a friend, a sibling, a parent, a teammate. Just one.” — you don’t have to tell anyone which one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Deep investment in a small number of friendships — starting with one; two or three may be all a life can hold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one of the four conditions — the one most missing there, or the one you find hardest to offer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Practice offering that one condition there, a little more than usual — what you give, not a test of them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Presence — your phone is in another room. Clear — name something you have been quietly carrying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If it stirs something hard: choose an easier one, or set it down for a few days — and tell someone you trust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End of week one: report to your partner. Week two: same relationship or another, second condition — or deeper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5_sheet_part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8167" y="1463040"/>
            <a:ext cx="8595360" cy="3468841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relationship, one condition, offered — and a partner expecting you at the end of week one.</a:t>
            </a:r>
          </a:p>
        </p:txBody>
      </p:sp>
      <p:pic>
        <p:nvPicPr>
          <p:cNvPr id="6" name="Picture 5" descr="s5_sheet_part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5594" y="1463040"/>
            <a:ext cx="6200506" cy="472124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