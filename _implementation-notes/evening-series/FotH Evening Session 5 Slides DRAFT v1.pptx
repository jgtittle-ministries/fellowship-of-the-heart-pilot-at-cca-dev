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The four conditions can be a basis for loving others — foundational, not exhaustive: there is more to loving somebody than these four (the wrap-up slide names it).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can be a basis for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take-home sheet carries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second condition — or deeper. The daily questions continue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