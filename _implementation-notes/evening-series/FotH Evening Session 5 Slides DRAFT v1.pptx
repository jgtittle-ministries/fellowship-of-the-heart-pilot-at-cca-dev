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Deeper than connecting: this is how we love others.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deepens into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take-home sheet carries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second condition — or deeper. The daily questions continue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