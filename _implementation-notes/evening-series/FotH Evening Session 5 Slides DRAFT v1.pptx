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The four conditions can be a basis for loving others — foundational, not exhaustive: there is more to loving somebody than these four (the wrap-up slide names it).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friendship, one condition); the end-of-week-one check-in; the homework practice, week two (same friendship,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can be a basis for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take-home sheet carries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second condition — or deeper. The daily questions continue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72744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friendship, one condition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967" y="1463040"/>
            <a:ext cx="7223760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