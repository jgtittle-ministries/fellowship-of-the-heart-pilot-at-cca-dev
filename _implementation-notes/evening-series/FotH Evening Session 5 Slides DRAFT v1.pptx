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368" r:id="rId68"/>
    <p:sldId id="528" r:id="rId69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1.xml"/><Relationship Id="rId69" Type="http://schemas.openxmlformats.org/officeDocument/2006/relationships/slide" Target="slides/slide12.xml"/><Relationship Id="rId70" Type="http://schemas.openxmlformats.org/officeDocument/2006/relationships/slide" Target="slides/slide13.xml"/><Relationship Id="rId7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cluster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same rooms; back at 8:08. Ten or fewer — stay one circle.</a:t>
            </a:r>
          </a:p>
          <a:p>
            <a:r>
              <a:t>SMALL ROOM: the split is only necessary if the room is large enough to need it. With six or so, stay one circle — or drop into quick pair work in place, knee to knee. Pair work is also the standing time-recovery lever: a full split-and-merge costs about five minutes.</a:t>
            </a:r>
          </a:p>
          <a:p>
            <a:r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(H5.6): daily morning question, evening note, and the one-condition practice; two one-time boxes.</a:t>
            </a:r>
          </a:p>
          <a:p>
            <a:r>
              <a:rPr lang="en-US" sz="1200"/>
              <a:t>2. A missed box is never a failure — it is an invitation to return.</a:t>
            </a:r>
          </a:p>
          <a:p>
            <a:r>
              <a:rPr lang="en-US" sz="1200"/>
              <a:t>CUES: Rides inside the practice block.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Patterns only — general, no names. Two questions, answered as a pair: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Most common: which condition shows up most often across the friendships we mapped?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We are proposing deep investment in a small number of friendships — starting with one; at this depth,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Session 5 handout carries the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End of week one: report to your check-in partner. Week two: same friendship, second condition — or deeper. The morning and evening questions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Week’s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5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175" y="1554480"/>
            <a:ext cx="8949344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