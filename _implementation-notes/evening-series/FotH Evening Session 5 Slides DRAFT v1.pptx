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The four conditions can be a basis for loving others — foundational, not exhaustive: there is more to loving somebody than these four (the wrap-up slide names it).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relationship, one condition, offered — and the on-ramp if it stirs something hard); the end-of-week-one check-in; the homework practice, week two (same relationship or another,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relationship — a friend, a sibling, a parent, a teammate; not necessarily the closest;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offering it more intentionally than usual over the two weeks — what you give, not a test of them; how they respond is not a grade on you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  <a:p>
            <a:r>
              <a:t>5. Say the on-ramp plainly, warmly: looking at friendships can bring up loneliness, a friendship that hurt, or one that faded. Notice it; don't fix it this week. Choose an easier relationship or set the practice down for a few days, and tell someone you trust — your partner, a parent, one of us. The sheet says it too.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can be a basis for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Relationship,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relationship — a friend, a sibling, a parent, a teammate.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offering that one condition there, a little more than usual — what you give, not a test of them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it stirs something hard: choose an easier one, or set it down for a few days — and tell someone you trust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same relationship or another, second condition — or deeper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167" y="1463040"/>
            <a:ext cx="8595360" cy="346884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relationship, one condition, offered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5594" y="1463040"/>
            <a:ext cx="6200506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