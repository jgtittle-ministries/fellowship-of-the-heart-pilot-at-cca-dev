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528" r:id="rId69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3" Type="http://schemas.openxmlformats.org/officeDocument/2006/relationships/slide" Target="slides/slide6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65" Type="http://schemas.openxmlformats.org/officeDocument/2006/relationships/slide" Target="slides/slide64.xml"/><Relationship Id="rId281" Type="http://schemas.openxmlformats.org/officeDocument/2006/relationships/viewProps" Target="viewProps.xml"/><Relationship Id="rId66" Type="http://schemas.openxmlformats.org/officeDocument/2006/relationships/slide" Target="slides/slide65.xml"/><Relationship Id="rId282" Type="http://schemas.openxmlformats.org/officeDocument/2006/relationships/theme" Target="theme/theme1.xml"/><Relationship Id="rId67" Type="http://schemas.openxmlformats.org/officeDocument/2006/relationships/slide" Target="slides/slide66.xml"/><Relationship Id="rId283" Type="http://schemas.openxmlformats.org/officeDocument/2006/relationships/tableStyles" Target="tableStyles.xml"/><Relationship Id="rId68" Type="http://schemas.openxmlformats.org/officeDocument/2006/relationships/slide" Target="slides/slide67.xml"/><Relationship Id="rId284" Type="http://schemas.microsoft.com/office/2016/11/relationships/changesInfo" Target="changesInfos/changesInfo1.xml"/><Relationship Id="rId69" Type="http://schemas.openxmlformats.org/officeDocument/2006/relationships/slide" Target="slides/slide68.xml"/><Relationship Id="rId285" Type="http://schemas.microsoft.com/office/2015/10/relationships/revisionInfo" Target="revisionInfo.xml"/><Relationship Id="rId70" Type="http://schemas.openxmlformats.org/officeDocument/2006/relationships/slide" Target="slides/slide69.xml"/><Relationship Id="rId1" Type="http://schemas.openxmlformats.org/officeDocument/2006/relationships/slideMaster" Target="slideMasters/slideMaster1.xml"/><Relationship Id="rId60" Type="http://schemas.openxmlformats.org/officeDocument/2006/relationships/slide" Target="slides/slide59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4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Blessing over the room; let it settle first.</a:t>
            </a:r>
          </a:p>
          <a:p>
            <a:r>
              <a:rPr lang="en-US" sz="1200"/>
              <a:t>2. Frame: the first four weeks were Connect with Self — the soil, then the story told all the way around, parents first. Today begins Others; two weeks here.</a:t>
            </a:r>
          </a:p>
          <a:p>
            <a:r>
              <a:rPr lang="en-US" sz="1200"/>
              <a:t>3. Today we make visible the four conditions that have been quietly holding our work — then ask where else each is present in our lives, and where missing.</a:t>
            </a:r>
          </a:p>
          <a:p>
            <a:r>
              <a:rPr lang="en-US" sz="1200"/>
              <a:t>4. Container reminders, briefly: what is said here stays here; nothing required; we listen to receive, not to fix.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 on the practice since we last met, and the midweek reports: one sentence each; a parent starts the sharing.</a:t>
            </a:r>
          </a:p>
          <a:p>
            <a:r>
              <a:rPr lang="en-US" sz="1200"/>
              <a:t>2. Take 3–4 voluntary contributions; receive without commentary.</a:t>
            </a:r>
          </a:p>
          <a:p>
            <a:r>
              <a:rPr lang="en-US" sz="1200"/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7:25–7:42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Ecclesiastes 4:9–12 — the threefold cord's strength is in the holding.</a:t>
            </a:r>
          </a:p>
          <a:p>
            <a:r>
              <a:rPr lang="en-US" sz="1200"/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rPr lang="en-US" sz="1200"/>
              <a:t>3. Teach lightly — the cluster exercise does the depth work.</a:t>
            </a:r>
          </a:p>
          <a:p>
            <a:r>
              <a:rPr lang="en-US" sz="1200"/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7:42–7:43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exercise: for each condition — where does it show up in my actual friendships, and where is it missing? Worksheets are on the chairs.</a:t>
            </a:r>
          </a:p>
          <a:p>
            <a:r>
              <a:rPr lang="en-US" sz="1200"/>
              <a:t>2. Name the language rule: no names — 'one of my friendships,' 'one adult relationship in my life.'</a:t>
            </a:r>
          </a:p>
          <a:p>
            <a:r>
              <a:rPr lang="en-US" sz="1200"/>
              <a:t>3. Pray and send: same rooms; back at 5:11. Ten or fewer — stay one circle.</a:t>
            </a:r>
          </a:p>
          <a:p>
            <a:r>
              <a:rPr lang="en-US" sz="1200"/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8:08–8:20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Patterns only, no people: each pair offers one pattern — 'many of us noticed Safety is the rarest condition.'</a:t>
            </a:r>
          </a:p>
          <a:p>
            <a:r>
              <a:rPr lang="en-US" sz="1200"/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rPr lang="en-US" sz="1200"/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Pick one friendship — yours alone, told to no one. Pick one condition: the most missing, or the hardest to offer.</a:t>
            </a:r>
          </a:p>
          <a:p>
            <a:r>
              <a:rPr lang="en-US" sz="1200"/>
              <a:t>2.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rPr lang="en-US" sz="1200"/>
              <a:t>3. Journal what happens — the Week 5 pages have prompts; H5.5 has the practice in writing.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(H5.6): daily morning question, evening note, and the one-condition practice; two one-time boxes.</a:t>
            </a:r>
          </a:p>
          <a:p>
            <a:r>
              <a:rPr lang="en-US" sz="1200"/>
              <a:t>2. A missed box is never a failure — it is an invitation to return.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The threefold cord is stronger because the strands hold each other in tension — the strength is in the holding</a:t>
            </a:r>
          </a:p>
          <a:p>
            <a:pPr marL="274320" indent="-27432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Four conditions have been quietly holding this room for four weeks. Tonight we name them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cluster stays in your cluster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names: “Many of us noticed Safety is the rarest condition in our friendships”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Cluster Companion takes ninety seconds — one or two general patterns from their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Lead Companion names one observation across the clusters — “that is real, and it is the seed of the practice this week”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Between-Session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handout carries the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Week two: same friendship, second condition — or deeper. Midweek: report to your partner.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Week’s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5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175" y="1554480"/>
            <a:ext cx="894934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