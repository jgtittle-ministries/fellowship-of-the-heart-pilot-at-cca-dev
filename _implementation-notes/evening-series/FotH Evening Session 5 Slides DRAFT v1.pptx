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cluster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same rooms; back at 8:08. Ten or fewer — stay one circle.</a:t>
            </a:r>
          </a:p>
          <a:p>
            <a:r>
              <a:t>SMALL ROOM: the split is only necessary if the room is large enough to need it. With six or so, stay one circle — or drop into quick pair work in place, knee to knee. Pair work is also the standing time-recovery lever: a full split-and-merge costs about five minutes.</a:t>
            </a:r>
          </a:p>
          <a:p>
            <a:r>
              <a:t>CUES: In each cluster the Companion goes first on every condition,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cluster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Your Companion goes first on every condition,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same rooms as the last two weeks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0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000">
                <a:solidFill>
                  <a:srgbClr val="222B22"/>
                </a:solidFill>
                <a:latin typeface="Calibri"/>
              </a:rPr>
              <a:t>•  “And these are a way to choose: which friendships do you want to deepen — with this process, and this intentionality?”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