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The four conditions can be a basis for loving others — foundational, not exhaustive: there is more to loving somebody than these four (the wrap-up slide names it).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relationship, one condition, offered — and the on-ramp if it stirs something hard); the end-of-week-one check-in; the homework practice, week two (same relationship or another,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7:00–8:30 · BOTH LEADERS</a:t>
            </a:r>
          </a:p>
          <a:p>
            <a:r>
              <a:t>BEATS:</a:t>
            </a:r>
          </a:p>
          <a:p>
            <a:r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t>2. Shape: open, check-in, 15-minute whiteboard teaching, bridge, 28-minute friendship-mapping, merge patterns, practice, feedback, close.</a:t>
            </a:r>
          </a:p>
          <a:p>
            <a:r>
              <a:t>3. Risk profile is nearer Evening 2 than Evening 3 — but 'I don't have a single friend who knows me' from a teen is its own quiet emergency; receive it and follow up within 48 hours.</a:t>
            </a:r>
          </a:p>
          <a:p>
            <a:r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7:43–8:08 · PAIRS · LEAD: CONTENT PRESENTER; container holder watches</a:t>
            </a:r>
          </a:p>
          <a:p>
            <a:r>
              <a:t>BEATS:</a:t>
            </a:r>
          </a:p>
          <a:p>
            <a:r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t>2. After each round the Companion names one observation and moves on — no summarizing, no evaluating.</a:t>
            </a:r>
          </a:p>
          <a:p>
            <a:r>
              <a:t>3. Finish early: the harder question, silent, two minutes — which condition am I hardest at OFFERING?</a:t>
            </a:r>
          </a:p>
          <a:p>
            <a:r>
              <a:t>CUES: Minute four with three unspoken — compress: 'Two minutes left on this one, quick rounds.'</a:t>
            </a:r>
          </a:p>
          <a:p>
            <a:r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8:20–8:24 · LEAD: CONTENT PRESENTER</a:t>
            </a:r>
          </a:p>
          <a:p>
            <a:r>
              <a:t>BEATS:</a:t>
            </a:r>
          </a:p>
          <a:p>
            <a:r>
              <a:t>1. Pick one relationship — a friend, a sibling, a parent, a teammate; not necessarily the closest;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offering it more intentionally than usual over the two weeks — what you give, not a test of them; how they respond is not a grade on you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  <a:p>
            <a:r>
              <a:t>5. Say the on-ramp plainly, warmly: looking at friendships can bring up loneliness, a friendship that hurt, or one that faded. Notice it; don't fix it this week. Choose an easier relationship or set the practice down for a few days, and tell someone you trust — your partner, a parent, one of us. The sheet says it too.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8:24–8:28 · LEAD: BOTH LEADERS</a:t>
            </a:r>
          </a:p>
          <a:p>
            <a:r>
              <a:t>BEATS:</a:t>
            </a:r>
          </a:p>
          <a:p>
            <a:r>
              <a:t>1. Two rounds: the container holder first, then the content presenter. Three things each: went well; do differently; what I'd tell someone teaching today's process.</a:t>
            </a:r>
          </a:p>
          <a:p>
            <a:r>
              <a:t>2. Then the room's two questions; two or three voices is plenty.</a:t>
            </a:r>
          </a:p>
          <a:p>
            <a:r>
              <a:t>3. Receive without defending — 'thank you' is the whole response.</a:t>
            </a:r>
          </a:p>
          <a:p>
            <a:r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E4 · 8:28–8:30 · LEAD: CONTAINER HOLDER</a:t>
            </a:r>
          </a:p>
          <a:p>
            <a:r>
              <a:t>BEATS:</a:t>
            </a:r>
          </a:p>
          <a:p>
            <a:r>
              <a:t>1. 'What was named today is yours. The friendships you mapped are yours. Carry it gently.'</a:t>
            </a:r>
          </a:p>
          <a:p>
            <a:r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t>3. Aaronic blessing. 'See you Wednesday.'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Evening 4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can be a basis for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Relationship,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relationship — a friend, a sibling, a parent, a teammate.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offering that one condition there, a little more than usual — what you give, not a test of them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it stirs something hard: choose an easier one, or set it down for a few days — and tell someone you trust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same relationship or another, second condition — or deeper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167" y="1463040"/>
            <a:ext cx="8595360" cy="346884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relationship, one condition, offered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5594" y="1463040"/>
            <a:ext cx="6200506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