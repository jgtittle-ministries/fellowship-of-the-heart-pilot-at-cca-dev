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532" r:id="rId21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1.xml"/><Relationship Id="rId22" Type="http://schemas.openxmlformats.org/officeDocument/2006/relationships/slide" Target="slides/slide3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8:18–8:20 · LEAD: CONTENT PRESENTER · WRAP-UP</a:t>
            </a:r>
          </a:p>
          <a:p>
            <a:r>
              <a:t>BEATS:</a:t>
            </a:r>
          </a:p>
          <a:p>
            <a:r>
              <a:t>1. Name it plainly: the four conditions are foundational — they are what make a close friendship possible. They are not the whole of friendship.</a:t>
            </a:r>
          </a:p>
          <a:p>
            <a:r>
              <a:t>2. A good friend also reaches you in other ways: they give you energy — you walk away uplifted; they are warm and caring; maybe even funny.</a:t>
            </a:r>
          </a:p>
          <a:p>
            <a:r>
              <a:t>3. Turn it toward choice: these other gifts are a way to think about WHICH friendships you want to deepen — with the process and intentionality we have just walked. As you work your one friendship these two weeks, notice what else your good friendships give you.</a:t>
            </a:r>
          </a:p>
          <a:p>
            <a:r>
              <a:t>GUARD: Two minutes, riding the tail of the merge block — not a second teaching. The commissioning needs its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Deeper than connecting: this is how we love others.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friendship, one condition); the end-of-week-one check-in; the homework practice, week two (same friendship,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pairs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in pairs, right where you sit; back together at 8:08. Ten or fewer can also stay one circle.</a:t>
            </a:r>
          </a:p>
          <a:p>
            <a:r>
              <a:t>SMALL ROOM: the split is only necessary if the room is large enough to need it. With six or so, stay one circle — or the quick pair work in place, knee to knee. Pair work is also the standing time-recovery lever: a full split-and-merge costs about five minutes.</a:t>
            </a:r>
          </a:p>
          <a:p>
            <a:r>
              <a:t>CUES: A leader models each condition first,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Pick one friendship —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it more intentionally than usual over the two weeks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Session 5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deepens into loving others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 Mapping with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pair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 leader models each condition first,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in pairs, right where you sit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names. Two questions, answered as a pair: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Most common: which condition shows up most often across the friendships we mapped?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More Than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The four conditions are foundational — they are what make a close friendship possible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But a good friend reaches you in more ways than these: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give you energy — you walk away from them uplifted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are warm and caring — and maybe even funny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And these are a way to choose: which friendships do you want to deepen — with this process, and this intentionality?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Deep investment in a small number of friendships — starting with one;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take-home sheet carries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End of week one: report to your partner. Week two: second condition — or deeper. The daily questions continue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72744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friendship, one condition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3967" y="1463040"/>
            <a:ext cx="7223760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