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WELCOME · LEAD: CONTAINER HOLDER · GROUNDING — every session opens on this map</a:t>
            </a:r>
          </a:p>
          <a:p>
            <a:r>
              <a:t>BEATS:</a:t>
            </a:r>
          </a:p>
          <a:p>
            <a:r>
              <a:t>1. Locate tonight on the map, plainly: Evening 15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pre-session · DIVIDER</a:t>
            </a:r>
          </a:p>
          <a:p>
            <a:r>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7:00–8:30 · LEAD: BOTH LEADERS CIRCLE</a:t>
            </a:r>
          </a:p>
          <a:p>
            <a:r>
              <a:t>BEATS:</a:t>
            </a:r>
          </a:p>
          <a:p>
            <a:r>
              <a:t>1. Frame: nothing new is asked of the room today — it receives. The seniors teach the year's weightiest pastoral equipment (their final rep before commissioning); then the journals walk the year back; then testimonies are gathered for the two sendings.</a:t>
            </a:r>
          </a:p>
          <a:p>
            <a:r>
              <a:t>2. Shape: open, why-today, Signs Card (CiF), Path Home Card (CiF), journal review, pairs for one sentence and the gathering, survey, feedback, close.</a:t>
            </a:r>
          </a:p>
          <a:p>
            <a:r>
              <a:t>3. The whole team's job all night: hold the floor steady under the teaching seniors.</a:t>
            </a:r>
          </a:p>
          <a:p>
            <a:r>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Evening 17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7:25–7:31 · LEAD: CONTENT PRESENTER CIRCLE</a:t>
            </a:r>
          </a:p>
          <a:p>
            <a:r>
              <a:t>BEATS:</a:t>
            </a:r>
          </a:p>
          <a:p>
            <a:r>
              <a:t>1. Name the threshold honestly: in two weeks the room stops meeting; on the other side of the sending is a summer with no evenings — and someday a season where the practices go gray and a voice misdiagnoses it.</a:t>
            </a:r>
          </a:p>
          <a:p>
            <a:r>
              <a:t>2. Land the key phrase: we hand out this equipment BEFORE anyone needs it — it gives the person currently dry cover; everyone receives, no one is looked at.</a:t>
            </a:r>
          </a:p>
          <a:p>
            <a:r>
              <a:t>3. Read Isaiah 50:10 slowly from the physical Bible — fearing, obeying, AND walking in darkness, all at once; then step back. Do not preach it.</a:t>
            </a:r>
          </a:p>
          <a:p>
            <a:r>
              <a:t>4. Introduce the teachers by name and hand them the room.</a:t>
            </a:r>
          </a:p>
          <a:p>
            <a:r>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7:31–7:46 · LEAD: CONTENT PRESENTER CIRCLE</a:t>
            </a:r>
          </a:p>
          <a:p>
            <a:r>
              <a:t>BEATS:</a:t>
            </a:r>
          </a:p>
          <a:p>
            <a:r>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t>2. From the floor: hold steady and stay out of the teaching.</a:t>
            </a:r>
          </a:p>
          <a:p>
            <a:r>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t>GUARD: If the teaching visibly lands on someone, a SECOND adult (not the catch) moves quietly to sit beside them; the teaching continues; the senior never holds the person.</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7:46–7:55 · LEAD: CONTENT PRESENTER CIRCLE</a:t>
            </a:r>
          </a:p>
          <a:p>
            <a:r>
              <a:t>BEATS:</a:t>
            </a:r>
          </a:p>
          <a:p>
            <a:r>
              <a:t>1. CiF 2 teaches with their own named catch, five points: why the card exists; the five steps; Luke 15:20 read exactly — the father runs; both sides of the door (how to return AND how to receive a returner); the witnessed filing.</a:t>
            </a:r>
          </a:p>
          <a:p>
            <a:r>
              <a:t>2. The filing is a real moment, not a logistic — ten full seconds of silence; let the room hear the folders close: the door is not locked; the light is on.</a:t>
            </a:r>
          </a:p>
          <a:p>
            <a:r>
              <a:t>CUES: Same catch and freeze-recovery as the Signs block — pick up at the next numbered point, hand back when the senior reaches for it; a stumble is never the story of the night.</a:t>
            </a:r>
          </a:p>
          <a:p>
            <a:r>
              <a:t>GUARD: An adult moves to sit beside anyone the teaching lands on; the teaching continues; the senior never holds the person. Section 6 stands.</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7:55–8:08 · LEAD: CONTENT PRESENTER · QUIET INDIVIDUAL</a:t>
            </a:r>
          </a:p>
          <a:p>
            <a:r>
              <a:t>BEATS:</a:t>
            </a:r>
          </a:p>
          <a:p>
            <a:r>
              <a:t>1. Uncover the three prompts on the board: Where did I begin? / Where did He meet me? / What do I not want to lose?</a:t>
            </a:r>
          </a:p>
          <a:p>
            <a:r>
              <a:t>2. Send them to page one first — the question they wrote on night one — then forward through the year, folding corners at the pages where something happened.</a:t>
            </a:r>
          </a:p>
          <a:p>
            <a:r>
              <a:t>3. Then 12–15 genuinely quiet minutes — no music, no walking commentary; Companions visibly read their own journals; every adult walks the same road.</a:t>
            </a:r>
          </a:p>
          <a:p>
            <a:r>
              <a:t>4. Two-minute warning, softly: find your one sentence — you will share exactly one in your pair, nothing more.</a:t>
            </a:r>
          </a:p>
          <a:p>
            <a:r>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8:08–8:18 · LEAD: CONTENT PRESENTER · FAMILY PAIRS</a:t>
            </a:r>
          </a:p>
          <a:p>
            <a:r>
              <a:t>BEATS:</a:t>
            </a:r>
          </a:p>
          <a:p>
            <a:r>
              <a:t>1. One-sentence round (~8 min): one sentence each from the review — no story around it; the arranged parent opens (Run Card), never a cold call on a teen; a pass gets the same nod a sentence gets.</a:t>
            </a:r>
          </a:p>
          <a:p>
            <a:r>
              <a:t>2. The gathering (~8 min): genuinely optional — willing sentences written on a card VERBATIM, read back for the owner's nod, marked signed or anon.</a:t>
            </a:r>
          </a:p>
          <a:p>
            <a:r>
              <a:t>3. Cards go into the Companion's pocket, not a pile — pastoral material from that moment on.</a:t>
            </a:r>
          </a:p>
          <a:p>
            <a:r>
              <a:t>CUES: An empty card is a complete answer; decliners leave zero footprint — no card, no list, no follow-up ask. If a teen glances at a parent first, add lightly: families don't have to match.</a:t>
            </a:r>
          </a:p>
          <a:p>
            <a:r>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8:18–8:20 · LEAD: CONTENT PRESENTER CIRCLE</a:t>
            </a:r>
          </a:p>
          <a:p>
            <a:r>
              <a:t>BEATS:</a:t>
            </a:r>
          </a:p>
          <a:p>
            <a:r>
              <a:t>1. Co-Companion (Parent) frames H20.1 WITHOUT apology: this is a pilot's first year anywhere; honest answers — especially the critical ones — are a gift to families they will never meet.</a:t>
            </a:r>
          </a:p>
          <a:p>
            <a:r>
              <a:t>2. The covenant holds: no scores, no grades, mirrors not levers; signed or anonymous.</a:t>
            </a:r>
          </a:p>
          <a:p>
            <a:r>
              <a:t>3. Home today, one per person — parents and teens each their own; back in the bin at the Evening 16 door.</a:t>
            </a:r>
          </a:p>
          <a:p>
            <a:r>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8:24–8:28 · LEAD: BOTH LEADERS CIRCLE</a:t>
            </a:r>
          </a:p>
          <a:p>
            <a:r>
              <a:t>BEATS:</a:t>
            </a:r>
          </a:p>
          <a:p>
            <a:r>
              <a:t>1. Frame it: all year the journal has ended with 'if you were to teach this, what would you tell them?' — today the seniors stopped answering on paper and taught. They go first, together.</a:t>
            </a:r>
          </a:p>
          <a:p>
            <a:r>
              <a:t>2. The seniors assess their own rep honestly, including anything that wobbled; then the room, two or three voices; received undefended — 'thank you' is the whole response.</a:t>
            </a:r>
          </a:p>
          <a:p>
            <a:r>
              <a:t>3. Close the round with one specific witnessed sentence about what the room received because its own seniors carried the teaching.</a:t>
            </a:r>
          </a:p>
          <a:p>
            <a:r>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8:28–8:30 · LEAD: CONTAINER HOLDER CIRCLE</a:t>
            </a:r>
          </a:p>
          <a:p>
            <a:r>
              <a:t>BEATS:</a:t>
            </a:r>
          </a:p>
          <a:p>
            <a:r>
              <a:t>1. Practice, two small pieces: the survey home and back; both mercy cards found at home and shown to one family member.</a:t>
            </a:r>
          </a:p>
          <a:p>
            <a:r>
              <a:t>2. One-sentence summary: the dark stretch is not a verdict; the ache is the evidence He has not gone; the door is not locked and the light is on. This room now knows that — rooms that do are where people come home.</a:t>
            </a:r>
          </a:p>
          <a:p>
            <a:r>
              <a:t>3. Name the two nights ahead: Evening 16 sends the families — bring everyone; Evening 17 commissions these Companions.</a:t>
            </a:r>
          </a:p>
          <a:p>
            <a:r>
              <a:t>4. Standard closing protocol, then the Aaronic blessing, hands up. Go gently.</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15</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15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15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Evening 16 or Evening 17</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Evening 16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298</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