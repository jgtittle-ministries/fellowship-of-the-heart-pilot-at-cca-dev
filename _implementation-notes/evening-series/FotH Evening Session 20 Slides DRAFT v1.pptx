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8:28–8:30 · LEAD: CONTAINER HOLDER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283</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284</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296</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