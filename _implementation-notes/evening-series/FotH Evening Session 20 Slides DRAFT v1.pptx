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320" r:id="rId246"/>
    <p:sldId id="493" r:id="rId247"/>
    <p:sldId id="494" r:id="rId248"/>
    <p:sldId id="495" r:id="rId249"/>
    <p:sldId id="496" r:id="rId250"/>
    <p:sldId id="497" r:id="rId251"/>
    <p:sldId id="498" r:id="rId252"/>
    <p:sldId id="499" r:id="rId253"/>
    <p:sldId id="543" r:id="rId25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79" Type="http://schemas.openxmlformats.org/officeDocument/2006/relationships/notesMaster" Target="notesMasters/notesMaster1.xml"/><Relationship Id="rId248" Type="http://schemas.openxmlformats.org/officeDocument/2006/relationships/slide" Target="slides/slide247.xml"/><Relationship Id="rId280" Type="http://schemas.openxmlformats.org/officeDocument/2006/relationships/presProps" Target="presProps.xml"/><Relationship Id="rId249" Type="http://schemas.openxmlformats.org/officeDocument/2006/relationships/slide" Target="slides/slide248.xml"/><Relationship Id="rId281" Type="http://schemas.openxmlformats.org/officeDocument/2006/relationships/viewProps" Target="viewProps.xml"/><Relationship Id="rId250" Type="http://schemas.openxmlformats.org/officeDocument/2006/relationships/slide" Target="slides/slide249.xml"/><Relationship Id="rId282" Type="http://schemas.openxmlformats.org/officeDocument/2006/relationships/theme" Target="theme/theme1.xml"/><Relationship Id="rId251" Type="http://schemas.openxmlformats.org/officeDocument/2006/relationships/slide" Target="slides/slide250.xml"/><Relationship Id="rId283" Type="http://schemas.openxmlformats.org/officeDocument/2006/relationships/tableStyles" Target="tableStyles.xml"/><Relationship Id="rId252" Type="http://schemas.openxmlformats.org/officeDocument/2006/relationships/slide" Target="slides/slide251.xml"/><Relationship Id="rId284" Type="http://schemas.microsoft.com/office/2016/11/relationships/changesInfo" Target="changesInfos/changesInfo1.xml"/><Relationship Id="rId253" Type="http://schemas.openxmlformats.org/officeDocument/2006/relationships/slide" Target="slides/slide252.xml"/><Relationship Id="rId285" Type="http://schemas.microsoft.com/office/2015/10/relationships/revisionInfo" Target="revisionInfo.xml"/><Relationship Id="rId1" Type="http://schemas.openxmlformats.org/officeDocument/2006/relationships/slideMaster" Target="slideMasters/slideMaster1.xml"/><Relationship Id="rId254" Type="http://schemas.openxmlformats.org/officeDocument/2006/relationships/slide" Target="slides/slide253.xml"/><Relationship Id="rId2" Type="http://schemas.openxmlformats.org/officeDocument/2006/relationships/slide" Target="slides/slide1.xml"/><Relationship Id="rId255" Type="http://schemas.openxmlformats.org/officeDocument/2006/relationships/slide" Target="slides/slide254.xml"/><Relationship Id="rId245" Type="http://schemas.openxmlformats.org/officeDocument/2006/relationships/slide" Target="slides/slide244.xml"/><Relationship Id="rId256" Type="http://schemas.openxmlformats.org/officeDocument/2006/relationships/slide" Target="slides/slide255.xml"/><Relationship Id="rId246" Type="http://schemas.openxmlformats.org/officeDocument/2006/relationships/slide" Target="slides/slide245.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7:00–7:08 · LEAD: CONTAINER HOLDER CIRCLE</a:t>
            </a:r>
          </a:p>
          <a:p>
            <a:r>
              <a:rPr lang="en-US" sz="1200"/>
              <a:t>BEATS:</a:t>
            </a:r>
          </a:p>
          <a:p>
            <a:r>
              <a:rPr lang="en-US" sz="1200"/>
              <a:t>1. The senior opens from memory: blessing first, phones away, the container reminder, the shape of the night, then the standard protocol whole.</a:t>
            </a:r>
          </a:p>
          <a:p>
            <a:r>
              <a:rPr lang="en-US" sz="1200"/>
              <a:t>2. Sit where the senior can find your eyes and otherwise do nothing.</a:t>
            </a:r>
          </a:p>
          <a:p>
            <a:r>
              <a:rPr lang="en-US" sz="1200"/>
              <a:t>3. Resist adding a welcome on top of the senior's welcome — this is one of the last container reps before Week 22 asks for it in public.</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Check-off card H20.2: the Rhythm Card dailies, as built.</a:t>
            </a:r>
          </a:p>
          <a:p>
            <a:r>
              <a:rPr lang="en-US" sz="1200"/>
              <a:t>2. Two one-time boxes: the survey — twenty honest minutes, back in the Week 21 bin — and finding both mercy cards at home and showing one other family member where they live.</a:t>
            </a:r>
          </a:p>
          <a:p>
            <a:r>
              <a:rPr lang="en-US" sz="1200"/>
              <a:t>3. The cards gathering dust is the hope; everyone knowing the drawer is the point.</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2.xml"/><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3.xml"/><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4.xml"/><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5.xml"/><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4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48.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49.xml"/><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51.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52.xml"/><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5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t>
            </a:r>
            <a:endParaRPr sz="1000" b="1">
              <a:solidFill>
                <a:srgbClr val="7A8A6E"/>
              </a:solidFill>
              <a:latin typeface="Calibri"/>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246</a:t>
            </a:r>
            <a:endParaRPr sz="1000" b="1">
              <a:solidFill>
                <a:srgbClr val="7A8A6E"/>
              </a:solidFill>
              <a:latin typeface="Calibri"/>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247</a:t>
            </a:r>
            <a:endParaRPr sz="1000" b="1">
              <a:solidFill>
                <a:srgbClr val="7A8A6E"/>
              </a:solidFill>
              <a:latin typeface="Calibri"/>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248</a:t>
            </a:r>
            <a:endParaRPr sz="1000" b="1">
              <a:solidFill>
                <a:srgbClr val="7A8A6E"/>
              </a:solidFill>
              <a:latin typeface="Calibri"/>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249</a:t>
            </a:r>
            <a:endParaRPr sz="1000" b="1">
              <a:solidFill>
                <a:srgbClr val="7A8A6E"/>
              </a:solidFill>
              <a:latin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250</a:t>
            </a:r>
            <a:endParaRPr sz="1000" b="1">
              <a:solidFill>
                <a:srgbClr val="7A8A6E"/>
              </a:solidFill>
              <a:latin typeface="Calibri"/>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251</a:t>
            </a:r>
            <a:endParaRPr sz="1000" b="1">
              <a:solidFill>
                <a:srgbClr val="7A8A6E"/>
              </a:solidFill>
              <a:latin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252</a:t>
            </a:r>
            <a:endParaRPr sz="1000" b="1">
              <a:solidFill>
                <a:srgbClr val="7A8A6E"/>
              </a:solidFill>
              <a:latin typeface="Calibri"/>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t>
            </a:r>
            <a:endParaRPr sz="1000" b="1">
              <a:solidFill>
                <a:srgbClr val="7A8A6E"/>
              </a:solidFill>
              <a:latin typeface="Calibri"/>
            </a:endParaRPr>
          </a:p>
        </p:txBody>
      </p:sp>
      <p:pic>
        <p:nvPicPr>
          <p:cNvPr id="270" name="CardImage" descr="the Week 20 check-off card, as handed out"/>
          <p:cNvPicPr>
            <a:picLocks noChangeAspect="1"/>
          </p:cNvPicPr>
          <p:nvPr/>
        </p:nvPicPr>
        <p:blipFill>
          <a:blip r:embed="rId3"/>
          <a:stretch>
            <a:fillRect/>
          </a:stretch>
        </p:blipFill>
        <p:spPr>
          <a:xfrm>
            <a:off x="1158087" y="1554480"/>
            <a:ext cx="9875520" cy="4060657"/>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798017"/>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255</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