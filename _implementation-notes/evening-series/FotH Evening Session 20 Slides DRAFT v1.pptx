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9"/>
  </p:notesMasterIdLst>
  <p:sldIdLst>
    <p:sldId id="256" r:id="rId2"/>
    <p:sldId id="319" r:id="rId245"/>
    <p:sldId id="544" r:id="rId22"/>
    <p:sldId id="320" r:id="rId246"/>
    <p:sldId id="493" r:id="rId247"/>
    <p:sldId id="494" r:id="rId248"/>
    <p:sldId id="495" r:id="rId249"/>
    <p:sldId id="496" r:id="rId250"/>
    <p:sldId id="497" r:id="rId251"/>
    <p:sldId id="498" r:id="rId252"/>
    <p:sldId id="499" r:id="rId253"/>
    <p:sldId id="545" r:id="rId23"/>
    <p:sldId id="546" r:id="rId24"/>
    <p:sldId id="500" r:id="rId255"/>
    <p:sldId id="501" r:id="rId2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B8A61-E404-4362-9606-E87F49058870}" v="1" dt="2026-08-20T01:30: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2" Type="http://schemas.openxmlformats.org/officeDocument/2006/relationships/slide" Target="slides/slide3.xml"/><Relationship Id="rId23" Type="http://schemas.openxmlformats.org/officeDocument/2006/relationships/slide" Target="slides/slide12.xml"/><Relationship Id="rId24" Type="http://schemas.openxmlformats.org/officeDocument/2006/relationships/slide" Target="slides/slide13.xml"/><Relationship Id="rId245" Type="http://schemas.openxmlformats.org/officeDocument/2006/relationships/slide" Target="slides/slide2.xml"/><Relationship Id="rId246" Type="http://schemas.openxmlformats.org/officeDocument/2006/relationships/slide" Target="slides/slide4.xml"/><Relationship Id="rId247" Type="http://schemas.openxmlformats.org/officeDocument/2006/relationships/slide" Target="slides/slide5.xml"/><Relationship Id="rId248" Type="http://schemas.openxmlformats.org/officeDocument/2006/relationships/slide" Target="slides/slide6.xml"/><Relationship Id="rId249" Type="http://schemas.openxmlformats.org/officeDocument/2006/relationships/slide" Target="slides/slide7.xml"/><Relationship Id="rId250" Type="http://schemas.openxmlformats.org/officeDocument/2006/relationships/slide" Target="slides/slide8.xml"/><Relationship Id="rId251" Type="http://schemas.openxmlformats.org/officeDocument/2006/relationships/slide" Target="slides/slide9.xml"/><Relationship Id="rId252" Type="http://schemas.openxmlformats.org/officeDocument/2006/relationships/slide" Target="slides/slide10.xml"/><Relationship Id="rId253" Type="http://schemas.openxmlformats.org/officeDocument/2006/relationships/slide" Target="slides/slide11.xml"/><Relationship Id="rId255" Type="http://schemas.openxmlformats.org/officeDocument/2006/relationships/slide" Target="slides/slide14.xml"/><Relationship Id="rId256" Type="http://schemas.openxmlformats.org/officeDocument/2006/relationships/slide" Target="slides/slide15.xml"/><Relationship Id="rId279" Type="http://schemas.openxmlformats.org/officeDocument/2006/relationships/notesMaster" Target="notesMasters/notesMaster1.xml"/><Relationship Id="rId280" Type="http://schemas.openxmlformats.org/officeDocument/2006/relationships/presProps" Target="presProps.xml"/><Relationship Id="rId281" Type="http://schemas.openxmlformats.org/officeDocument/2006/relationships/viewProps" Target="viewProps.xml"/><Relationship Id="rId282" Type="http://schemas.openxmlformats.org/officeDocument/2006/relationships/theme" Target="theme/theme1.xml"/><Relationship Id="rId283" Type="http://schemas.openxmlformats.org/officeDocument/2006/relationships/tableStyles" Target="tableStyles.xml"/><Relationship Id="rId284" Type="http://schemas.microsoft.com/office/2016/11/relationships/changesInfo" Target="changesInfos/changesInfo1.xml"/><Relationship Id="rId28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8-20T14:52:01.337" v="149" actId="2057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6:56:06.378" v="33" actId="255"/>
        <pc:sldMkLst>
          <pc:docMk/>
          <pc:sldMk cId="0" sldId="262"/>
        </pc:sldMkLst>
        <pc:spChg chg="mod">
          <ac:chgData name="John Tittle" userId="c9414421e32e8042" providerId="LiveId" clId="{48C55722-1884-484D-BEBA-C6DAFFF89F9C}" dt="2026-08-12T16:56:06.378" v="33" actId="255"/>
          <ac:spMkLst>
            <pc:docMk/>
            <pc:sldMk cId="0" sldId="262"/>
            <ac:spMk id="4" creationId="{00000000-0000-0000-0000-000000000000}"/>
          </ac:spMkLst>
        </pc:spChg>
      </pc:sldChg>
      <pc:sldChg chg="modSp mod">
        <pc:chgData name="John Tittle" userId="c9414421e32e8042" providerId="LiveId" clId="{48C55722-1884-484D-BEBA-C6DAFFF89F9C}" dt="2026-08-12T17:00:38.976" v="42" actId="255"/>
        <pc:sldMkLst>
          <pc:docMk/>
          <pc:sldMk cId="0" sldId="265"/>
        </pc:sldMkLst>
        <pc:spChg chg="mod">
          <ac:chgData name="John Tittle" userId="c9414421e32e8042" providerId="LiveId" clId="{48C55722-1884-484D-BEBA-C6DAFFF89F9C}" dt="2026-08-12T17:00:38.976" v="42" actId="255"/>
          <ac:spMkLst>
            <pc:docMk/>
            <pc:sldMk cId="0" sldId="265"/>
            <ac:spMk id="4" creationId="{00000000-0000-0000-0000-000000000000}"/>
          </ac:spMkLst>
        </pc:spChg>
      </pc:sldChg>
      <pc:sldChg chg="modSp mod">
        <pc:chgData name="John Tittle" userId="c9414421e32e8042" providerId="LiveId" clId="{48C55722-1884-484D-BEBA-C6DAFFF89F9C}" dt="2026-08-12T17:05:16.529" v="87" actId="255"/>
        <pc:sldMkLst>
          <pc:docMk/>
          <pc:sldMk cId="0" sldId="268"/>
        </pc:sldMkLst>
        <pc:spChg chg="mod">
          <ac:chgData name="John Tittle" userId="c9414421e32e8042" providerId="LiveId" clId="{48C55722-1884-484D-BEBA-C6DAFFF89F9C}" dt="2026-08-12T17:05:16.529" v="87" actId="255"/>
          <ac:spMkLst>
            <pc:docMk/>
            <pc:sldMk cId="0" sldId="268"/>
            <ac:spMk id="4" creationId="{00000000-0000-0000-0000-000000000000}"/>
          </ac:spMkLst>
        </pc:spChg>
      </pc:sldChg>
      <pc:sldChg chg="modSp mod">
        <pc:chgData name="John Tittle" userId="c9414421e32e8042" providerId="LiveId" clId="{48C55722-1884-484D-BEBA-C6DAFFF89F9C}" dt="2026-08-12T17:10:31.923" v="93" actId="255"/>
        <pc:sldMkLst>
          <pc:docMk/>
          <pc:sldMk cId="0" sldId="271"/>
        </pc:sldMkLst>
        <pc:spChg chg="mod">
          <ac:chgData name="John Tittle" userId="c9414421e32e8042" providerId="LiveId" clId="{48C55722-1884-484D-BEBA-C6DAFFF89F9C}" dt="2026-08-12T17:10:31.923" v="93" actId="255"/>
          <ac:spMkLst>
            <pc:docMk/>
            <pc:sldMk cId="0" sldId="271"/>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6:56:22.357" v="34" actId="255"/>
        <pc:sldMkLst>
          <pc:docMk/>
          <pc:sldMk cId="0" sldId="335"/>
        </pc:sldMkLst>
        <pc:spChg chg="mod">
          <ac:chgData name="John Tittle" userId="c9414421e32e8042" providerId="LiveId" clId="{48C55722-1884-484D-BEBA-C6DAFFF89F9C}" dt="2026-08-12T16:56:22.357" v="34" actId="255"/>
          <ac:spMkLst>
            <pc:docMk/>
            <pc:sldMk cId="0" sldId="335"/>
            <ac:spMk id="4" creationId="{00000000-0000-0000-0000-000000000000}"/>
          </ac:spMkLst>
        </pc:spChg>
      </pc:sldChg>
      <pc:sldChg chg="modSp mod">
        <pc:chgData name="John Tittle" userId="c9414421e32e8042" providerId="LiveId" clId="{48C55722-1884-484D-BEBA-C6DAFFF89F9C}" dt="2026-08-12T13:01:28.747" v="4" actId="1076"/>
        <pc:sldMkLst>
          <pc:docMk/>
          <pc:sldMk cId="0" sldId="337"/>
        </pc:sldMkLst>
        <pc:picChg chg="mod">
          <ac:chgData name="John Tittle" userId="c9414421e32e8042" providerId="LiveId" clId="{48C55722-1884-484D-BEBA-C6DAFFF89F9C}" dt="2026-08-12T13:01:28.747" v="4" actId="1076"/>
          <ac:picMkLst>
            <pc:docMk/>
            <pc:sldMk cId="0" sldId="337"/>
            <ac:picMk id="5" creationId="{00000000-0000-0000-0000-000000000000}"/>
          </ac:picMkLst>
        </pc:picChg>
      </pc:sldChg>
      <pc:sldChg chg="modSp mod">
        <pc:chgData name="John Tittle" userId="c9414421e32e8042" providerId="LiveId" clId="{48C55722-1884-484D-BEBA-C6DAFFF89F9C}" dt="2026-08-12T16:59:26.993" v="41" actId="255"/>
        <pc:sldMkLst>
          <pc:docMk/>
          <pc:sldMk cId="0" sldId="340"/>
        </pc:sldMkLst>
        <pc:spChg chg="mod">
          <ac:chgData name="John Tittle" userId="c9414421e32e8042" providerId="LiveId" clId="{48C55722-1884-484D-BEBA-C6DAFFF89F9C}" dt="2026-08-12T16:59:26.993" v="41" actId="255"/>
          <ac:spMkLst>
            <pc:docMk/>
            <pc:sldMk cId="0" sldId="340"/>
            <ac:spMk id="4" creationId="{00000000-0000-0000-0000-000000000000}"/>
          </ac:spMkLst>
        </pc:spChg>
      </pc:sldChg>
      <pc:sldChg chg="modSp mod">
        <pc:chgData name="John Tittle" userId="c9414421e32e8042" providerId="LiveId" clId="{48C55722-1884-484D-BEBA-C6DAFFF89F9C}" dt="2026-08-12T17:01:07.634" v="43" actId="255"/>
        <pc:sldMkLst>
          <pc:docMk/>
          <pc:sldMk cId="0" sldId="343"/>
        </pc:sldMkLst>
        <pc:spChg chg="mod">
          <ac:chgData name="John Tittle" userId="c9414421e32e8042" providerId="LiveId" clId="{48C55722-1884-484D-BEBA-C6DAFFF89F9C}" dt="2026-08-12T17:01:07.634" v="43" actId="255"/>
          <ac:spMkLst>
            <pc:docMk/>
            <pc:sldMk cId="0" sldId="343"/>
            <ac:spMk id="4" creationId="{00000000-0000-0000-0000-000000000000}"/>
          </ac:spMkLst>
        </pc:spChg>
      </pc:sldChg>
      <pc:sldChg chg="modSp mod">
        <pc:chgData name="John Tittle" userId="c9414421e32e8042" providerId="LiveId" clId="{48C55722-1884-484D-BEBA-C6DAFFF89F9C}" dt="2026-08-12T17:01:28.623" v="44" actId="255"/>
        <pc:sldMkLst>
          <pc:docMk/>
          <pc:sldMk cId="0" sldId="344"/>
        </pc:sldMkLst>
        <pc:spChg chg="mod">
          <ac:chgData name="John Tittle" userId="c9414421e32e8042" providerId="LiveId" clId="{48C55722-1884-484D-BEBA-C6DAFFF89F9C}" dt="2026-08-12T17:01:28.623" v="44" actId="255"/>
          <ac:spMkLst>
            <pc:docMk/>
            <pc:sldMk cId="0" sldId="344"/>
            <ac:spMk id="4" creationId="{00000000-0000-0000-0000-000000000000}"/>
          </ac:spMkLst>
        </pc:spChg>
      </pc:sldChg>
      <pc:sldChg chg="modSp mod">
        <pc:chgData name="John Tittle" userId="c9414421e32e8042" providerId="LiveId" clId="{48C55722-1884-484D-BEBA-C6DAFFF89F9C}" dt="2026-08-12T17:03:01.179" v="84" actId="20577"/>
        <pc:sldMkLst>
          <pc:docMk/>
          <pc:sldMk cId="0" sldId="346"/>
        </pc:sldMkLst>
        <pc:spChg chg="mod">
          <ac:chgData name="John Tittle" userId="c9414421e32e8042" providerId="LiveId" clId="{48C55722-1884-484D-BEBA-C6DAFFF89F9C}" dt="2026-08-12T17:03:01.179" v="84" actId="20577"/>
          <ac:spMkLst>
            <pc:docMk/>
            <pc:sldMk cId="0" sldId="346"/>
            <ac:spMk id="4" creationId="{00000000-0000-0000-0000-000000000000}"/>
          </ac:spMkLst>
        </pc:spChg>
      </pc:sldChg>
      <pc:sldChg chg="modSp mod">
        <pc:chgData name="John Tittle" userId="c9414421e32e8042" providerId="LiveId" clId="{48C55722-1884-484D-BEBA-C6DAFFF89F9C}" dt="2026-08-12T17:04:20.092" v="86" actId="255"/>
        <pc:sldMkLst>
          <pc:docMk/>
          <pc:sldMk cId="0" sldId="347"/>
        </pc:sldMkLst>
        <pc:spChg chg="mod">
          <ac:chgData name="John Tittle" userId="c9414421e32e8042" providerId="LiveId" clId="{48C55722-1884-484D-BEBA-C6DAFFF89F9C}" dt="2026-08-12T17:04:20.092" v="86" actId="255"/>
          <ac:spMkLst>
            <pc:docMk/>
            <pc:sldMk cId="0" sldId="347"/>
            <ac:spMk id="4" creationId="{00000000-0000-0000-0000-000000000000}"/>
          </ac:spMkLst>
        </pc:spChg>
      </pc:sldChg>
      <pc:sldChg chg="modSp mod">
        <pc:chgData name="John Tittle" userId="c9414421e32e8042" providerId="LiveId" clId="{48C55722-1884-484D-BEBA-C6DAFFF89F9C}" dt="2026-08-12T17:03:59.966" v="85" actId="255"/>
        <pc:sldMkLst>
          <pc:docMk/>
          <pc:sldMk cId="0" sldId="349"/>
        </pc:sldMkLst>
        <pc:spChg chg="mod">
          <ac:chgData name="John Tittle" userId="c9414421e32e8042" providerId="LiveId" clId="{48C55722-1884-484D-BEBA-C6DAFFF89F9C}" dt="2026-08-12T17:03:59.966" v="85" actId="255"/>
          <ac:spMkLst>
            <pc:docMk/>
            <pc:sldMk cId="0" sldId="349"/>
            <ac:spMk id="4" creationId="{00000000-0000-0000-0000-000000000000}"/>
          </ac:spMkLst>
        </pc:spChg>
      </pc:sldChg>
      <pc:sldChg chg="modSp mod">
        <pc:chgData name="John Tittle" userId="c9414421e32e8042" providerId="LiveId" clId="{48C55722-1884-484D-BEBA-C6DAFFF89F9C}" dt="2026-08-12T17:05:37.103" v="88" actId="255"/>
        <pc:sldMkLst>
          <pc:docMk/>
          <pc:sldMk cId="0" sldId="353"/>
        </pc:sldMkLst>
        <pc:spChg chg="mod">
          <ac:chgData name="John Tittle" userId="c9414421e32e8042" providerId="LiveId" clId="{48C55722-1884-484D-BEBA-C6DAFFF89F9C}" dt="2026-08-12T17:05:37.103" v="88" actId="255"/>
          <ac:spMkLst>
            <pc:docMk/>
            <pc:sldMk cId="0" sldId="353"/>
            <ac:spMk id="4" creationId="{00000000-0000-0000-0000-000000000000}"/>
          </ac:spMkLst>
        </pc:spChg>
      </pc:sldChg>
      <pc:sldChg chg="modSp mod">
        <pc:chgData name="John Tittle" userId="c9414421e32e8042" providerId="LiveId" clId="{48C55722-1884-484D-BEBA-C6DAFFF89F9C}" dt="2026-08-12T17:08:29.079" v="89" actId="255"/>
        <pc:sldMkLst>
          <pc:docMk/>
          <pc:sldMk cId="0" sldId="354"/>
        </pc:sldMkLst>
        <pc:spChg chg="mod">
          <ac:chgData name="John Tittle" userId="c9414421e32e8042" providerId="LiveId" clId="{48C55722-1884-484D-BEBA-C6DAFFF89F9C}" dt="2026-08-12T17:08:29.079" v="89" actId="255"/>
          <ac:spMkLst>
            <pc:docMk/>
            <pc:sldMk cId="0" sldId="354"/>
            <ac:spMk id="4" creationId="{00000000-0000-0000-0000-000000000000}"/>
          </ac:spMkLst>
        </pc:spChg>
      </pc:sldChg>
      <pc:sldChg chg="modSp mod">
        <pc:chgData name="John Tittle" userId="c9414421e32e8042" providerId="LiveId" clId="{48C55722-1884-484D-BEBA-C6DAFFF89F9C}" dt="2026-08-12T17:08:54.113" v="90" actId="255"/>
        <pc:sldMkLst>
          <pc:docMk/>
          <pc:sldMk cId="0" sldId="356"/>
        </pc:sldMkLst>
        <pc:spChg chg="mod">
          <ac:chgData name="John Tittle" userId="c9414421e32e8042" providerId="LiveId" clId="{48C55722-1884-484D-BEBA-C6DAFFF89F9C}" dt="2026-08-12T17:08:54.113" v="90" actId="255"/>
          <ac:spMkLst>
            <pc:docMk/>
            <pc:sldMk cId="0" sldId="356"/>
            <ac:spMk id="4" creationId="{00000000-0000-0000-0000-000000000000}"/>
          </ac:spMkLst>
        </pc:spChg>
      </pc:sldChg>
      <pc:sldChg chg="modSp mod">
        <pc:chgData name="John Tittle" userId="c9414421e32e8042" providerId="LiveId" clId="{48C55722-1884-484D-BEBA-C6DAFFF89F9C}" dt="2026-08-12T17:09:09.405" v="91" actId="255"/>
        <pc:sldMkLst>
          <pc:docMk/>
          <pc:sldMk cId="0" sldId="357"/>
        </pc:sldMkLst>
        <pc:spChg chg="mod">
          <ac:chgData name="John Tittle" userId="c9414421e32e8042" providerId="LiveId" clId="{48C55722-1884-484D-BEBA-C6DAFFF89F9C}" dt="2026-08-12T17:09:09.405" v="91" actId="255"/>
          <ac:spMkLst>
            <pc:docMk/>
            <pc:sldMk cId="0" sldId="357"/>
            <ac:spMk id="4" creationId="{00000000-0000-0000-0000-000000000000}"/>
          </ac:spMkLst>
        </pc:spChg>
      </pc:sldChg>
      <pc:sldChg chg="modSp mod">
        <pc:chgData name="John Tittle" userId="c9414421e32e8042" providerId="LiveId" clId="{48C55722-1884-484D-BEBA-C6DAFFF89F9C}" dt="2026-08-12T17:09:24.932" v="92" actId="255"/>
        <pc:sldMkLst>
          <pc:docMk/>
          <pc:sldMk cId="0" sldId="358"/>
        </pc:sldMkLst>
        <pc:spChg chg="mod">
          <ac:chgData name="John Tittle" userId="c9414421e32e8042" providerId="LiveId" clId="{48C55722-1884-484D-BEBA-C6DAFFF89F9C}" dt="2026-08-12T17:09:24.932" v="92" actId="255"/>
          <ac:spMkLst>
            <pc:docMk/>
            <pc:sldMk cId="0" sldId="358"/>
            <ac:spMk id="4" creationId="{00000000-0000-0000-0000-000000000000}"/>
          </ac:spMkLst>
        </pc:spChg>
      </pc:sldChg>
      <pc:sldChg chg="modSp mod">
        <pc:chgData name="John Tittle" userId="c9414421e32e8042" providerId="LiveId" clId="{48C55722-1884-484D-BEBA-C6DAFFF89F9C}" dt="2026-08-12T17:11:42.432" v="94" actId="255"/>
        <pc:sldMkLst>
          <pc:docMk/>
          <pc:sldMk cId="0" sldId="362"/>
        </pc:sldMkLst>
        <pc:spChg chg="mod">
          <ac:chgData name="John Tittle" userId="c9414421e32e8042" providerId="LiveId" clId="{48C55722-1884-484D-BEBA-C6DAFFF89F9C}" dt="2026-08-12T17:11:42.432" v="94" actId="255"/>
          <ac:spMkLst>
            <pc:docMk/>
            <pc:sldMk cId="0" sldId="362"/>
            <ac:spMk id="4" creationId="{00000000-0000-0000-0000-000000000000}"/>
          </ac:spMkLst>
        </pc:spChg>
      </pc:sldChg>
      <pc:sldChg chg="modSp mod">
        <pc:chgData name="John Tittle" userId="c9414421e32e8042" providerId="LiveId" clId="{48C55722-1884-484D-BEBA-C6DAFFF89F9C}" dt="2026-08-12T17:12:19.976" v="95" actId="255"/>
        <pc:sldMkLst>
          <pc:docMk/>
          <pc:sldMk cId="0" sldId="363"/>
        </pc:sldMkLst>
        <pc:spChg chg="mod">
          <ac:chgData name="John Tittle" userId="c9414421e32e8042" providerId="LiveId" clId="{48C55722-1884-484D-BEBA-C6DAFFF89F9C}" dt="2026-08-12T17:12:19.976" v="95" actId="255"/>
          <ac:spMkLst>
            <pc:docMk/>
            <pc:sldMk cId="0" sldId="363"/>
            <ac:spMk id="4" creationId="{00000000-0000-0000-0000-000000000000}"/>
          </ac:spMkLst>
        </pc:spChg>
      </pc:sldChg>
      <pc:sldChg chg="modSp mod">
        <pc:chgData name="John Tittle" userId="c9414421e32e8042" providerId="LiveId" clId="{48C55722-1884-484D-BEBA-C6DAFFF89F9C}" dt="2026-08-12T17:13:01.002" v="96" actId="255"/>
        <pc:sldMkLst>
          <pc:docMk/>
          <pc:sldMk cId="0" sldId="364"/>
        </pc:sldMkLst>
        <pc:spChg chg="mod">
          <ac:chgData name="John Tittle" userId="c9414421e32e8042" providerId="LiveId" clId="{48C55722-1884-484D-BEBA-C6DAFFF89F9C}" dt="2026-08-12T17:13:01.002" v="96" actId="255"/>
          <ac:spMkLst>
            <pc:docMk/>
            <pc:sldMk cId="0" sldId="364"/>
            <ac:spMk id="4" creationId="{00000000-0000-0000-0000-000000000000}"/>
          </ac:spMkLst>
        </pc:spChg>
      </pc:sldChg>
      <pc:sldChg chg="modSp mod">
        <pc:chgData name="John Tittle" userId="c9414421e32e8042" providerId="LiveId" clId="{48C55722-1884-484D-BEBA-C6DAFFF89F9C}" dt="2026-08-12T17:13:13.863" v="97" actId="255"/>
        <pc:sldMkLst>
          <pc:docMk/>
          <pc:sldMk cId="0" sldId="365"/>
        </pc:sldMkLst>
        <pc:spChg chg="mod">
          <ac:chgData name="John Tittle" userId="c9414421e32e8042" providerId="LiveId" clId="{48C55722-1884-484D-BEBA-C6DAFFF89F9C}" dt="2026-08-12T17:13:13.863" v="97" actId="255"/>
          <ac:spMkLst>
            <pc:docMk/>
            <pc:sldMk cId="0" sldId="365"/>
            <ac:spMk id="4"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pc:chgData name="John Tittle" userId="c9414421e32e8042" providerId="LiveId" clId="{48C55722-1884-484D-BEBA-C6DAFFF89F9C}" dt="2026-08-12T16:57:49.209" v="40" actId="1076"/>
        <pc:sldMkLst>
          <pc:docMk/>
          <pc:sldMk cId="0" sldId="522"/>
        </pc:sldMkLst>
        <pc:spChg chg="mod">
          <ac:chgData name="John Tittle" userId="c9414421e32e8042" providerId="LiveId" clId="{48C55722-1884-484D-BEBA-C6DAFFF89F9C}" dt="2026-08-12T16:57:49.209" v="40" actId="1076"/>
          <ac:spMkLst>
            <pc:docMk/>
            <pc:sldMk cId="0" sldId="522"/>
            <ac:spMk id="242" creationId="{00000000-0000-0000-0000-000000000000}"/>
          </ac:spMkLst>
        </pc:spChg>
        <pc:spChg chg="mod">
          <ac:chgData name="John Tittle" userId="c9414421e32e8042" providerId="LiveId" clId="{48C55722-1884-484D-BEBA-C6DAFFF89F9C}" dt="2026-08-12T16:57:19.041" v="35" actId="255"/>
          <ac:spMkLst>
            <pc:docMk/>
            <pc:sldMk cId="0" sldId="522"/>
            <ac:spMk id="243" creationId="{00000000-0000-0000-0000-000000000000}"/>
          </ac:spMkLst>
        </pc:spChg>
      </pc:sldChg>
      <pc:sldChg chg="modSp mod">
        <pc:chgData name="John Tittle" userId="c9414421e32e8042" providerId="LiveId" clId="{48C55722-1884-484D-BEBA-C6DAFFF89F9C}" dt="2026-08-12T13:01:11.684" v="2" actId="255"/>
        <pc:sldMkLst>
          <pc:docMk/>
          <pc:sldMk cId="0" sldId="523"/>
        </pc:sldMkLst>
        <pc:spChg chg="mod">
          <ac:chgData name="John Tittle" userId="c9414421e32e8042" providerId="LiveId" clId="{48C55722-1884-484D-BEBA-C6DAFFF89F9C}" dt="2026-08-12T13:00:43.184" v="0" actId="255"/>
          <ac:spMkLst>
            <pc:docMk/>
            <pc:sldMk cId="0" sldId="523"/>
            <ac:spMk id="260" creationId="{00000000-0000-0000-0000-000000000000}"/>
          </ac:spMkLst>
        </pc:spChg>
        <pc:spChg chg="mod">
          <ac:chgData name="John Tittle" userId="c9414421e32e8042" providerId="LiveId" clId="{48C55722-1884-484D-BEBA-C6DAFFF89F9C}" dt="2026-08-12T13:00:54.805" v="1" actId="255"/>
          <ac:spMkLst>
            <pc:docMk/>
            <pc:sldMk cId="0" sldId="523"/>
            <ac:spMk id="261" creationId="{00000000-0000-0000-0000-000000000000}"/>
          </ac:spMkLst>
        </pc:spChg>
        <pc:spChg chg="mod">
          <ac:chgData name="John Tittle" userId="c9414421e32e8042" providerId="LiveId" clId="{48C55722-1884-484D-BEBA-C6DAFFF89F9C}" dt="2026-08-12T13:01:11.684" v="2" actId="255"/>
          <ac:spMkLst>
            <pc:docMk/>
            <pc:sldMk cId="0" sldId="523"/>
            <ac:spMk id="262" creationId="{00000000-0000-0000-0000-000000000000}"/>
          </ac:spMkLst>
        </pc:spChg>
      </pc:sldChg>
      <pc:sldChg chg="modSp mod ord">
        <pc:chgData name="John Tittle" userId="c9414421e32e8042" providerId="LiveId" clId="{48C55722-1884-484D-BEBA-C6DAFFF89F9C}" dt="2026-08-12T15:53:10.639" v="32"/>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Sp modSp">
        <pc:chgData name="John Tittle" userId="c9414421e32e8042" providerId="LiveId" clId="{48C55722-1884-484D-BEBA-C6DAFFF89F9C}" dt="2026-08-13T18:04:10.115" v="145"/>
        <pc:sldMkLst>
          <pc:docMk/>
          <pc:sldMk cId="0" sldId="548"/>
        </pc:sldMkLst>
        <pc:picChg chg="add mod">
          <ac:chgData name="John Tittle" userId="c9414421e32e8042" providerId="LiveId" clId="{48C55722-1884-484D-BEBA-C6DAFFF89F9C}" dt="2026-08-13T18:04:10.115" v="145"/>
          <ac:picMkLst>
            <pc:docMk/>
            <pc:sldMk cId="0" sldId="548"/>
            <ac:picMk id="5" creationId="{57A95D7D-1063-6D30-607C-E5502D8C3B9D}"/>
          </ac:picMkLst>
        </pc:pic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WELCOME · LEAD: CONTAINER HOLDER · GROUNDING — every session opens on this map</a:t>
            </a:r>
          </a:p>
          <a:p>
            <a:r>
              <a:t>BEATS:</a:t>
            </a:r>
          </a:p>
          <a:p>
            <a:r>
              <a:t>1. Locate tonight on the map, plainly: Evening 15 walks the whole map — all four Connects, consolidated for the road. Each connection makes the next one real (Matt. 22:37–40).</a:t>
            </a:r>
          </a:p>
          <a:p>
            <a:r>
              <a:t>2. The four boxes are one journey — each connection makes the next one real — rooted in the two great commandments: love God, love neighbor (Matt 22:37–40).</a:t>
            </a:r>
          </a:p>
          <a:p>
            <a:r>
              <a:t>3. This is also the 'where we are on the map' minute the welcome owes any newcomer.</a:t>
            </a:r>
          </a:p>
          <a:p>
            <a:r>
              <a:t>CUES: Two minutes at most; then tonight's road.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COMMISSIONING · LEAD: CONTENT PRESENTER</a:t>
            </a:r>
          </a:p>
          <a:p>
            <a:r>
              <a:t>BEATS:</a:t>
            </a:r>
          </a:p>
          <a:p>
            <a:r>
              <a:t>1. The sheet on the screen is the sheet in their hands — walk it, don't read it.</a:t>
            </a:r>
          </a:p>
          <a:p>
            <a:r>
              <a:t>2. The standing rhythm first: the morning question, the evening journal line — one box per day on the week-grids.</a:t>
            </a:r>
          </a:p>
          <a:p>
            <a:r>
              <a:t>3. A missed box is never a failure — it is an invitation to return.</a:t>
            </a:r>
          </a:p>
          <a:p>
            <a:r>
              <a:t>CUES: The four parts are the next slide.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COMMISSIONING · LEAD: CONTENT PRESENTER</a:t>
            </a:r>
          </a:p>
          <a:p>
            <a:r>
              <a:t>BEATS:</a:t>
            </a:r>
          </a:p>
          <a:p>
            <a:r>
              <a:t>1. The four parts, in order: the homework practice, week one; the end-of-week-one check-in; the homework practice, week two; one sentence of preparation.</a:t>
            </a:r>
          </a:p>
          <a:p>
            <a:r>
              <a:t>2. Check-in partners are named aloud before leaving this slide — the sheet has the line to write the name.</a:t>
            </a:r>
          </a:p>
          <a:p>
            <a:r>
              <a:t>GUARD: The sheet-walk, not a re-teach.</a:t>
            </a: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pre-session · DIVIDER</a:t>
            </a:r>
          </a:p>
          <a:p>
            <a:r>
              <a:t>On screen through dinner and as the circle forms. Greet at the door — the slide holds the room. Journals spotted at the door — quiet paper to anyone without one, no fuss, no spotlight. Folders each hold a fresh Signs Card and Path Home Card; survey stack and return bin visible by the door. Doors close at 7:00.</a:t>
            </a: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7:00–8:30 · LEAD: BOTH LEADERS CIRCLE</a:t>
            </a:r>
          </a:p>
          <a:p>
            <a:r>
              <a:t>BEATS:</a:t>
            </a:r>
          </a:p>
          <a:p>
            <a:r>
              <a:t>1. Frame: nothing new is asked of the room today — it receives. The seniors teach the year's weightiest pastoral equipment (their final rep before commissioning); then the journals walk the year back; then testimonies are gathered for the two sendings.</a:t>
            </a:r>
          </a:p>
          <a:p>
            <a:r>
              <a:t>2. Shape: open, why-today, Signs Card (CiF), Path Home Card (CiF), journal review, pairs for one sentence and the gathering, survey, feedback, close.</a:t>
            </a:r>
          </a:p>
          <a:p>
            <a:r>
              <a:t>3. The whole team's job all night: hold the floor steady under the teaching seniors.</a:t>
            </a:r>
          </a:p>
          <a:p>
            <a:r>
              <a:t>GUARD: The dry-season teaching will describe somebody's current life — the adults watch faces; nobody is looked at or asked; the follow-up is offline within 48 hours. Section 6 protocols stand.</a:t>
            </a: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7:00–7:08 · LEAD: CONTAINER HOLDER CIRCLE</a:t>
            </a:r>
          </a:p>
          <a:p>
            <a:r>
              <a:t>BEATS:</a:t>
            </a:r>
          </a:p>
          <a:p>
            <a:r>
              <a:t>1. The senior opens from memory: blessing first, phones away, the container reminder, the shape of the night, then the standard protocol whole.</a:t>
            </a:r>
          </a:p>
          <a:p>
            <a:r>
              <a:t>2. Sit where the senior can find your eyes and otherwise do nothing.</a:t>
            </a:r>
          </a:p>
          <a:p>
            <a:r>
              <a:t>3. Resist adding a welcome on top of the senior's welcome — this is one of the last container reps before Evening 17 asks for it in public.</a:t>
            </a:r>
          </a:p>
          <a:p>
            <a:r>
              <a:t>PAIR LEAD: name the leading pair in the welcome — two leaders hold tonight, and the room will see the evening handed back and forth between them; that is the design. The pair practices the session together beforehand.</a:t>
            </a: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7:25–7:31 · LEAD: CONTENT PRESENTER CIRCLE</a:t>
            </a:r>
          </a:p>
          <a:p>
            <a:r>
              <a:t>BEATS:</a:t>
            </a:r>
          </a:p>
          <a:p>
            <a:r>
              <a:t>1. Name the threshold honestly: in two weeks the room stops meeting; on the other side of the sending is a summer with no evenings — and someday a season where the practices go gray and a voice misdiagnoses it.</a:t>
            </a:r>
          </a:p>
          <a:p>
            <a:r>
              <a:t>2. Land the key phrase: we hand out this equipment BEFORE anyone needs it — it gives the person currently dry cover; everyone receives, no one is looked at.</a:t>
            </a:r>
          </a:p>
          <a:p>
            <a:r>
              <a:t>3. Read Isaiah 50:10 slowly from the physical Bible — fearing, obeying, AND walking in darkness, all at once; then step back. Do not preach it.</a:t>
            </a:r>
          </a:p>
          <a:p>
            <a:r>
              <a:t>4. Introduce the teachers by name and hand them the room.</a:t>
            </a:r>
          </a:p>
          <a:p>
            <a:r>
              <a:t>GUARD: Seven minutes, no more — the night belongs to the seniors.</a:t>
            </a:r>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7:31–7:46 · LEAD: CONTENT PRESENTER CIRCLE</a:t>
            </a:r>
          </a:p>
          <a:p>
            <a:r>
              <a:t>BEATS:</a:t>
            </a:r>
          </a:p>
          <a:p>
            <a:r>
              <a:t>1. CiF 1 teaches standing, card as a net, six numbered points: why the card exists; the tide; the sorting question written LARGE (Which way does the desire point?); the four columns ~1 min each; cases 3 and 4 — opposite motions, never decide alone; the four rules and the carry-home sentence (the ache is the evidence He has not gone).</a:t>
            </a:r>
          </a:p>
          <a:p>
            <a:r>
              <a:t>2. From the floor: hold steady and stay out of the teaching.</a:t>
            </a:r>
          </a:p>
          <a:p>
            <a:r>
              <a:t>CUES: The named adult catch sits in the senior's sight line — close enough to step in inside three seconds, never beside them. Freeze-recovery: the catch picks up at the next numbered point and hands back the moment the senior reaches for it. A stumble is never the story of the night.</a:t>
            </a:r>
          </a:p>
          <a:p>
            <a:r>
              <a:t>GUARD: If the teaching visibly lands on someone, a SECOND adult (not the catch) moves quietly to sit beside them; the teaching continues; the senior never holds the person.</a:t>
            </a: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7:46–7:55 · LEAD: CONTENT PRESENTER CIRCLE</a:t>
            </a:r>
          </a:p>
          <a:p>
            <a:r>
              <a:t>BEATS:</a:t>
            </a:r>
          </a:p>
          <a:p>
            <a:r>
              <a:t>1. CiF 2 teaches with their own named catch, five points: why the card exists; the five steps; Luke 15:20 read exactly — the father runs; both sides of the door (how to return AND how to receive a returner); the witnessed filing.</a:t>
            </a:r>
          </a:p>
          <a:p>
            <a:r>
              <a:t>2. The filing is a real moment, not a logistic — ten full seconds of silence; let the room hear the folders close: the door is not locked; the light is on.</a:t>
            </a:r>
          </a:p>
          <a:p>
            <a:r>
              <a:t>CUES: Same catch and freeze-recovery as the Signs block — pick up at the next numbered point, hand back when the senior reaches for it; a stumble is never the story of the night.</a:t>
            </a:r>
          </a:p>
          <a:p>
            <a:r>
              <a:t>GUARD: An adult moves to sit beside anyone the teaching lands on; the teaching continues; the senior never holds the person. Section 6 stands.</a:t>
            </a: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7:55–8:08 · LEAD: CONTENT PRESENTER · QUIET INDIVIDUAL</a:t>
            </a:r>
          </a:p>
          <a:p>
            <a:r>
              <a:t>BEATS:</a:t>
            </a:r>
          </a:p>
          <a:p>
            <a:r>
              <a:t>1. Uncover the three prompts on the board: Where did I begin? / Where did He meet me? / What do I not want to lose?</a:t>
            </a:r>
          </a:p>
          <a:p>
            <a:r>
              <a:t>2. Send them to page one first — the question they wrote on night one — then forward through the year, folding corners at the pages where something happened.</a:t>
            </a:r>
          </a:p>
          <a:p>
            <a:r>
              <a:t>3. Then 12–15 genuinely quiet minutes — no music, no walking commentary; Companions visibly read their own journals; every adult walks the same road.</a:t>
            </a:r>
          </a:p>
          <a:p>
            <a:r>
              <a:t>4. Two-minute warning, softly: find your one sentence — you will share exactly one in your pair, nothing more.</a:t>
            </a:r>
          </a:p>
          <a:p>
            <a:r>
              <a:t>GUARD: A missing journal gets paper and memory, no fuss. Watch faces gently; approach mid-block only for real distress (Settle Protocol, quietly).</a:t>
            </a: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8:08–8:18 · LEAD: CONTENT PRESENTER · FAMILY PAIRS</a:t>
            </a:r>
          </a:p>
          <a:p>
            <a:r>
              <a:t>BEATS:</a:t>
            </a:r>
          </a:p>
          <a:p>
            <a:r>
              <a:t>1. One-sentence round (~8 min): one sentence each from the review — no story around it; the arranged parent opens (Run Card), never a cold call on a teen; a pass gets the same nod a sentence gets.</a:t>
            </a:r>
          </a:p>
          <a:p>
            <a:r>
              <a:t>2. The gathering (~8 min): genuinely optional — willing sentences written on a card VERBATIM, read back for the owner's nod, marked signed or anon.</a:t>
            </a:r>
          </a:p>
          <a:p>
            <a:r>
              <a:t>3. Cards go into the Companion's pocket, not a pile — pastoral material from that moment on.</a:t>
            </a:r>
          </a:p>
          <a:p>
            <a:r>
              <a:t>CUES: An empty card is a complete answer; decliners leave zero footprint — no card, no list, no follow-up ask. If a teen glances at a parent first, add lightly: families don't have to match.</a:t>
            </a:r>
          </a:p>
          <a:p>
            <a:r>
              <a:t>GUARD: A sentence with something heavy inside gets received and blessed, never written on a card — hand it to the adult team after the pair closes. A sentence naming another person needs that person's veto today.</a:t>
            </a: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8:18–8:20 · LEAD: CONTENT PRESENTER CIRCLE</a:t>
            </a:r>
          </a:p>
          <a:p>
            <a:r>
              <a:t>BEATS:</a:t>
            </a:r>
          </a:p>
          <a:p>
            <a:r>
              <a:t>1. Co-Companion (Parent) frames H20.1 WITHOUT apology: this is a pilot's first year anywhere; honest answers — especially the critical ones — are a gift to families they will never meet.</a:t>
            </a:r>
          </a:p>
          <a:p>
            <a:r>
              <a:t>2. The covenant holds: no scores, no grades, mirrors not levers; signed or anonymous.</a:t>
            </a:r>
          </a:p>
          <a:p>
            <a:r>
              <a:t>3. Home today, one per person — parents and teens each their own; back in the bin at the Evening 16 door.</a:t>
            </a:r>
          </a:p>
          <a:p>
            <a:r>
              <a:t>CUES: An apologized-for instrument returns half-empty — warm and unapologetic is the register.</a:t>
            </a: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8:24–8:28 · LEAD: BOTH LEADERS CIRCLE</a:t>
            </a:r>
          </a:p>
          <a:p>
            <a:r>
              <a:t>BEATS:</a:t>
            </a:r>
          </a:p>
          <a:p>
            <a:r>
              <a:t>1. Frame it: all year the journal has ended with 'if you were to teach this, what would you tell them?' — today the seniors stopped answering on paper and taught. They go first, together.</a:t>
            </a:r>
          </a:p>
          <a:p>
            <a:r>
              <a:t>2. The seniors assess their own rep honestly, including anything that wobbled; then the room, two or three voices; received undefended — 'thank you' is the whole response.</a:t>
            </a:r>
          </a:p>
          <a:p>
            <a:r>
              <a:t>3. Close the round with one specific witnessed sentence about what the room received because its own seniors carried the teaching.</a:t>
            </a:r>
          </a:p>
          <a:p>
            <a:r>
              <a:t>CUES: If a freeze happened and the catch stepped in, honor it here in one sentence — the recovery was the leadership — never manage it away.</a:t>
            </a: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E15 · 8:28–8:30 · LEAD: CONTAINER HOLDER CIRCLE</a:t>
            </a:r>
          </a:p>
          <a:p>
            <a:r>
              <a:t>BEATS:</a:t>
            </a:r>
          </a:p>
          <a:p>
            <a:r>
              <a:t>1. Practice, two small pieces: the survey home and back; both mercy cards found at home and shown to one family member.</a:t>
            </a:r>
          </a:p>
          <a:p>
            <a:r>
              <a:t>2. One-sentence summary: the dark stretch is not a verdict; the ache is the evidence He has not gone; the door is not locked and the light is on. This room now knows that — rooms that do are where people come home.</a:t>
            </a:r>
          </a:p>
          <a:p>
            <a:r>
              <a:t>3. Name the two nights ahead: Evening 16 sends the families — bring everyone; Evening 17 commissions these Companions.</a:t>
            </a:r>
          </a:p>
          <a:p>
            <a:r>
              <a:t>4. Standard closing protocol, then the Aaronic blessing, hands up. Go gently.</a:t>
            </a:r>
          </a:p>
          <a:p>
            <a:r>
              <a:t>BLESSINGS: eyes on the person, not the screen — nothing to read; say what is on your heart for them, specific and short.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around the table on alternating evenings</a:t>
            </a:r>
          </a:p>
          <a:p>
            <a:pPr algn="l">
              <a:spcAft>
                <a:spcPts val="600"/>
              </a:spcAft>
            </a:pPr>
            <a:r>
              <a:rPr sz="1800" b="0" i="0">
                <a:solidFill>
                  <a:srgbClr val="97BC62"/>
                </a:solidFill>
                <a:latin typeface="Calibri"/>
              </a:rPr>
              <a:t>Evening Series 2026–27  ·  at the Tittle home  ·  v1.5E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6873602" y="822960"/>
            <a:ext cx="4266475" cy="5212080"/>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EVENING 15</a:t>
            </a:r>
          </a:p>
          <a:p>
            <a:pPr algn="l">
              <a:spcAft>
                <a:spcPts val="1000"/>
              </a:spcAft>
            </a:pPr>
            <a:r>
              <a:rPr sz="3300" b="1" i="0">
                <a:solidFill>
                  <a:srgbClr val="2C5F2D"/>
                </a:solidFill>
                <a:latin typeface="Cambria"/>
              </a:rPr>
              <a:t>The Long Walk</a:t>
            </a:r>
          </a:p>
          <a:p>
            <a:pPr algn="l">
              <a:spcAft>
                <a:spcPts val="600"/>
              </a:spcAft>
            </a:pPr>
            <a:r>
              <a:rPr sz="1800" b="0" i="1">
                <a:solidFill>
                  <a:srgbClr val="595959"/>
                </a:solidFill>
                <a:latin typeface="Calibri"/>
              </a:rPr>
              <a:t>The dry-season teaching comes home — taught to the whole room by its own senior teens, the night before the sendings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4: Consolidation &amp;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284</a:t>
            </a:r>
            <a:endParaRPr sz="1000" b="1">
              <a:solidFill>
                <a:srgbClr val="7A8A6E"/>
              </a:solidFill>
              <a:latin typeface="Calibri"/>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Where We Are — the Four Connects</a:t>
            </a:r>
          </a:p>
        </p:txBody>
      </p:sp>
      <p:sp>
        <p:nvSpPr>
          <p:cNvPr id="5" name="TextBox 4"/>
          <p:cNvSpPr txBox="1"/>
          <p:nvPr/>
        </p:nvSpPr>
        <p:spPr>
          <a:xfrm>
            <a:off x="822960" y="5623560"/>
            <a:ext cx="10515600" cy="914400"/>
          </a:xfrm>
          <a:prstGeom prst="rect">
            <a:avLst/>
          </a:prstGeom>
          <a:noFill/>
        </p:spPr>
        <p:txBody>
          <a:bodyPr wrap="square">
            <a:spAutoFit/>
          </a:bodyPr>
          <a:lstStyle/>
          <a:p>
            <a:r>
              <a:rPr sz="1800" b="0">
                <a:solidFill>
                  <a:srgbClr val="222B22"/>
                </a:solidFill>
                <a:latin typeface="Calibri"/>
              </a:rPr>
              <a:t>Evening 15 walks the whole map — </a:t>
            </a:r>
            <a:r>
              <a:rPr sz="1800" b="1">
                <a:solidFill>
                  <a:srgbClr val="2C5F2D"/>
                </a:solidFill>
                <a:latin typeface="Calibri"/>
              </a:rPr>
              <a:t>all four Connects</a:t>
            </a:r>
            <a:r>
              <a:rPr sz="1800" b="0">
                <a:solidFill>
                  <a:srgbClr val="222B22"/>
                </a:solidFill>
                <a:latin typeface="Calibri"/>
              </a:rPr>
              <a:t>, consolidated for the road. Each connection makes the next one real (Matt. 22:37–40).</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285</a:t>
            </a:r>
            <a:endParaRPr sz="1000" b="1">
              <a:solidFill>
                <a:srgbClr val="7A8A6E"/>
              </a:solidFill>
              <a:latin typeface="Calibri"/>
            </a:endParaRPr>
          </a:p>
        </p:txBody>
      </p:sp>
      <p:pic>
        <p:nvPicPr>
          <p:cNvPr id="91" name="Picture 90" descr="four-connects.png"/>
          <p:cNvPicPr>
            <a:picLocks noChangeAspect="1"/>
          </p:cNvPicPr>
          <p:nvPr/>
        </p:nvPicPr>
        <p:blipFill>
          <a:blip r:embed="rId6"/>
          <a:stretch>
            <a:fillRect/>
          </a:stretch>
        </p:blipFill>
        <p:spPr>
          <a:xfrm>
            <a:off x="932688" y="1645920"/>
            <a:ext cx="10332720" cy="37086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Evening 15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Welcome and centering</a:t>
            </a:r>
          </a:p>
          <a:p>
            <a:pPr>
              <a:spcAft>
                <a:spcPts val="500"/>
              </a:spcAft>
            </a:pPr>
            <a:r>
              <a:rPr sz="2800" b="1">
                <a:solidFill>
                  <a:srgbClr val="97BC62"/>
                </a:solidFill>
                <a:latin typeface="Calibri"/>
              </a:rPr>
              <a:t>2   </a:t>
            </a:r>
            <a:r>
              <a:rPr sz="2800">
                <a:solidFill>
                  <a:srgbClr val="222B22"/>
                </a:solidFill>
                <a:latin typeface="Calibri"/>
              </a:rPr>
              <a:t>Why tonight — Isaiah 50:10</a:t>
            </a:r>
          </a:p>
          <a:p>
            <a:pPr>
              <a:spcAft>
                <a:spcPts val="500"/>
              </a:spcAft>
            </a:pPr>
            <a:r>
              <a:rPr sz="2800" b="1">
                <a:solidFill>
                  <a:srgbClr val="97BC62"/>
                </a:solidFill>
                <a:latin typeface="Calibri"/>
              </a:rPr>
              <a:t>3   </a:t>
            </a:r>
            <a:r>
              <a:rPr sz="2800">
                <a:solidFill>
                  <a:srgbClr val="222B22"/>
                </a:solidFill>
                <a:latin typeface="Calibri"/>
              </a:rPr>
              <a:t>The Signs Card — taught by a CiF</a:t>
            </a:r>
          </a:p>
          <a:p>
            <a:pPr>
              <a:spcAft>
                <a:spcPts val="500"/>
              </a:spcAft>
            </a:pPr>
            <a:r>
              <a:rPr sz="2800" b="1">
                <a:solidFill>
                  <a:srgbClr val="97BC62"/>
                </a:solidFill>
                <a:latin typeface="Calibri"/>
              </a:rPr>
              <a:t>4   </a:t>
            </a:r>
            <a:r>
              <a:rPr sz="2800">
                <a:solidFill>
                  <a:srgbClr val="222B22"/>
                </a:solidFill>
                <a:latin typeface="Calibri"/>
              </a:rPr>
              <a:t>The Path Home Card — taught by a CiF</a:t>
            </a:r>
          </a:p>
          <a:p>
            <a:pPr>
              <a:spcAft>
                <a:spcPts val="500"/>
              </a:spcAft>
            </a:pPr>
            <a:r>
              <a:rPr sz="2800" b="1">
                <a:solidFill>
                  <a:srgbClr val="97BC62"/>
                </a:solidFill>
                <a:latin typeface="Calibri"/>
              </a:rPr>
              <a:t>5   </a:t>
            </a:r>
            <a:r>
              <a:rPr sz="2800">
                <a:solidFill>
                  <a:srgbClr val="222B22"/>
                </a:solidFill>
                <a:latin typeface="Calibri"/>
              </a:rPr>
              <a:t>The journal arc review</a:t>
            </a:r>
          </a:p>
          <a:p>
            <a:pPr>
              <a:spcAft>
                <a:spcPts val="500"/>
              </a:spcAft>
            </a:pPr>
            <a:r>
              <a:rPr sz="2800" b="1">
                <a:solidFill>
                  <a:srgbClr val="97BC62"/>
                </a:solidFill>
                <a:latin typeface="Calibri"/>
              </a:rPr>
              <a:t>6   </a:t>
            </a:r>
            <a:r>
              <a:rPr sz="2800">
                <a:solidFill>
                  <a:srgbClr val="222B22"/>
                </a:solidFill>
                <a:latin typeface="Calibri"/>
              </a:rPr>
              <a:t>One sentence, and the testimony gathering</a:t>
            </a:r>
          </a:p>
          <a:p>
            <a:pPr>
              <a:spcAft>
                <a:spcPts val="500"/>
              </a:spcAft>
            </a:pPr>
            <a:r>
              <a:rPr sz="2800" b="1">
                <a:solidFill>
                  <a:srgbClr val="97BC62"/>
                </a:solidFill>
                <a:latin typeface="Calibri"/>
              </a:rPr>
              <a:t>7   </a:t>
            </a:r>
            <a:r>
              <a:rPr sz="2800">
                <a:solidFill>
                  <a:srgbClr val="222B22"/>
                </a:solidFill>
                <a:latin typeface="Calibri"/>
              </a:rPr>
              <a:t>The Post-Series Survey</a:t>
            </a:r>
          </a:p>
          <a:p>
            <a:pPr>
              <a:spcAft>
                <a:spcPts val="500"/>
              </a:spcAft>
            </a:pPr>
            <a:r>
              <a:rPr sz="2800" b="1">
                <a:solidFill>
                  <a:srgbClr val="97BC62"/>
                </a:solidFill>
                <a:latin typeface="Calibri"/>
              </a:rPr>
              <a:t>8   </a:t>
            </a:r>
            <a:r>
              <a:rPr sz="2800">
                <a:solidFill>
                  <a:srgbClr val="222B22"/>
                </a:solidFill>
                <a:latin typeface="Calibri"/>
              </a:rPr>
              <a:t>The Leader Feedback Round — both leaders</a:t>
            </a:r>
          </a:p>
          <a:p>
            <a:pPr>
              <a:spcAft>
                <a:spcPts val="500"/>
              </a:spcAft>
            </a:pPr>
            <a:r>
              <a:rPr sz="2800" b="1">
                <a:solidFill>
                  <a:srgbClr val="97BC62"/>
                </a:solidFill>
                <a:latin typeface="Calibri"/>
              </a:rPr>
              <a:t>9   </a:t>
            </a:r>
            <a:r>
              <a:rPr sz="2800">
                <a:solidFill>
                  <a:srgbClr val="222B22"/>
                </a:solidFill>
                <a:latin typeface="Calibri"/>
              </a:rPr>
              <a:t>Closing container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286</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287</a:t>
            </a:r>
            <a:endParaRPr sz="1000" b="1">
              <a:solidFill>
                <a:srgbClr val="7A8A6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Tonight — Isaiah 50:10</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In two weeks this room stops meeting — the next two Wednesdays are sendings, not endings. On the other side: a summer with no Wednesday in it.</a:t>
            </a:r>
          </a:p>
          <a:p>
            <a:pPr marL="274320" indent="-274320">
              <a:spcAft>
                <a:spcPts val="650"/>
              </a:spcAft>
            </a:pPr>
            <a:r>
              <a:rPr sz="1800" b="1" i="0">
                <a:solidFill>
                  <a:srgbClr val="97BC62"/>
                </a:solidFill>
                <a:latin typeface="Calibri"/>
              </a:rPr>
              <a:t>•  </a:t>
            </a:r>
            <a:r>
              <a:rPr sz="1800" b="0" i="0">
                <a:solidFill>
                  <a:srgbClr val="222B22"/>
                </a:solidFill>
                <a:latin typeface="Calibri"/>
              </a:rPr>
              <a:t>Somewhere out there — this summer, or in twenty years — every person in this room will hit a season where the practices go gray</a:t>
            </a:r>
          </a:p>
          <a:p>
            <a:pPr marL="274320" indent="-274320">
              <a:spcAft>
                <a:spcPts val="650"/>
              </a:spcAft>
            </a:pPr>
            <a:r>
              <a:rPr sz="1800" b="1" i="0">
                <a:solidFill>
                  <a:srgbClr val="97BC62"/>
                </a:solidFill>
                <a:latin typeface="Calibri"/>
              </a:rPr>
              <a:t>•  </a:t>
            </a:r>
            <a:r>
              <a:rPr sz="1800" b="0" i="0">
                <a:solidFill>
                  <a:srgbClr val="222B22"/>
                </a:solidFill>
                <a:latin typeface="Calibri"/>
              </a:rPr>
              <a:t>The most dangerous thing on the long walk is not the dryness — it is the wrong diagnosis of the dryness</a:t>
            </a:r>
          </a:p>
          <a:p>
            <a:pPr marL="274320" indent="-274320">
              <a:spcAft>
                <a:spcPts val="650"/>
              </a:spcAft>
            </a:pPr>
            <a:r>
              <a:rPr sz="1800" b="1" i="0">
                <a:solidFill>
                  <a:srgbClr val="97BC62"/>
                </a:solidFill>
                <a:latin typeface="Calibri"/>
              </a:rPr>
              <a:t>•  </a:t>
            </a:r>
            <a:r>
              <a:rPr sz="1800" b="0" i="0">
                <a:solidFill>
                  <a:srgbClr val="222B22"/>
                </a:solidFill>
                <a:latin typeface="Calibri"/>
              </a:rPr>
              <a:t>So tonight we hand you the equipment for that season — on purpose, at the threshold, before anyone needs it</a:t>
            </a:r>
          </a:p>
          <a:p>
            <a:pPr marL="274320" indent="-274320">
              <a:spcAft>
                <a:spcPts val="650"/>
              </a:spcAft>
            </a:pPr>
            <a:r>
              <a:rPr sz="1800" b="1" i="0">
                <a:solidFill>
                  <a:srgbClr val="97BC62"/>
                </a:solidFill>
                <a:latin typeface="Calibri"/>
              </a:rPr>
              <a:t>•  </a:t>
            </a:r>
            <a:r>
              <a:rPr sz="1800" b="0" i="0">
                <a:solidFill>
                  <a:srgbClr val="222B22"/>
                </a:solidFill>
                <a:latin typeface="Calibri"/>
              </a:rPr>
              <a:t>Psalm 23:4 — “Even though I walk through the valley of the shadow of death, I will fear no evil, for you are with me.” The road goes through.</a:t>
            </a:r>
          </a:p>
          <a:p>
            <a:pPr marL="274320" indent="-274320">
              <a:spcAft>
                <a:spcPts val="650"/>
              </a:spcAft>
            </a:pPr>
            <a:r>
              <a:rPr sz="1800" b="1" i="0">
                <a:solidFill>
                  <a:srgbClr val="97BC62"/>
                </a:solidFill>
                <a:latin typeface="Calibri"/>
              </a:rPr>
              <a:t>•  </a:t>
            </a:r>
            <a:r>
              <a:rPr sz="1800" b="0" i="0">
                <a:solidFill>
                  <a:srgbClr val="222B22"/>
                </a:solidFill>
                <a:latin typeface="Calibri"/>
              </a:rPr>
              <a:t>Now the teaching — in the seniors’ voices, not ours</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ISAIAH 50:10</a:t>
            </a:r>
          </a:p>
          <a:p>
            <a:pPr>
              <a:spcAft>
                <a:spcPts val="600"/>
              </a:spcAft>
            </a:pPr>
            <a:r>
              <a:rPr sz="2400" b="0" i="1">
                <a:solidFill>
                  <a:srgbClr val="222B22"/>
                </a:solidFill>
                <a:latin typeface="Cambria"/>
              </a:rPr>
              <a:t>“Who among you fears the LORD and obeys the voice of his servant? Let him who walks in darkness and has no light trust in the name of the LORD and rely on his God.”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288</a:t>
            </a:r>
            <a:endParaRPr sz="1000" b="1">
              <a:solidFill>
                <a:srgbClr val="7A8A6E"/>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Signs Card — the Four Kinds of Dry</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500" b="1" i="0">
                <a:solidFill>
                  <a:srgbClr val="97BC62"/>
                </a:solidFill>
                <a:latin typeface="Calibri"/>
              </a:rPr>
              <a:t>•  </a:t>
            </a:r>
            <a:r>
              <a:rPr sz="1500" b="0" i="0">
                <a:solidFill>
                  <a:srgbClr val="222B22"/>
                </a:solidFill>
                <a:latin typeface="Calibri"/>
              </a:rPr>
              <a:t>The danger is not the dryness — it is the wrong diagnosis. One question sorts everything: “Which way does the desire point?”</a:t>
            </a:r>
          </a:p>
          <a:p>
            <a:pPr marL="342900" indent="-342900">
              <a:spcAft>
                <a:spcPts val="650"/>
              </a:spcAft>
            </a:pPr>
            <a:r>
              <a:rPr sz="1500" b="1" i="0">
                <a:solidFill>
                  <a:srgbClr val="97BC62"/>
                </a:solidFill>
                <a:latin typeface="Calibri"/>
              </a:rPr>
              <a:t>1   </a:t>
            </a:r>
            <a:r>
              <a:rPr sz="1500" b="0" i="0">
                <a:solidFill>
                  <a:srgbClr val="222B22"/>
                </a:solidFill>
                <a:latin typeface="Calibri"/>
              </a:rPr>
              <a:t>Neglect — the desire has faded and the distance doesn’t ache; the world tastes fine. First step: wake and turn — rebuild the rhythm</a:t>
            </a:r>
          </a:p>
          <a:p>
            <a:pPr marL="342900" indent="-342900">
              <a:spcAft>
                <a:spcPts val="650"/>
              </a:spcAft>
            </a:pPr>
            <a:r>
              <a:rPr sz="1500" b="1" i="0">
                <a:solidFill>
                  <a:srgbClr val="97BC62"/>
                </a:solidFill>
                <a:latin typeface="Calibri"/>
              </a:rPr>
              <a:t>2   </a:t>
            </a:r>
            <a:r>
              <a:rPr sz="1500" b="0" i="0">
                <a:solidFill>
                  <a:srgbClr val="222B22"/>
                </a:solidFill>
                <a:latin typeface="Calibri"/>
              </a:rPr>
              <a:t>Worn out — the desire is buried under duty; you want escape, not God. First step: rest — a lighter yoke, smaller faithful steps, stay put</a:t>
            </a:r>
          </a:p>
          <a:p>
            <a:pPr marL="342900" indent="-342900">
              <a:spcAft>
                <a:spcPts val="650"/>
              </a:spcAft>
            </a:pPr>
            <a:r>
              <a:rPr sz="1500" b="1" i="0">
                <a:solidFill>
                  <a:srgbClr val="97BC62"/>
                </a:solidFill>
                <a:latin typeface="Calibri"/>
              </a:rPr>
              <a:t>3   </a:t>
            </a:r>
            <a:r>
              <a:rPr sz="1500" b="0" i="0">
                <a:solidFill>
                  <a:srgbClr val="222B22"/>
                </a:solidFill>
                <a:latin typeface="Calibri"/>
              </a:rPr>
              <a:t>The enemy’s dry wind — accused, pressured, a voice counseling change: quit, undo, leave. First step: resist — change nothing, pray a little more, tell someone</a:t>
            </a:r>
          </a:p>
          <a:p>
            <a:pPr marL="342900" indent="-342900">
              <a:spcAft>
                <a:spcPts val="650"/>
              </a:spcAft>
            </a:pPr>
            <a:r>
              <a:rPr sz="1500" b="1" i="0">
                <a:solidFill>
                  <a:srgbClr val="97BC62"/>
                </a:solidFill>
                <a:latin typeface="Calibri"/>
              </a:rPr>
              <a:t>4   </a:t>
            </a:r>
            <a:r>
              <a:rPr sz="1500" b="0" i="0">
                <a:solidFill>
                  <a:srgbClr val="222B22"/>
                </a:solidFill>
                <a:latin typeface="Calibri"/>
              </a:rPr>
              <a:t>God’s own stripping — the desire intact and starving; the ache is the sign. First step: receive — wait, stay faithful, stay accompanied</a:t>
            </a:r>
          </a:p>
          <a:p>
            <a:pPr marL="274320" indent="-274320">
              <a:spcAft>
                <a:spcPts val="650"/>
              </a:spcAft>
            </a:pPr>
            <a:r>
              <a:rPr sz="1500" b="1" i="0">
                <a:solidFill>
                  <a:srgbClr val="97BC62"/>
                </a:solidFill>
                <a:latin typeface="Calibri"/>
              </a:rPr>
              <a:t>•  </a:t>
            </a:r>
            <a:r>
              <a:rPr sz="1500" b="0" i="0">
                <a:solidFill>
                  <a:srgbClr val="222B22"/>
                </a:solidFill>
                <a:latin typeface="Calibri"/>
              </a:rPr>
              <a:t>Three and four command opposite motions — one says fight, the other says yield. When you cannot tell which you are in, do not decide alone — that is what Companions are for.</a:t>
            </a:r>
          </a:p>
          <a:p>
            <a:pPr marL="685800" indent="-274320">
              <a:spcAft>
                <a:spcPts val="500"/>
              </a:spcAft>
            </a:pPr>
            <a:r>
              <a:rPr sz="1400" b="1" i="0">
                <a:solidFill>
                  <a:srgbClr val="97BC62"/>
                </a:solidFill>
                <a:latin typeface="Calibri"/>
              </a:rPr>
              <a:t>–  </a:t>
            </a:r>
            <a:r>
              <a:rPr sz="1400" b="0" i="1">
                <a:solidFill>
                  <a:srgbClr val="222B22"/>
                </a:solidFill>
                <a:latin typeface="Calibri"/>
              </a:rPr>
              <a:t>Four rules on the card — your own heart only; in every case, tell someone; no big decisions in the dark; know when to call the doctor</a:t>
            </a:r>
          </a:p>
        </p:txBody>
      </p:sp>
      <p:sp>
        <p:nvSpPr>
          <p:cNvPr id="6" name="TextBox 6"/>
          <p:cNvSpPr txBox="1"/>
          <p:nvPr/>
        </p:nvSpPr>
        <p:spPr>
          <a:xfrm>
            <a:off x="6766560" y="1737360"/>
            <a:ext cx="4663440" cy="2542032"/>
          </a:xfrm>
          <a:prstGeom prst="rect">
            <a:avLst/>
          </a:prstGeom>
          <a:solidFill>
            <a:srgbClr val="F1F6EC"/>
          </a:solidFill>
        </p:spPr>
        <p:txBody>
          <a:bodyPr wrap="square" lIns="91440" tIns="91440" rIns="91440" bIns="91440" anchor="ctr"/>
          <a:lstStyle/>
          <a:p>
            <a:pPr>
              <a:spcAft>
                <a:spcPts val="900"/>
              </a:spcAft>
            </a:pPr>
            <a:r>
              <a:rPr sz="1800" b="1" i="0">
                <a:solidFill>
                  <a:srgbClr val="97BC62"/>
                </a:solidFill>
                <a:latin typeface="Calibri"/>
              </a:rPr>
              <a:t>THE SENTENCE TO CARRY HOME</a:t>
            </a:r>
          </a:p>
          <a:p>
            <a:pPr>
              <a:spcAft>
                <a:spcPts val="600"/>
              </a:spcAft>
            </a:pPr>
            <a:r>
              <a:rPr sz="2400" b="0" i="1">
                <a:solidFill>
                  <a:srgbClr val="222B22"/>
                </a:solidFill>
                <a:latin typeface="Cambria"/>
              </a:rPr>
              <a:t>“The fact that His absence hurts you is the evidence that He has not gone. Drifting hearts do not ache. Abandoned fields do not thirst. A dry season is not a verdict.”</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289</a:t>
            </a:r>
            <a:endParaRPr sz="1000" b="1">
              <a:solidFill>
                <a:srgbClr val="7A8A6E"/>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Path Home Card — the Written Door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650"/>
              </a:spcAft>
            </a:pPr>
            <a:r>
              <a:rPr sz="1800" b="1" i="0">
                <a:solidFill>
                  <a:srgbClr val="97BC62"/>
                </a:solidFill>
                <a:latin typeface="Calibri"/>
              </a:rPr>
              <a:t>•  </a:t>
            </a:r>
            <a:r>
              <a:rPr sz="1800" b="0" i="0">
                <a:solidFill>
                  <a:srgbClr val="222B22"/>
                </a:solidFill>
                <a:latin typeface="Calibri"/>
              </a:rPr>
              <a:t>For the one who leaves and concludes a room like this would not want them back — most churches leave the way back unwritten. Not here.</a:t>
            </a:r>
          </a:p>
          <a:p>
            <a:pPr marL="342900" indent="-342900">
              <a:spcAft>
                <a:spcPts val="650"/>
              </a:spcAft>
            </a:pPr>
            <a:r>
              <a:rPr sz="1800" b="1" i="0">
                <a:solidFill>
                  <a:srgbClr val="97BC62"/>
                </a:solidFill>
                <a:latin typeface="Calibri"/>
              </a:rPr>
              <a:t>1   </a:t>
            </a:r>
            <a:r>
              <a:rPr sz="1800" b="0" i="0">
                <a:solidFill>
                  <a:srgbClr val="222B22"/>
                </a:solidFill>
                <a:latin typeface="Calibri"/>
              </a:rPr>
              <a:t>Come as you are — conviction is specific and hopeful and draws you toward home; shame is vague and hopeless and drives you away</a:t>
            </a:r>
          </a:p>
          <a:p>
            <a:pPr marL="342900" indent="-342900">
              <a:spcAft>
                <a:spcPts val="650"/>
              </a:spcAft>
            </a:pPr>
            <a:r>
              <a:rPr sz="1800" b="1" i="0">
                <a:solidFill>
                  <a:srgbClr val="97BC62"/>
                </a:solidFill>
                <a:latin typeface="Calibri"/>
              </a:rPr>
              <a:t>2   </a:t>
            </a:r>
            <a:r>
              <a:rPr sz="1800" b="0" i="0">
                <a:solidFill>
                  <a:srgbClr val="222B22"/>
                </a:solidFill>
                <a:latin typeface="Calibri"/>
              </a:rPr>
              <a:t>Tell it straight — to God in plain words, and to one trusted person; you choose the person and how much</a:t>
            </a:r>
          </a:p>
          <a:p>
            <a:pPr marL="342900" indent="-342900">
              <a:spcAft>
                <a:spcPts val="650"/>
              </a:spcAft>
            </a:pPr>
            <a:r>
              <a:rPr sz="1800" b="1" i="0">
                <a:solidFill>
                  <a:srgbClr val="97BC62"/>
                </a:solidFill>
                <a:latin typeface="Calibri"/>
              </a:rPr>
              <a:t>3   </a:t>
            </a:r>
            <a:r>
              <a:rPr sz="1800" b="0" i="0">
                <a:solidFill>
                  <a:srgbClr val="222B22"/>
                </a:solidFill>
                <a:latin typeface="Calibri"/>
              </a:rPr>
              <a:t>Grieve what needs grieving — lament is faith with tears in its voice</a:t>
            </a:r>
          </a:p>
          <a:p>
            <a:pPr marL="342900" indent="-342900">
              <a:spcAft>
                <a:spcPts val="650"/>
              </a:spcAft>
            </a:pPr>
            <a:r>
              <a:rPr sz="1800" b="1" i="0">
                <a:solidFill>
                  <a:srgbClr val="97BC62"/>
                </a:solidFill>
                <a:latin typeface="Calibri"/>
              </a:rPr>
              <a:t>4   </a:t>
            </a:r>
            <a:r>
              <a:rPr sz="1800" b="0" i="0">
                <a:solidFill>
                  <a:srgbClr val="222B22"/>
                </a:solidFill>
                <a:latin typeface="Calibri"/>
              </a:rPr>
              <a:t>Return to the table — small; do not start over, begin again on the next available day</a:t>
            </a:r>
          </a:p>
          <a:p>
            <a:pPr marL="342900" indent="-342900">
              <a:spcAft>
                <a:spcPts val="650"/>
              </a:spcAft>
            </a:pPr>
            <a:r>
              <a:rPr sz="1800" b="1" i="0">
                <a:solidFill>
                  <a:srgbClr val="97BC62"/>
                </a:solidFill>
                <a:latin typeface="Calibri"/>
              </a:rPr>
              <a:t>5   </a:t>
            </a:r>
            <a:r>
              <a:rPr sz="1800" b="0" i="0">
                <a:solidFill>
                  <a:srgbClr val="222B22"/>
                </a:solidFill>
                <a:latin typeface="Calibri"/>
              </a:rPr>
              <a:t>Let it be celebrated — in the Lord’s own story of return, the ending is not a probation meeting. It is a feast.</a:t>
            </a:r>
          </a:p>
          <a:p>
            <a:pPr marL="274320" indent="-274320">
              <a:spcAft>
                <a:spcPts val="650"/>
              </a:spcAft>
            </a:pPr>
            <a:r>
              <a:rPr sz="1800" b="1" i="0">
                <a:solidFill>
                  <a:srgbClr val="97BC62"/>
                </a:solidFill>
                <a:latin typeface="Calibri"/>
              </a:rPr>
              <a:t>•  </a:t>
            </a:r>
            <a:r>
              <a:rPr sz="1800" b="0" i="0">
                <a:solidFill>
                  <a:srgbClr val="222B22"/>
                </a:solidFill>
                <a:latin typeface="Calibri"/>
              </a:rPr>
              <a:t>The witnessed filing — everyone files the card now, while we watch each other do it: “The door is not locked. The light is on.”</a:t>
            </a:r>
          </a:p>
        </p:txBody>
      </p:sp>
      <p:sp>
        <p:nvSpPr>
          <p:cNvPr id="6" name="TextBox 6"/>
          <p:cNvSpPr txBox="1"/>
          <p:nvPr/>
        </p:nvSpPr>
        <p:spPr>
          <a:xfrm>
            <a:off x="6766560" y="1737360"/>
            <a:ext cx="4663440" cy="3310128"/>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LUKE 15:20</a:t>
            </a:r>
          </a:p>
          <a:p>
            <a:pPr>
              <a:spcAft>
                <a:spcPts val="600"/>
              </a:spcAft>
            </a:pPr>
            <a:r>
              <a:rPr sz="2400" b="0" i="1">
                <a:solidFill>
                  <a:srgbClr val="222B22"/>
                </a:solidFill>
                <a:latin typeface="Cambria"/>
              </a:rPr>
              <a:t>“But while he was still a long way off, his father saw him and felt compassion, and ran and embraced him and kissed him.”</a:t>
            </a:r>
          </a:p>
          <a:p>
            <a:pPr>
              <a:spcAft>
                <a:spcPts val="600"/>
              </a:spcAft>
            </a:pPr>
            <a:r>
              <a:rPr sz="2400" b="0" i="1">
                <a:solidFill>
                  <a:srgbClr val="222B22"/>
                </a:solidFill>
                <a:latin typeface="Cambria"/>
              </a:rPr>
              <a:t>The father was watching the road. He ran first, embraced first, and asked for no accounting before the robe.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290</a:t>
            </a:r>
            <a:endParaRPr sz="1000" b="1">
              <a:solidFill>
                <a:srgbClr val="7A8A6E"/>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Journal Arc Review</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750"/>
              </a:spcAft>
            </a:pPr>
            <a:r>
              <a:rPr sz="2400" b="1" i="0">
                <a:solidFill>
                  <a:srgbClr val="97BC62"/>
                </a:solidFill>
                <a:latin typeface="Calibri"/>
              </a:rPr>
              <a:t>•  </a:t>
            </a:r>
            <a:r>
              <a:rPr sz="2400" b="0" i="0">
                <a:solidFill>
                  <a:srgbClr val="222B22"/>
                </a:solidFill>
                <a:latin typeface="Calibri"/>
              </a:rPr>
              <a:t>Take out your journal — the one you have been writing in since September. If yours is missing, take paper and walk the year from memory.</a:t>
            </a:r>
          </a:p>
          <a:p>
            <a:pPr marL="274320" indent="-274320">
              <a:spcAft>
                <a:spcPts val="750"/>
              </a:spcAft>
            </a:pPr>
            <a:r>
              <a:rPr sz="2400" b="1" i="0">
                <a:solidFill>
                  <a:srgbClr val="97BC62"/>
                </a:solidFill>
                <a:latin typeface="Calibri"/>
              </a:rPr>
              <a:t>•  </a:t>
            </a:r>
            <a:r>
              <a:rPr sz="2400" b="0" i="0">
                <a:solidFill>
                  <a:srgbClr val="222B22"/>
                </a:solidFill>
                <a:latin typeface="Calibri"/>
              </a:rPr>
              <a:t>Go back to the beginning and read forward — you’re walking the road again, not re-taking the class</a:t>
            </a:r>
          </a:p>
          <a:p>
            <a:pPr marL="342900" indent="-342900">
              <a:spcAft>
                <a:spcPts val="750"/>
              </a:spcAft>
            </a:pPr>
            <a:r>
              <a:rPr sz="2400" b="1" i="0">
                <a:solidFill>
                  <a:srgbClr val="97BC62"/>
                </a:solidFill>
                <a:latin typeface="Calibri"/>
              </a:rPr>
              <a:t>1   </a:t>
            </a:r>
            <a:r>
              <a:rPr sz="2400" b="0" i="0">
                <a:solidFill>
                  <a:srgbClr val="222B22"/>
                </a:solidFill>
                <a:latin typeface="Calibri"/>
              </a:rPr>
              <a:t>Where did I begin?</a:t>
            </a:r>
          </a:p>
          <a:p>
            <a:pPr marL="342900" indent="-342900">
              <a:spcAft>
                <a:spcPts val="750"/>
              </a:spcAft>
            </a:pPr>
            <a:r>
              <a:rPr sz="2400" b="1" i="0">
                <a:solidFill>
                  <a:srgbClr val="97BC62"/>
                </a:solidFill>
                <a:latin typeface="Calibri"/>
              </a:rPr>
              <a:t>2   </a:t>
            </a:r>
            <a:r>
              <a:rPr sz="2400" b="0" i="0">
                <a:solidFill>
                  <a:srgbClr val="222B22"/>
                </a:solidFill>
                <a:latin typeface="Calibri"/>
              </a:rPr>
              <a:t>Where did He meet me? — mark those pages; fold a corner</a:t>
            </a:r>
          </a:p>
          <a:p>
            <a:pPr marL="342900" indent="-342900">
              <a:spcAft>
                <a:spcPts val="750"/>
              </a:spcAft>
            </a:pPr>
            <a:r>
              <a:rPr sz="2400" b="1" i="0">
                <a:solidFill>
                  <a:srgbClr val="97BC62"/>
                </a:solidFill>
                <a:latin typeface="Calibri"/>
              </a:rPr>
              <a:t>3   </a:t>
            </a:r>
            <a:r>
              <a:rPr sz="2400" b="0" i="0">
                <a:solidFill>
                  <a:srgbClr val="222B22"/>
                </a:solidFill>
                <a:latin typeface="Calibri"/>
              </a:rPr>
              <a:t>What do I not want to lose?</a:t>
            </a:r>
          </a:p>
          <a:p>
            <a:pPr marL="274320" indent="-274320">
              <a:spcAft>
                <a:spcPts val="750"/>
              </a:spcAft>
            </a:pPr>
            <a:r>
              <a:rPr sz="2400" b="1" i="0">
                <a:solidFill>
                  <a:srgbClr val="97BC62"/>
                </a:solidFill>
                <a:latin typeface="Calibri"/>
              </a:rPr>
              <a:t>•  </a:t>
            </a:r>
            <a:r>
              <a:rPr sz="2400" b="0" i="0">
                <a:solidFill>
                  <a:srgbClr val="222B22"/>
                </a:solidFill>
                <a:latin typeface="Calibri"/>
              </a:rPr>
              <a:t>Twelve minutes, in quiet — parents and teens both. Then find your one sentence.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291</a:t>
            </a:r>
            <a:endParaRPr sz="1000" b="1">
              <a:solidFill>
                <a:srgbClr val="7A8A6E"/>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Sentence, and the Testimony Gathering</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400" b="1" i="0">
                <a:solidFill>
                  <a:srgbClr val="97BC62"/>
                </a:solidFill>
                <a:latin typeface="Calibri"/>
              </a:rPr>
              <a:t>•  </a:t>
            </a:r>
            <a:r>
              <a:rPr sz="2400" b="0" i="0">
                <a:solidFill>
                  <a:srgbClr val="222B22"/>
                </a:solidFill>
                <a:latin typeface="Calibri"/>
              </a:rPr>
              <a:t>One sentence each — where He met you this year, or what you don’t want to lose. Just the sentence; no story around it. A parent starts.</a:t>
            </a:r>
          </a:p>
          <a:p>
            <a:pPr marL="274320" indent="-274320">
              <a:spcAft>
                <a:spcPts val="900"/>
              </a:spcAft>
            </a:pPr>
            <a:r>
              <a:rPr sz="2400" b="1" i="0">
                <a:solidFill>
                  <a:srgbClr val="97BC62"/>
                </a:solidFill>
                <a:latin typeface="Calibri"/>
              </a:rPr>
              <a:t>•  </a:t>
            </a:r>
            <a:r>
              <a:rPr sz="2400" b="0" i="0">
                <a:solidFill>
                  <a:srgbClr val="222B22"/>
                </a:solidFill>
                <a:latin typeface="Calibri"/>
              </a:rPr>
              <a:t>Pass-anytime holds — a pass gets the same nod a sentence gets</a:t>
            </a:r>
          </a:p>
          <a:p>
            <a:pPr marL="274320" indent="-274320">
              <a:spcAft>
                <a:spcPts val="900"/>
              </a:spcAft>
            </a:pPr>
            <a:r>
              <a:rPr sz="2400" b="1" i="0">
                <a:solidFill>
                  <a:srgbClr val="97BC62"/>
                </a:solidFill>
                <a:latin typeface="Calibri"/>
              </a:rPr>
              <a:t>•  </a:t>
            </a:r>
            <a:r>
              <a:rPr sz="2400" b="0" i="0">
                <a:solidFill>
                  <a:srgbClr val="222B22"/>
                </a:solidFill>
                <a:latin typeface="Calibri"/>
              </a:rPr>
              <a:t>Then one more invitation, genuinely optional: your sentence, read aloud at the sendings — Evening 16 or Evening 17</a:t>
            </a:r>
          </a:p>
          <a:p>
            <a:pPr marL="274320" indent="-274320">
              <a:spcAft>
                <a:spcPts val="900"/>
              </a:spcAft>
            </a:pPr>
            <a:r>
              <a:rPr sz="2400" b="1" i="0">
                <a:solidFill>
                  <a:srgbClr val="97BC62"/>
                </a:solidFill>
                <a:latin typeface="Calibri"/>
              </a:rPr>
              <a:t>•  </a:t>
            </a:r>
            <a:r>
              <a:rPr sz="2400" b="0" i="0">
                <a:solidFill>
                  <a:srgbClr val="222B22"/>
                </a:solidFill>
                <a:latin typeface="Calibri"/>
              </a:rPr>
              <a:t>Written down exactly as you say it, read back for your nod — signed or anonymous, your choice</a:t>
            </a:r>
          </a:p>
          <a:p>
            <a:pPr marL="274320" indent="-274320">
              <a:spcAft>
                <a:spcPts val="900"/>
              </a:spcAft>
            </a:pPr>
            <a:r>
              <a:rPr sz="2400" b="1" i="0">
                <a:solidFill>
                  <a:srgbClr val="97BC62"/>
                </a:solidFill>
                <a:latin typeface="Calibri"/>
              </a:rPr>
              <a:t>•  </a:t>
            </a:r>
            <a:r>
              <a:rPr sz="2400" b="0" i="0">
                <a:solidFill>
                  <a:srgbClr val="222B22"/>
                </a:solidFill>
                <a:latin typeface="Calibri"/>
              </a:rPr>
              <a:t>“An empty card is a complete answer.” Nothing written, nothing noted, and nobody will ask again.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292</a:t>
            </a:r>
            <a:endParaRPr sz="1000" b="1">
              <a:solidFill>
                <a:srgbClr val="7A8A6E"/>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Post-Series Survey</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bookend to orientation’s Pre-Series Survey. Home tonight; back in the bin at the Evening 16 door.</a:t>
            </a:r>
          </a:p>
          <a:p>
            <a:pPr marL="274320" indent="-274320">
              <a:spcAft>
                <a:spcPts val="900"/>
              </a:spcAft>
            </a:pPr>
            <a:r>
              <a:rPr sz="2800" b="1" i="0">
                <a:solidFill>
                  <a:srgbClr val="97BC62"/>
                </a:solidFill>
                <a:latin typeface="Calibri"/>
              </a:rPr>
              <a:t>•  </a:t>
            </a:r>
            <a:r>
              <a:rPr sz="2800" b="0" i="0">
                <a:solidFill>
                  <a:srgbClr val="222B22"/>
                </a:solidFill>
                <a:latin typeface="Calibri"/>
              </a:rPr>
              <a:t>This is a pilot — the first year this has ever run, anywhere. Your honest answers — especially the critical ones — are a gift to families you will never meet.</a:t>
            </a:r>
          </a:p>
          <a:p>
            <a:pPr marL="274320" indent="-274320">
              <a:spcAft>
                <a:spcPts val="900"/>
              </a:spcAft>
            </a:pPr>
            <a:r>
              <a:rPr sz="2800" b="1" i="0">
                <a:solidFill>
                  <a:srgbClr val="97BC62"/>
                </a:solidFill>
                <a:latin typeface="Calibri"/>
              </a:rPr>
              <a:t>•  </a:t>
            </a:r>
            <a:r>
              <a:rPr sz="2800" b="0" i="0">
                <a:solidFill>
                  <a:srgbClr val="222B22"/>
                </a:solidFill>
                <a:latin typeface="Calibri"/>
              </a:rPr>
              <a:t>The same covenant covers it: no scores, no grades, mirrors not levers</a:t>
            </a:r>
          </a:p>
          <a:p>
            <a:pPr marL="274320" indent="-274320">
              <a:spcAft>
                <a:spcPts val="900"/>
              </a:spcAft>
            </a:pPr>
            <a:r>
              <a:rPr sz="2800" b="1" i="0">
                <a:solidFill>
                  <a:srgbClr val="97BC62"/>
                </a:solidFill>
                <a:latin typeface="Calibri"/>
              </a:rPr>
              <a:t>•  </a:t>
            </a:r>
            <a:r>
              <a:rPr sz="2800" b="0" i="0">
                <a:solidFill>
                  <a:srgbClr val="222B22"/>
                </a:solidFill>
                <a:latin typeface="Calibri"/>
              </a:rPr>
              <a:t>One per person — parents and teens each do their own. About twenty minutes. Signed or anonymous, your choice.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293</a:t>
            </a:r>
            <a:endParaRPr sz="1000" b="1">
              <a:solidFill>
                <a:srgbClr val="7A8A6E"/>
              </a:solidFill>
              <a:latin typeface="Calibri"/>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Daily Rhythm</a:t>
            </a:r>
          </a:p>
        </p:txBody>
      </p:sp>
      <p:pic>
        <p:nvPicPr>
          <p:cNvPr id="4" name="Picture 3" descr="s20_part1.png"/>
          <p:cNvPicPr>
            <a:picLocks noChangeAspect="1"/>
          </p:cNvPicPr>
          <p:nvPr/>
        </p:nvPicPr>
        <p:blipFill>
          <a:blip r:embed="rId2"/>
          <a:stretch>
            <a:fillRect/>
          </a:stretch>
        </p:blipFill>
        <p:spPr>
          <a:xfrm>
            <a:off x="1798167" y="1463040"/>
            <a:ext cx="8595360" cy="4039819"/>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Handed out now — this is the sheet in your hands.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294</a:t>
            </a:r>
            <a:endParaRPr sz="1000" b="1">
              <a:solidFill>
                <a:srgbClr val="7A8A6E"/>
              </a:solidFill>
              <a:latin typeface="Calibri"/>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Four Parts</a:t>
            </a:r>
          </a:p>
        </p:txBody>
      </p:sp>
      <p:pic>
        <p:nvPicPr>
          <p:cNvPr id="4" name="Picture 3" descr="s20_part2.png"/>
          <p:cNvPicPr>
            <a:picLocks noChangeAspect="1"/>
          </p:cNvPicPr>
          <p:nvPr/>
        </p:nvPicPr>
        <p:blipFill>
          <a:blip r:embed="rId2"/>
          <a:stretch>
            <a:fillRect/>
          </a:stretch>
        </p:blipFill>
        <p:spPr>
          <a:xfrm>
            <a:off x="2258348" y="1463040"/>
            <a:ext cx="7674998" cy="4709159"/>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One practice at a time — and a partner expecting you at the end of week one.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295</a:t>
            </a:r>
            <a:endParaRPr sz="1000" b="1">
              <a:solidFill>
                <a:srgbClr val="7A8A6E"/>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Two rounds, same as every session — the container holder first, then the content presenter: three things each</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leaders receive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296</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eyes on the person, not the screen: say what is on your heart for them.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297</a:t>
            </a:r>
            <a:endParaRPr sz="1000" b="1">
              <a:solidFill>
                <a:srgbClr val="7A8A6E"/>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55817</Words>
  <Application>Microsoft Office PowerPoint</Application>
  <PresentationFormat>Widescreen</PresentationFormat>
  <Paragraphs>3274</Paragraphs>
  <Slides>277</Slides>
  <Notes>275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277</vt:i4>
      </vt:variant>
    </vt:vector>
  </HeadingPairs>
  <TitlesOfParts>
    <vt:vector size="2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2026-08-20T14:52:01Z</dcterms:modified>
  <cp:category/>
</cp:coreProperties>
</file>