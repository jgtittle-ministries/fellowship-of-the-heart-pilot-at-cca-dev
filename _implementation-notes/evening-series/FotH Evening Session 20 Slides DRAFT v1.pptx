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WELCOME · LEAD: CONTAINER HOLDER · GROUNDING — every session opens on this map</a:t>
            </a:r>
          </a:p>
          <a:p>
            <a:r>
              <a:t>BEATS:</a:t>
            </a:r>
          </a:p>
          <a:p>
            <a:r>
              <a:t>1. Locate tonight on the map, plainly: Session 20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Week 22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8:28–8:30 · LEAD: CONTAINER HOLDER CIRCLE</a:t>
            </a:r>
          </a:p>
          <a:p>
            <a:r>
              <a:t>BEATS:</a:t>
            </a:r>
          </a:p>
          <a:p>
            <a:r>
              <a:t>1. Practice, two small pieces: the survey home and back; both mercy cards found at home and shown to one family member.</a:t>
            </a:r>
          </a:p>
          <a:p>
            <a:r>
              <a:t>2. One-sentence summary: the dark stretch is not a verdict; the ache is the evidence He has not gone; the door is not locked and the light is on. This room now knows that — rooms that do are where people come home.</a:t>
            </a:r>
          </a:p>
          <a:p>
            <a:r>
              <a:t>3. Name the two nights ahead: Week 21 sends the families — bring everyone; Week 22 commissions these Companions.</a:t>
            </a:r>
          </a:p>
          <a:p>
            <a:r>
              <a:t>4. Standard closing protocol, then the Aaronic blessing, hands up. Go gently.</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284</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20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285</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289</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292</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293</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294</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295</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296</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297</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