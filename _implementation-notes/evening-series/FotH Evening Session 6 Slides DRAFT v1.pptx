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the three questions carried home,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7:33–7:39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 of silence to settle — the silence is part of the practice.</a:t>
            </a:r>
          </a:p>
          <a:p>
            <a:r>
              <a:rPr lang="en-US" sz="1200"/>
              <a:t>2. The parent goes first in every pair (3 min), own struggles only,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8:00.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The three reflection questions ride home as a thinking point — next slide but two.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no paper,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two weeks, and bring the three questions with you; next evening, we talk.'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normAutofit fontScale="77000" lnSpcReduction="10000"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pair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>
            <a:normAutofit fontScale="80000" lnSpcReduction="10000"/>
          </a:bodyPr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“In the name of Jesus, we pray restoration over the place you named — may its grip break, and may honesty grow where it held.”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in every pair: the parent first,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go first in every pair —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my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