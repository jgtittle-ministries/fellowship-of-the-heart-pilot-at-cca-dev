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Stand; eye contact across the room. 'The place where I want to walk in greater honesty is ___.' One place, specific, real but not graphic.</a:t>
            </a:r>
          </a:p>
          <a:p>
            <a:r>
              <a:rPr lang="en-US" sz="1200"/>
              <a:t>2. Pause; a PRE-ARRANGED Co-Companion speaks the three-sentence blessing back.</a:t>
            </a:r>
          </a:p>
          <a:p>
            <a:r>
              <a:rPr lang="en-US" sz="1200"/>
              <a:t>3. Receive it — no deflecting, no joking, no minimizing. 'Thank you.' Sit down.</a:t>
            </a:r>
          </a:p>
          <a:p>
            <a:r>
              <a:rPr lang="en-US" sz="1200"/>
              <a:t>4. Close: 'That is the practice. Parents first, then teens. Yours doesn't have to look like mine. Three minutes per person.'</a:t>
            </a:r>
          </a:p>
          <a:p>
            <a:r>
              <a:rPr lang="en-US" sz="1200"/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5:03.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rPr lang="en-US" sz="1200"/>
              <a:t>2. No fixing — just notice; the Spirit does the work. Carried through the quarter break.</a:t>
            </a:r>
          </a:p>
          <a:p>
            <a:r>
              <a:rPr lang="en-US" sz="1200"/>
              <a:t>3. Quarterly Pulse (H6.3) goes home today: three questions, five minutes, signed or anonymous — back in the bin at the Week 7 door.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Examen and the Pulse: 'three questions go home tonight — no paper, no deadline, nothing to prepare.' Frame it as the round the room already knows, grown one size: the leader's questions, asked of all of us.</a:t>
            </a:r>
          </a:p>
          <a:p>
            <a:r>
              <a:rPr lang="en-US" sz="1200"/>
              <a:t>2. Read the three slowly. Then the runway for the quiet ones: 'some of you think best in the quiet — that's why they go home two weeks early.'</a:t>
            </a:r>
          </a:p>
          <a:p>
            <a:r>
              <a:rPr lang="en-US" sz="1200"/>
              <a:t>GUARD: the group, never any one person — said warmly, once. An offer, never an assignment; the journal's Week 6 page carries the questions for anyone who wants to write toward them.</a:t>
            </a:r>
          </a:p>
          <a:p>
            <a:r>
              <a:rPr lang="en-US" sz="1200"/>
              <a:t>ADVANCE CUE: after 'first night back, we talk.'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2 · pre-session · DIVIDER</a:t>
            </a:r>
          </a:p>
          <a:p>
            <a:r>
              <a:rPr lang="en-US" sz="1200"/>
              <a:t>On screen as families arrive for the quarter's first evenings.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leadsanion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quarter break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sign it or leave it anonymous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It comes back to the bin at the door at Week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026" y="1463040"/>
            <a:ext cx="7013642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closes a whole quarter, so the same questions come home for all of us: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First night back,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7–11  ·  Five Wednesdays · PROAPT, the Garden, Any Doubts? · ends at the year’s midpoint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