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29" r:id="rId82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4" Type="http://schemas.openxmlformats.org/officeDocument/2006/relationships/slide" Target="slides/slide73.xml"/><Relationship Id="rId279" Type="http://schemas.openxmlformats.org/officeDocument/2006/relationships/notesMaster" Target="notesMasters/notesMaster1.xml"/><Relationship Id="rId85" Type="http://schemas.openxmlformats.org/officeDocument/2006/relationships/slide" Target="slides/slide84.xml"/><Relationship Id="rId280" Type="http://schemas.openxmlformats.org/officeDocument/2006/relationships/presProps" Target="presProps.xml"/><Relationship Id="rId75" Type="http://schemas.openxmlformats.org/officeDocument/2006/relationships/slide" Target="slides/slide74.xml"/><Relationship Id="rId86" Type="http://schemas.openxmlformats.org/officeDocument/2006/relationships/slide" Target="slides/slide85.xml"/><Relationship Id="rId281" Type="http://schemas.openxmlformats.org/officeDocument/2006/relationships/viewProps" Target="viewProps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78" Type="http://schemas.openxmlformats.org/officeDocument/2006/relationships/slide" Target="slides/slide77.xml"/><Relationship Id="rId284" Type="http://schemas.microsoft.com/office/2016/11/relationships/changesInfo" Target="changesInfos/changesInfo1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28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81" Type="http://schemas.openxmlformats.org/officeDocument/2006/relationships/slide" Target="slides/slide80.xml"/><Relationship Id="rId2" Type="http://schemas.openxmlformats.org/officeDocument/2006/relationships/slide" Target="slides/slide1.xml"/><Relationship Id="rId82" Type="http://schemas.openxmlformats.org/officeDocument/2006/relationships/slide" Target="slides/slide81.xml"/><Relationship Id="rId72" Type="http://schemas.openxmlformats.org/officeDocument/2006/relationships/slide" Target="slides/slide71.xml"/><Relationship Id="rId83" Type="http://schemas.openxmlformats.org/officeDocument/2006/relationships/slide" Target="slides/slide82.xml"/><Relationship Id="rId73" Type="http://schemas.openxmlformats.org/officeDocument/2006/relationships/slide" Target="slides/slide72.xml"/><Relationship Id="rId84" Type="http://schemas.openxmlformats.org/officeDocument/2006/relationships/slide" Target="slides/slide8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Quarterly Pulse,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7:00–7:08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Blessing; container reminder; nothing is required.</a:t>
            </a:r>
          </a:p>
          <a:p>
            <a:r>
              <a:rPr lang="en-US" sz="1200"/>
              <a:t>2. Say what today is NOT: we will not confess specific sins to each other in detail — scripture does not ask it, and neither do we.</a:t>
            </a:r>
          </a:p>
          <a:p>
            <a:r>
              <a:rPr lang="en-US" sz="1200"/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rPr lang="en-US" sz="1200"/>
              <a:t>4. 'Teens, you choose your depth, and the pass is always real. The Spirit does the work; we hold the space.'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Stand; eye contact across the room. 'The place where I want to walk in greater honesty is ___.' One place, specific, real but not graphic.</a:t>
            </a:r>
          </a:p>
          <a:p>
            <a:r>
              <a:rPr lang="en-US" sz="1200"/>
              <a:t>2. Pause; a PRE-ARRANGED Co-Companion speaks the three-sentence blessing back.</a:t>
            </a:r>
          </a:p>
          <a:p>
            <a:r>
              <a:rPr lang="en-US" sz="1200"/>
              <a:t>3. Receive it — no deflecting, no joking, no minimizing. 'Thank you.' Sit down.</a:t>
            </a:r>
          </a:p>
          <a:p>
            <a:r>
              <a:rPr lang="en-US" sz="1200"/>
              <a:t>4. Close: 'That is the practice. Parents first, then teens. Yours doesn't have to look like mine. Three minutes per person.'</a:t>
            </a:r>
          </a:p>
          <a:p>
            <a:r>
              <a:rPr lang="en-US" sz="1200"/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7:39–7:40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rPr lang="en-US" sz="1200"/>
              <a:t>2. Restate the order: Companion first, then the parents, then the teens — teens' depth is theirs; pass always allowed.</a:t>
            </a:r>
          </a:p>
          <a:p>
            <a:r>
              <a:rPr lang="en-US" sz="1200"/>
              <a:t>3. Pray and send. Ten or fewer: 'We're staying right here — one circle, same order, same rules.'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 opens with ninety seconds of silence, then goes first (3 min) and receives the pre-assigned blessing.</a:t>
            </a:r>
          </a:p>
          <a:p>
            <a:r>
              <a:rPr lang="en-US" sz="1200"/>
              <a:t>2. Parents next, arranged parent opening,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5:03.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rPr lang="en-US" sz="1200"/>
              <a:t>2. No fixing — just notice; the Spirit does the work. Carried through the quarter break.</a:t>
            </a:r>
          </a:p>
          <a:p>
            <a:r>
              <a:rPr lang="en-US" sz="1200"/>
              <a:t>3. Quarterly Pulse (H6.3) goes home today: three questions, five minutes, signed or anonymous — back in the bin at the Week 7 door.</a:t>
            </a: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Check-off card (H6.4): morning question, evening note, nightly Examen; one-time box for the Pulse.</a:t>
            </a:r>
          </a:p>
          <a:p>
            <a:r>
              <a:rPr lang="en-US" sz="1200"/>
              <a:t>2. 'Filled or half-filled, bring yourself back when we gather again.'</a:t>
            </a:r>
          </a:p>
          <a:p>
            <a:r>
              <a:rPr lang="en-US" sz="1200"/>
              <a:t>CUES: Rides inside the practice block — make sure every family leaves with a Pulse page.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Examen and the Pulse: 'three questions go home tonight — no paper, no deadline, nothing to prepare.' Frame it as the round the room already knows, grown one size: the leader's questions, asked of all of us.</a:t>
            </a:r>
          </a:p>
          <a:p>
            <a:r>
              <a:rPr lang="en-US" sz="1200"/>
              <a:t>2. Read the three slowly. Then the runway for the quiet ones: 'some of you think best in the quiet — that's why they go home two weeks early.'</a:t>
            </a:r>
          </a:p>
          <a:p>
            <a:r>
              <a:rPr lang="en-US" sz="1200"/>
              <a:t>GUARD: the group, never any one person — said warmly, once. An offer, never an assignment; the journal's Week 6 page carries the questions for anyone who wants to write toward them.</a:t>
            </a:r>
          </a:p>
          <a:p>
            <a:r>
              <a:rPr lang="en-US" sz="1200"/>
              <a:t>ADVANCE CUE: after 'first night back, we talk.'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break; bring the Pulse back to the Week 7 door.'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2 · pre-session · DIVIDER</a:t>
            </a:r>
          </a:p>
          <a:p>
            <a:r>
              <a:rPr lang="en-US" sz="1200"/>
              <a:t>On screen as families arrive for the quarter's first evenings.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circle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too: your Companion first, then the parents,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leadsanion goes first — names one place, receives a blessing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next — the arranged parent opens;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these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quarter break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sign it or leave it anonymous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It comes back to the bin at the door at Week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6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945" y="1554480"/>
            <a:ext cx="9511803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closes a whole quarter, so the same questions come home for all of us: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First night back, we talk.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7–11  ·  Five Wednesdays · PROAPT, the Garden, Any Doubts? · ends at the year’s midpoint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