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73" r:id="rId72"/>
    <p:sldId id="550" r:id="rId25"/>
    <p:sldId id="274" r:id="rId73"/>
    <p:sldId id="371" r:id="rId74"/>
    <p:sldId id="372" r:id="rId75"/>
    <p:sldId id="373" r:id="rId76"/>
    <p:sldId id="553" r:id="rId24"/>
    <p:sldId id="374" r:id="rId77"/>
    <p:sldId id="375" r:id="rId78"/>
    <p:sldId id="376" r:id="rId79"/>
    <p:sldId id="377" r:id="rId80"/>
    <p:sldId id="378" r:id="rId81"/>
    <p:sldId id="551" r:id="rId26"/>
    <p:sldId id="552" r:id="rId27"/>
    <p:sldId id="549" r:id="rId83"/>
    <p:sldId id="379" r:id="rId84"/>
    <p:sldId id="380" r:id="rId85"/>
    <p:sldId id="276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4" Type="http://schemas.openxmlformats.org/officeDocument/2006/relationships/slide" Target="slides/slide8.xml"/><Relationship Id="rId25" Type="http://schemas.openxmlformats.org/officeDocument/2006/relationships/slide" Target="slides/slide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72" Type="http://schemas.openxmlformats.org/officeDocument/2006/relationships/slide" Target="slides/slide2.xml"/><Relationship Id="rId73" Type="http://schemas.openxmlformats.org/officeDocument/2006/relationships/slide" Target="slides/slide4.xml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9.xml"/><Relationship Id="rId78" Type="http://schemas.openxmlformats.org/officeDocument/2006/relationships/slide" Target="slides/slide10.xml"/><Relationship Id="rId79" Type="http://schemas.openxmlformats.org/officeDocument/2006/relationships/slide" Target="slides/slide11.xml"/><Relationship Id="rId80" Type="http://schemas.openxmlformats.org/officeDocument/2006/relationships/slide" Target="slides/slide12.xml"/><Relationship Id="rId81" Type="http://schemas.openxmlformats.org/officeDocument/2006/relationships/slide" Target="slides/slide13.xml"/><Relationship Id="rId83" Type="http://schemas.openxmlformats.org/officeDocument/2006/relationships/slide" Target="slides/slide16.xml"/><Relationship Id="rId84" Type="http://schemas.openxmlformats.org/officeDocument/2006/relationships/slide" Target="slides/slide17.xml"/><Relationship Id="rId85" Type="http://schemas.openxmlformats.org/officeDocument/2006/relationships/slide" Target="slides/slide18.xml"/><Relationship Id="rId86" Type="http://schemas.openxmlformats.org/officeDocument/2006/relationships/slide" Target="slides/slide19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7:31–7:37 · LEAD: CONTENT PRESENTER · CENTRAL — the groups depend on this slide</a:t>
            </a:r>
          </a:p>
          <a:p>
            <a:r>
              <a:t>BEATS:</a:t>
            </a:r>
          </a:p>
          <a:p>
            <a:r>
              <a:t>1. This is what each of us will name tonight, so go slowly. Three words; only the first is required.</a:t>
            </a:r>
          </a:p>
          <a:p>
            <a:r>
              <a:t>2. The place: where in my life I want to walk in greater honesty — a relationship, a setting, a part of my day; where growth has stalled. Places sound like: the way I treat my brother; the faith I perform; the resentment I keep feeding; fear winning over trust.</a:t>
            </a:r>
          </a:p>
          <a:p>
            <a:r>
              <a:t>3. The pattern: how it keeps going — not one incident but the habit, the one I have stopped expecting to change.</a:t>
            </a:r>
          </a:p>
          <a:p>
            <a:r>
              <a:t>4. The pull: what draws me back — the want or the fear underneath; what I keep yielding to.</a:t>
            </a:r>
          </a:p>
          <a:p>
            <a:r>
              <a:t>5. Walk the example on the slide through all three, out loud, so the room hears how the three fit together.</a:t>
            </a:r>
          </a:p>
          <a:p>
            <a:r>
              <a:t>6. Then the two lines that make it safe: naming the place is enough — the pattern and the pull are yours to add or keep; and what is never named here — details, anyone else's part, anything about someone in this room.</a:t>
            </a:r>
          </a:p>
          <a:p>
            <a:r>
              <a:t>PRINT: the Evening 5 Breakout Card (Leader Notes folder) — one per group and a spare. It carries this slide, the form, the order and a sample blessing, so the groups have the three words in hand when they are away from the screen.</a:t>
            </a:r>
          </a:p>
          <a:p>
            <a:r>
              <a:t>CUES: Ask 'Questions about the three words?' and wait. Get it clear here, not in the groups. If the groups stay in this room, leave the practice slide up — it carries the three words too.</a:t>
            </a:r>
          </a:p>
          <a:p>
            <a:r>
              <a:t>GUARD: The second of the three required framings — not specific sins: the place, the pattern, the pull.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5 stands deeper in the second box — Connect with Others.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7:00–8:30 · LEAD: BOTH LEADERS</a:t>
            </a:r>
          </a:p>
          <a:p>
            <a:r>
              <a:t>BEATS:</a:t>
            </a:r>
          </a:p>
          <a:p>
            <a:r>
              <a:t>1. Confession-and-restoration night — second-highest-risk after Evening 3. Section 6 re-read beforehand; backup on call 6:30–11:00; tissues in every space; the Breakout Card printed, one per group and a spare.</a:t>
            </a:r>
          </a:p>
          <a:p>
            <a:r>
              <a:t>2. Shape: open, check-in, twelve minutes of teaching (the architecture, then the place, the pattern, the pull), YOUR demo, bridge, 33-minute practice in small groups — by gender by default, pairs or one circle by your judgement (Companion, then parents, then teens), merge and shared blessing, Examen plus the three questions carried home, feedback, close. Quarter 1 ends today.</a:t>
            </a:r>
          </a:p>
          <a:p>
            <a:r>
              <a:t>3. Every parent was pre-briefed this week: own struggles, yes; the marriage's raw material, no; anything about the teen, never without asking the teen privately first.</a:t>
            </a:r>
          </a:p>
          <a:p>
            <a:r>
              <a:t>GUARD: Frame it three times before the split: not specific sins — the place, the pattern, the pull.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7:00–7:08 · LEAD: CONTAINER HOLDER</a:t>
            </a:r>
          </a:p>
          <a:p>
            <a:r>
              <a:t>BEATS:</a:t>
            </a:r>
          </a:p>
          <a:p>
            <a:r>
              <a:t>1. Blessing; container reminder; nothing is required.</a:t>
            </a:r>
          </a:p>
          <a:p>
            <a:r>
              <a:t>2. Say what today is NOT: we will not confess specific sins to each other in detail — scripture does not ask it, and neither do we.</a:t>
            </a:r>
          </a:p>
          <a:p>
            <a:r>
              <a:t>3. Say what it IS: each of us names one place where we want to walk in greater honesty; the circle speaks a blessing of restoration; about three minutes per person; parents first, on purpose.</a:t>
            </a:r>
          </a:p>
          <a:p>
            <a:r>
              <a:t>4. 'Teens, you choose your depth, and the pass is always real. The Spirit does the work; we hold the space.'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7:08–7:25 · LEAD: CONTAINER HOLDER</a:t>
            </a:r>
          </a:p>
          <a:p>
            <a:r>
              <a:t>BEATS:</a:t>
            </a:r>
          </a:p>
          <a:p>
            <a:r>
              <a:t>1. Ninety seconds: one sentence on how the one-friendship, one-condition practice landed; the arranged parent starts.</a:t>
            </a:r>
          </a:p>
          <a:p>
            <a:r>
              <a:t>2. Take 2–3 voluntary contributions. Do not ask for more; move on.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7:25–7:31 · LEAD: CONTENT PRESENTER</a:t>
            </a:r>
          </a:p>
          <a:p>
            <a:r>
              <a:t>BEATS:</a:t>
            </a:r>
          </a:p>
          <a:p>
            <a:r>
              <a:t>1. Read James 5:16 and 1 John 1:9 aloud, slowly, from the physical Bible.</a:t>
            </a:r>
          </a:p>
          <a:p>
            <a:r>
              <a:t>2. Two angles: 1 John is vertical, with full assurance — the cross secured it (1 John 1:7); James is horizontal, in community, for healing. Most Christians never enter James 5:16; today we do, carefully and at age.</a:t>
            </a:r>
          </a:p>
          <a:p>
            <a:r>
              <a:t>3. Say the parents-first rationale plainly: the older generation owes the younger the demonstration — a teen should never be asked to be braver than their parents were three minutes earlier.</a:t>
            </a:r>
          </a:p>
          <a:p>
            <a:r>
              <a:t>GUARD: Not Catholic-sacramental confession — a Protestant small group doing what James 5:16 says. 'The place, not the details' — this is one of the three required framings; keep count. The next slide unpacks it.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7:37–7:42 · LEAD: CONTENT PRESENTER</a:t>
            </a:r>
          </a:p>
          <a:p>
            <a:r>
              <a:t>BEATS:</a:t>
            </a:r>
          </a:p>
          <a:p>
            <a:r>
              <a:t>1. Stand; eye contact across the room. Offer the sample pattern first so nobody has to invent the form: a worked example of the naming and of the blessing back (on the slide). 'The place where I want to walk in greater honesty is ___.' One place, specific, real but not graphic.</a:t>
            </a:r>
          </a:p>
          <a:p>
            <a:r>
              <a:t>2. Pause; a PRE-ARRANGED Co-Companion speaks the three-sentence blessing back.</a:t>
            </a:r>
          </a:p>
          <a:p>
            <a:r>
              <a:t>3. Receive it — no deflecting, no joking, no minimizing. 'Thank you.' Sit down.</a:t>
            </a:r>
          </a:p>
          <a:p>
            <a:r>
              <a:t>4. Close: 'That is the practice. Parents first, then teens. Yours doesn't have to look like mine. Three minutes per person.'</a:t>
            </a:r>
          </a:p>
          <a:p>
            <a:r>
              <a:t>SUB: The demo is the leader's own material. Name YOUR one real place, written and rehearsed this week — never borrow the founder's — and arrange your blessing-giver before the session.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7:42–7:43 · LEAD: CONTENT PRESENTER · TRANSITION</a:t>
            </a:r>
          </a:p>
          <a:p>
            <a:r>
              <a:t>BEATS:</a:t>
            </a:r>
          </a:p>
          <a:p>
            <a:r>
              <a:t>1. Three things: the prompts are scaffolding — use or ignore; the blessing card has the form — specific, short, witnessed; the container holds — nothing leaves the group, especially this week.</a:t>
            </a:r>
          </a:p>
          <a:p>
            <a:r>
              <a:t>2. Restate the order: Companion first, then the parents, then the teens — teens' depth is theirs; pass always allowed.</a:t>
            </a:r>
          </a:p>
          <a:p>
            <a:r>
              <a:t>3. Name the groups and where each meets; hand each group's holder a Breakout Card; pray and send.</a:t>
            </a:r>
          </a:p>
          <a:p>
            <a:r>
              <a:t>THE GROUPS: small groups by gender are the default — men and boys together, women and girls together. It was the teen leads' call on 7 October, and it worked better than pairs: each person has more than one witness, and the parents-first order holds inside each group. Pairs, or one circle, are the leaders' judgement for the room that night — its size and makeup, how new people are, who is a guest. Every group has an adult and a named holder who keeps the time and the order; the two-adult rule holds for any teen. A guest joins a group like anyone else and may pass.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7:43–8:16 · LEAD: CONTENT PRESENTER · SMALL GROUPS</a:t>
            </a:r>
          </a:p>
          <a:p>
            <a:r>
              <a:t>BEATS:</a:t>
            </a:r>
          </a:p>
          <a:p>
            <a:r>
              <a:t>1. Ninety seconds of silence to settle — the silence is part of the practice.</a:t>
            </a:r>
          </a:p>
          <a:p>
            <a:r>
              <a:t>2. The parents go first in every group (3 min each), own struggles only, within the rails; then the teens at their own depth — pass honored without a flicker. A teen blessing their own parent is one of the best things this night produces.</a:t>
            </a:r>
          </a:p>
          <a:p>
            <a:r>
              <a:t>3. Pace: three minutes per person, with a short blessing after each; a group of five runs about twenty-five minutes, so a group of six or more runs 2.5 from the start, not discovered at 8:00. Never skip anyone — compress before you cut.</a:t>
            </a:r>
          </a:p>
          <a:p>
            <a:r>
              <a:t>4. Close with one to two minutes of held silence.</a:t>
            </a:r>
          </a:p>
          <a:p>
            <a:r>
              <a:t>GUARD: Detailed sin disclosure gets the gentle redirect — 'the practice is the place, not the details.' A parent drifting past the rails: 'The rest belongs to the 1:1.' Watch the teens' faces during the parents' turns, not the confessing parent — weight received is a Settle Protocol matter; check in before anyone leaves the building.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8:16–8:20 · LEAD: CONTAINER HOLDER</a:t>
            </a:r>
          </a:p>
          <a:p>
            <a:r>
              <a:t>BEATS:</a:t>
            </a:r>
          </a:p>
          <a:p>
            <a:r>
              <a:t>1. Settle the room. One word each on what today was like IN YOUR BODY — 'heavy', 'lighter', 'held', 'tender'; the arranged parent starts.</a:t>
            </a:r>
          </a:p>
          <a:p>
            <a:r>
              <a:t>2. Speak the one corporate blessing of restoration over the whole room (script in the plan): real places named, restoration prayed into each, courage carried to evenings morning when the place will still be the place.</a:t>
            </a:r>
          </a:p>
          <a:p>
            <a:r>
              <a:t>GUARD: Nothing from any group is asked for or repeated.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8:20–8:24 · LEAD: CONTENT PRESENTER</a:t>
            </a:r>
          </a:p>
          <a:p>
            <a:r>
              <a:t>BEATS:</a:t>
            </a:r>
          </a:p>
          <a:p>
            <a:r>
              <a:t>1. Parent Co-Companion leads. Five-Minute Examen each evening: thank Him for one specific thing; notice one place you saw God moving; ask Him about one place you walked in less honesty than you wanted today.</a:t>
            </a:r>
          </a:p>
          <a:p>
            <a:r>
              <a:t>2. No fixing — just notice; the Spirit does the work. Carried through the two weeks; the daily morning and evening questions continue.</a:t>
            </a:r>
          </a:p>
          <a:p>
            <a:r>
              <a:t>3. The three reflection questions ride home as a thinking point — next slide but two.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8:20–8:24 · LEAD: CONTENT PRESENTER</a:t>
            </a:r>
          </a:p>
          <a:p>
            <a:r>
              <a:t>BEATS:</a:t>
            </a:r>
          </a:p>
          <a:p>
            <a:r>
              <a:t>1. After the Examen: 'three questions ride home tonight — they are printed on your Road So Far sheet; no deadline, nothing to prepare. Just something to think on.'</a:t>
            </a:r>
          </a:p>
          <a:p>
            <a:r>
              <a:t>2. Read the three slowly. Then the runway for the quiet ones: 'some of you think best in the quiet — that's why they go home two weeks.'</a:t>
            </a:r>
          </a:p>
          <a:p>
            <a:r>
              <a:t>3. Frame it as the round the room already knows, grown one size: the leader's questions, asked of all of us — about the group, never any one person. Next evening, we talk.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8:24–8:28 · LEAD: BOTH LEADERS</a:t>
            </a:r>
          </a:p>
          <a:p>
            <a:r>
              <a:t>BEATS:</a:t>
            </a:r>
          </a:p>
          <a:p>
            <a:r>
              <a:t>1. Your three things first; then the room's two questions; receive without defending — 'thank you.'</a:t>
            </a:r>
          </a:p>
          <a:p>
            <a:r>
              <a:t>2. On a night this heavy, read the room — a quiet, brief running usually lands better than skipping: the leader asking 'what would you do differently?' minutes after everyone confessed is the same muscle the room just practiced.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E5 · 8:28–8:30 · LEAD: CONTAINER HOLDER</a:t>
            </a:r>
          </a:p>
          <a:p>
            <a:r>
              <a:t>BEATS:</a:t>
            </a:r>
          </a:p>
          <a:p>
            <a:r>
              <a:t>1. 'Today's container is heavier than usual. We hold it tighter than usual.' Nothing leaves the group.</a:t>
            </a:r>
          </a:p>
          <a:p>
            <a:r>
              <a:t>2. Name the follow-up door: email, text, knock — the team is here.</a:t>
            </a:r>
          </a:p>
          <a:p>
            <a:r>
              <a:t>3. Aaronic blessing. 'Go gently. Today closes the quarter — carry the Examen through the two weeks, and bring the three questions with you; next evening, we talk.'</a:t>
            </a:r>
          </a:p>
          <a:p>
            <a:r>
              <a:t>CUES: Do not pack up — stay accessible at least ten minutes; this night produces door conversations more than any other.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QUARTER 2 · pre-session · DIVIDER</a:t>
            </a:r>
          </a:p>
          <a:p>
            <a:r>
              <a:t>On screen as families arrive for the quarter's first evening. Greet at the door — the slide holds the room.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5-bra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310" y="822960"/>
            <a:ext cx="3909060" cy="52120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5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Safe and Brave Together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Confession and restoration in an age-appropriate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5 stands deeper in the second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Others</a:t>
            </a:r>
            <a:r>
              <a:rPr sz="1800" b="0">
                <a:solidFill>
                  <a:srgbClr val="222B22"/>
                </a:solidFill>
                <a:latin typeface="Calibri"/>
              </a:rPr>
              <a:t>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5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normAutofit fontScale="77000" lnSpcReduction="10000"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1   </a:t>
            </a:r>
            <a:r>
              <a:rPr sz="24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2   </a:t>
            </a:r>
            <a:r>
              <a:rPr sz="2400">
                <a:solidFill>
                  <a:srgbClr val="222B22"/>
                </a:solidFill>
                <a:latin typeface="Calibri"/>
              </a:rPr>
              <a:t>Wk 5 check-in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3   </a:t>
            </a:r>
            <a:r>
              <a:rPr sz="2400">
                <a:solidFill>
                  <a:srgbClr val="222B22"/>
                </a:solidFill>
                <a:latin typeface="Calibri"/>
              </a:rPr>
              <a:t>James 5:16 and 1 John 1:9 — confession as architecture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4   </a:t>
            </a:r>
            <a:r>
              <a:rPr sz="2400">
                <a:solidFill>
                  <a:srgbClr val="222B22"/>
                </a:solidFill>
                <a:latin typeface="Calibri"/>
              </a:rPr>
              <a:t>The place, the pattern, the pull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5   </a:t>
            </a:r>
            <a:r>
              <a:rPr sz="2400">
                <a:solidFill>
                  <a:srgbClr val="222B22"/>
                </a:solidFill>
                <a:latin typeface="Calibri"/>
              </a:rPr>
              <a:t>Companion demo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6   </a:t>
            </a:r>
            <a:r>
              <a:rPr sz="2400">
                <a:solidFill>
                  <a:srgbClr val="222B22"/>
                </a:solidFill>
                <a:latin typeface="Calibri"/>
              </a:rPr>
              <a:t>Bridge to the groups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7   </a:t>
            </a:r>
            <a:r>
              <a:rPr sz="2400">
                <a:solidFill>
                  <a:srgbClr val="222B22"/>
                </a:solidFill>
                <a:latin typeface="Calibri"/>
              </a:rPr>
              <a:t>Confession-and-restoration in small groups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8   </a:t>
            </a:r>
            <a:r>
              <a:rPr sz="2400">
                <a:solidFill>
                  <a:srgbClr val="222B22"/>
                </a:solidFill>
                <a:latin typeface="Calibri"/>
              </a:rPr>
              <a:t>Merge and shared blessing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9   </a:t>
            </a:r>
            <a:r>
              <a:rPr sz="2400">
                <a:solidFill>
                  <a:srgbClr val="222B22"/>
                </a:solidFill>
                <a:latin typeface="Calibri"/>
              </a:rPr>
              <a:t>Between-session practice + the room’s question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10   </a:t>
            </a:r>
            <a:r>
              <a:rPr sz="24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11   </a:t>
            </a:r>
            <a:r>
              <a:rPr sz="24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4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“Last week we did the friendship audit and committed to one condition, one friendship, one week.”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“One sentence about how that practice landed.” — an arranged parent starts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or three voices is plenty — optional, no pressure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Confession as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Two verses, two angles — 1 John 1:9 is vertical: confession to God, with full assurance. James 5:16 is horizontal: confession to one another, for healing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Most Christians live in 1 John 1:9 and never enter James 5:16. Tonight we enter it carefully and at age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Patterns we hide from each other tend to keep their grip — bringing them into the light, in front of trusted people, is part of what breaks it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Not detailed sin disclosure — each person names ONE place where they want to walk in greater honesty: the place, the pattern, the pull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parents go first in every group — the older generation owes the younger the demonstration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After each naming, the group speaks a specific blessing of restoration — about three minutes per person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3694176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JAMES 5:16 · 1 JOHN 1:9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“Therefore, confess your sins to one another and pray for one another, that you may be healed. The prayer of a righteous person has great power as it is working.”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“If we confess our sins, he is faithful and just to forgive us our sins and to cleanse us from all unrighteousness.”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Place, the Pattern, the Pull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200"/>
              </a:spcAft>
            </a:pPr>
            <a:r>
              <a:rPr sz="21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100" b="1" i="0">
                <a:solidFill>
                  <a:srgbClr val="222B22"/>
                </a:solidFill>
                <a:latin typeface="Calibri"/>
              </a:rPr>
              <a:t>The place</a:t>
            </a:r>
            <a:r>
              <a:rPr sz="2100" b="0" i="0">
                <a:solidFill>
                  <a:srgbClr val="222B22"/>
                </a:solidFill>
                <a:latin typeface="Calibri"/>
              </a:rPr>
              <a:t> — where you want to walk in greater honesty; where growth has stalled</a:t>
            </a:r>
          </a:p>
          <a:p>
            <a:pPr marL="274320" indent="-274320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  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e.g. how I talk about people who aren’t in the room</a:t>
            </a:r>
          </a:p>
          <a:p>
            <a:pPr marL="342900" indent="-342900">
              <a:spcAft>
                <a:spcPts val="200"/>
              </a:spcAft>
            </a:pPr>
            <a:r>
              <a:rPr sz="21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100" b="1" i="0">
                <a:solidFill>
                  <a:srgbClr val="222B22"/>
                </a:solidFill>
                <a:latin typeface="Calibri"/>
              </a:rPr>
              <a:t>The pattern</a:t>
            </a:r>
            <a:r>
              <a:rPr sz="2100" b="0" i="0">
                <a:solidFill>
                  <a:srgbClr val="222B22"/>
                </a:solidFill>
                <a:latin typeface="Calibri"/>
              </a:rPr>
              <a:t> — how it keeps going: not one time, the habit you’ve stopped expecting to change</a:t>
            </a:r>
          </a:p>
          <a:p>
            <a:pPr marL="274320" indent="-274320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  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e.g. when I feel left out, I get clever at someone’s expense</a:t>
            </a:r>
          </a:p>
          <a:p>
            <a:pPr marL="342900" indent="-342900">
              <a:spcAft>
                <a:spcPts val="200"/>
              </a:spcAft>
            </a:pPr>
            <a:r>
              <a:rPr sz="21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100" b="1" i="0">
                <a:solidFill>
                  <a:srgbClr val="222B22"/>
                </a:solidFill>
                <a:latin typeface="Calibri"/>
              </a:rPr>
              <a:t>The pull</a:t>
            </a:r>
            <a:r>
              <a:rPr sz="2100" b="0" i="0">
                <a:solidFill>
                  <a:srgbClr val="222B22"/>
                </a:solidFill>
                <a:latin typeface="Calibri"/>
              </a:rPr>
              <a:t> — what draws you back: the want or the fear underneath</a:t>
            </a:r>
          </a:p>
          <a:p>
            <a:pPr marL="274320" indent="-274320">
              <a:spcAft>
                <a:spcPts val="12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  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e.g. I want to be on the inside</a:t>
            </a:r>
          </a:p>
          <a:p>
            <a:pPr marL="274320" indent="-274320">
              <a:spcAft>
                <a:spcPts val="600"/>
              </a:spcAft>
            </a:pPr>
            <a:r>
              <a:rPr sz="21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222B22"/>
                </a:solidFill>
                <a:latin typeface="Calibri"/>
              </a:rPr>
              <a:t>Naming the place is enough. </a:t>
            </a:r>
            <a:r>
              <a:rPr sz="2100" b="0" i="0">
                <a:solidFill>
                  <a:srgbClr val="222B22"/>
                </a:solidFill>
                <a:latin typeface="Calibri"/>
              </a:rPr>
              <a:t>The pattern and the pull are yours to add — or to keep.</a:t>
            </a:r>
          </a:p>
          <a:p>
            <a:pPr marL="274320" indent="-274320">
              <a:spcAft>
                <a:spcPts val="600"/>
              </a:spcAft>
            </a:pPr>
            <a:r>
              <a:rPr sz="21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222B22"/>
                </a:solidFill>
                <a:latin typeface="Calibri"/>
              </a:rPr>
              <a:t>Never named here: </a:t>
            </a:r>
            <a:r>
              <a:rPr sz="2100" b="0" i="0">
                <a:solidFill>
                  <a:srgbClr val="222B22"/>
                </a:solidFill>
                <a:latin typeface="Calibri"/>
              </a:rPr>
              <a:t>the details of what happened, anyone else’s part, anything about someone in this room.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Companion 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>
            <a:normAutofit fontScale="80000" lnSpcReduction="10000"/>
          </a:bodyPr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Lead Companion does the practice in front of the whole room — this sets the depth and the form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For example: “The place where I want to walk in greater honesty is how I speak about people who aren’t in the room.” — and the blessing back: “What I bless in you is the courage it took to name that. May God meet you there.”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Pause. A pre-arranged Co-Companion speaks a brief blessing of restoration back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For example: “In the name of Jesus, we pray restoration over the place you named — may its grip break, and may honesty grow where it held.”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Receive it — no deflecting, no joking, no minimizing. “Thank you.”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“That is the practice. You will do it in your group — parents first, then teens. Yours doesn’t have to look like mine.”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Groups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“Take what helps from the prompts. You don’t have to use any of them.”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blessing card — specific, short, witnessed: “In the name of Jesus, we pray restoration over...”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“The container holds. Nothing leaves the group. Not even back to the main room. Especially this week.”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Confession and Restoration in small groups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Ninety seconds of silence to settle in — the silence is part of the practice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parents go first in every group — own struggles only, within the rails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teens — each names one place at whatever depth they choose. Pass is real, honored without a flicker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form: “The place where I want to walk in greater honesty before God is ______.” Add the pattern or the pull if you want to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After each naming, a brief specific blessing — a teen blessing their own parent is one of the best things this night can produce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silence — “We have named real things tonight. Let’s sit with what was said.”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clear sunlit water over st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95" y="1463040"/>
            <a:ext cx="3289896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Shared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What happened in your group stays in your group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“One word about what tonight was like in your body. ‘Heavy.’ ‘Lighter.’ ‘Held.’ ‘Tender.’ ‘Surprised.’” — an arranged parent starts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one shared blessing of restoration over the whole room — “Hands up if you want”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“We pray restoration into every place that was named... Holy Spirit, walk my brothers and sisters home.”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the Five-Minute Examen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Five-Minute Examen — five minutes with God each evening, before bed, carried through the two weeks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Thank Him for one specific thing from the day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Notice one place where you saw God moving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Ask Him about one place where you walked in less honesty than you wanted to today — just notice. No fixing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s6_par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668" y="1463040"/>
            <a:ext cx="5162358" cy="3897581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Three Questions, Carried Home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sp>
        <p:nvSpPr>
          <p:cNvPr id="290" name="RoomQuestion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222B22"/>
                </a:solidFill>
                <a:latin typeface="Calibri"/>
              </a:rPr>
              <a:t>Every week we close the same way — the leader’s reflection, then the room’s. Tonight the same questions ride home with all of us — not a survey, just something to think on: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What’s working well that we ought to keep doing?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could we do differently that would make things even better?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would you tell somebody else about what this group is like?</a:t>
            </a:r>
          </a:p>
          <a:p>
            <a:pPr algn="l">
              <a:spcBef>
                <a:spcPts val="1300"/>
              </a:spcBef>
              <a:spcAft>
                <a:spcPts val="1000"/>
              </a:spcAft>
            </a:pPr>
            <a:r>
              <a:rPr sz="1600" b="0" i="1">
                <a:solidFill>
                  <a:srgbClr val="222B22"/>
                </a:solidFill>
                <a:latin typeface="Calibri"/>
              </a:rPr>
              <a:t>They are on your Road So Far sheet. Nothing to prepare. The group, never any one person. Next evening, we talk.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Quarter 2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Connect with God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Evenings 6 · 7 · 8  —  three evenings, every other Tuesday · PROAPT, the Garden, Any Doubts?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98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