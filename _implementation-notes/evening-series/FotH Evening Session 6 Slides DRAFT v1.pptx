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26" y="1463040"/>
            <a:ext cx="7013642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