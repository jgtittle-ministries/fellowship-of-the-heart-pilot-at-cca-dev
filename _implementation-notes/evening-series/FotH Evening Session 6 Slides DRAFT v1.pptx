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 of silence to settle — the silence is part of the practice.</a:t>
            </a:r>
          </a:p>
          <a:p>
            <a:r>
              <a:rPr lang="en-US" sz="1200"/>
              <a:t>2. The parent goes first in every pair (3 min),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8:00.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(Current-condition walk: no quarter break and no paper Pulse — the three reflection questions ride home as a thinking point, next slide but two.)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pair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in every pair: the parent first,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pair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