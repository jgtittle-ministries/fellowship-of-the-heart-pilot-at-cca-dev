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550" r:id="rId25"/>
    <p:sldId id="274" r:id="rId73"/>
    <p:sldId id="371" r:id="rId74"/>
    <p:sldId id="372" r:id="rId75"/>
    <p:sldId id="373" r:id="rId76"/>
    <p:sldId id="553" r:id="rId24"/>
    <p:sldId id="374" r:id="rId77"/>
    <p:sldId id="375" r:id="rId78"/>
    <p:sldId id="376" r:id="rId79"/>
    <p:sldId id="377" r:id="rId80"/>
    <p:sldId id="378" r:id="rId81"/>
    <p:sldId id="551" r:id="rId26"/>
    <p:sldId id="552" r:id="rId27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8.xml"/><Relationship Id="rId25" Type="http://schemas.openxmlformats.org/officeDocument/2006/relationships/slide" Target="slides/slide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72" Type="http://schemas.openxmlformats.org/officeDocument/2006/relationships/slide" Target="slides/slide2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9.xml"/><Relationship Id="rId78" Type="http://schemas.openxmlformats.org/officeDocument/2006/relationships/slide" Target="slides/slide10.xml"/><Relationship Id="rId79" Type="http://schemas.openxmlformats.org/officeDocument/2006/relationships/slide" Target="slides/slide11.xml"/><Relationship Id="rId80" Type="http://schemas.openxmlformats.org/officeDocument/2006/relationships/slide" Target="slides/slide12.xml"/><Relationship Id="rId81" Type="http://schemas.openxmlformats.org/officeDocument/2006/relationships/slide" Target="slides/slide13.xml"/><Relationship Id="rId83" Type="http://schemas.openxmlformats.org/officeDocument/2006/relationships/slide" Target="slides/slide16.xml"/><Relationship Id="rId84" Type="http://schemas.openxmlformats.org/officeDocument/2006/relationships/slide" Target="slides/slide17.xml"/><Relationship Id="rId85" Type="http://schemas.openxmlformats.org/officeDocument/2006/relationships/slide" Target="slides/slide18.xml"/><Relationship Id="rId86" Type="http://schemas.openxmlformats.org/officeDocument/2006/relationships/slide" Target="slides/slide19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7:31–7:37 · LEAD: CONTENT PRESENTER · CENTRAL — the groups depend on this slide</a:t>
            </a:r>
          </a:p>
          <a:p>
            <a:r>
              <a:t>BEATS:</a:t>
            </a:r>
          </a:p>
          <a:p>
            <a:r>
              <a:t>1. This is what each of us will name tonight, so go slowly. Three words; only the first is required.</a:t>
            </a:r>
          </a:p>
          <a:p>
            <a:r>
              <a:t>2. The place: where in my life I want to walk in greater honesty — a relationship, a setting, a part of my day; where growth has stalled. Places sound like: the way I treat my brother; the faith I perform; the resentment I keep feeding; fear winning over trust.</a:t>
            </a:r>
          </a:p>
          <a:p>
            <a:r>
              <a:t>3. The pattern: how it keeps going — not one incident but the habit, the one I have stopped expecting to change.</a:t>
            </a:r>
          </a:p>
          <a:p>
            <a:r>
              <a:t>4. The pull: what draws me back — the want or the fear underneath; what I keep yielding to.</a:t>
            </a:r>
          </a:p>
          <a:p>
            <a:r>
              <a:t>5. Walk the example on the slide through all three, out loud, so the room hears how the three fit together.</a:t>
            </a:r>
          </a:p>
          <a:p>
            <a:r>
              <a:t>6. Then the two lines that make it safe: naming the place is enough — the pattern and the pull are yours to add or keep; and what is never named here — details, anyone else's part, anything about someone in this room.</a:t>
            </a:r>
          </a:p>
          <a:p>
            <a:r>
              <a:t>PRINT: the Session 6 Breakout Card (Leader Notes folder) — one per group and a spare. It carries this slide, the form, the order and a sample blessing, so the groups have the three words in hand when they are away from the screen.</a:t>
            </a:r>
          </a:p>
          <a:p>
            <a:r>
              <a:t>CUES: Ask 'Questions about the three words?' and wait. Get it clear here, not in the groups. If the groups stay in this room, leave the practice slide up — it carries the three words too.</a:t>
            </a:r>
          </a:p>
          <a:p>
            <a:r>
              <a:t>GUARD: The second of the three required framings — not specific sins: the place, the pattern, the pull.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6 stands deeper in the second box — Connect with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7:00–8:30 · LEAD: BOTH LEADERS</a:t>
            </a:r>
          </a:p>
          <a:p>
            <a:r>
              <a:t>BEATS:</a:t>
            </a:r>
          </a:p>
          <a:p>
            <a:r>
              <a:t>1. Confession-and-restoration night — second-highest-risk after Weeks 3–4. Section 6 re-read beforehand; backup on call 6:30–11:00; tissues in every space; the Breakout Card printed, one per group and a spare.</a:t>
            </a:r>
          </a:p>
          <a:p>
            <a:r>
              <a:t>2. Shape: open, check-in, twelve minutes of teaching (the architecture, then the place, the pattern, the pull), YOUR demo, bridge, 33-minute practice in small groups — by gender by default, pairs or one circle by your judgement (Companion, then parents, then teens), merge and shared blessing, Examen plus the three questions carried home, feedback, close. Quarter 1 ends today.</a:t>
            </a:r>
          </a:p>
          <a:p>
            <a:r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7:00–7:08 · LEAD: CONTAINER HOLDER</a:t>
            </a:r>
          </a:p>
          <a:p>
            <a:r>
              <a:t>BEATS:</a:t>
            </a:r>
          </a:p>
          <a:p>
            <a:r>
              <a:t>1. Blessing; container reminder; nothing is required.</a:t>
            </a:r>
          </a:p>
          <a:p>
            <a:r>
              <a:t>2. Say what today is NOT: we will not confess specific sins to each other in detail — scripture does not ask it, and neither do we.</a:t>
            </a:r>
          </a:p>
          <a:p>
            <a:r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t>4. 'Teens, you choose your depth, and the pass is always real. The Spirit does the work; we hold the space.'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seconds: one sentence on how the one-friendship, one-condition practice landed; the arranged parent starts.</a:t>
            </a:r>
          </a:p>
          <a:p>
            <a:r>
              <a:rPr lang="en-US" sz="1200"/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7:25–7:31 · LEAD: CONTENT PRESENTER</a:t>
            </a:r>
          </a:p>
          <a:p>
            <a:r>
              <a:t>BEATS:</a:t>
            </a:r>
          </a:p>
          <a:p>
            <a:r>
              <a:t>1. Read James 5:16 and 1 John 1:9 aloud, slowly, from the physical Bible.</a:t>
            </a:r>
          </a:p>
          <a:p>
            <a:r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t>3.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t>GUARD: Not Catholic-sacramental confession — a Protestant small group doing what James 5:16 says. 'The place, not the details' — this is one of the three required framings; keep count. The next slide unpacks it.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7:37–7:42 · LEAD: CONTENT PRESENTER</a:t>
            </a:r>
          </a:p>
          <a:p>
            <a:r>
              <a:t>BEATS:</a:t>
            </a:r>
          </a:p>
          <a:p>
            <a:r>
              <a:t>1. Stand; eye contact across the room. Offer the sample pattern first so nobody has to invent the form: a worked example of the naming and of the blessing back (on the slide). 'The place where I want to walk in greater honesty is ___.' One place, specific, real but not graphic.</a:t>
            </a:r>
          </a:p>
          <a:p>
            <a:r>
              <a:t>2. Pause; a PRE-ARRANGED Co-Companion speaks the three-sentence blessing back.</a:t>
            </a:r>
          </a:p>
          <a:p>
            <a:r>
              <a:t>3. Receive it — no deflecting, no joking, no minimizing. 'Thank you.' Sit down.</a:t>
            </a:r>
          </a:p>
          <a:p>
            <a:r>
              <a:t>4. Close: 'That is the practice. Parents first, then teens. Yours doesn't have to look like mine. Three minutes per person.'</a:t>
            </a:r>
          </a:p>
          <a:p>
            <a:r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7:42–7:43 · LEAD: CONTENT PRESENTER · TRANSITION</a:t>
            </a:r>
          </a:p>
          <a:p>
            <a:r>
              <a:t>BEATS:</a:t>
            </a:r>
          </a:p>
          <a:p>
            <a:r>
              <a:t>1. Three things: the prompts are scaffolding — use or ignore; the blessing card has the form — specific, short, witnessed; the container holds — nothing leaves the group, especially this week.</a:t>
            </a:r>
          </a:p>
          <a:p>
            <a:r>
              <a:t>2. Restate the order: Companion first, then the parents, then the teens — teens' depth is theirs; pass always allowed.</a:t>
            </a:r>
          </a:p>
          <a:p>
            <a:r>
              <a:t>3. Name the groups and where each meets; hand each group's holder a Breakout Card; pray and send.</a:t>
            </a:r>
          </a:p>
          <a:p>
            <a:r>
              <a:t>THE GROUPS: small groups by gender are the default — men and boys together, women and girls together. It was the teen leads' call on 7 October, and it worked better than pairs: each person has more than one witness, and the parents-first order holds inside each group. Pairs, or one circle, are the leaders' judgement for the room that night — its size and makeup, how new people are, who is a guest. Every group has an adult and a named holder who keeps the time and the order; the two-adult rule holds for any teen. A guest joins a group like anyone else and may pass.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7:43–8:16 · LEAD: CONTENT PRESENTER · SMALL GROUPS</a:t>
            </a:r>
          </a:p>
          <a:p>
            <a:r>
              <a:t>BEATS:</a:t>
            </a:r>
          </a:p>
          <a:p>
            <a:r>
              <a:t>1. Ninety seconds of silence to settle — the silence is part of the practice.</a:t>
            </a:r>
          </a:p>
          <a:p>
            <a:r>
              <a:t>2. The parents go first in every group (3 min each), own struggles only, within the rails; then the teens at their own depth — pass honored without a flicker. A teen blessing their own parent is one of the best things this night produces.</a:t>
            </a:r>
          </a:p>
          <a:p>
            <a:r>
              <a:t>3. Pace: three minutes per person, with a short blessing after each; a group of five runs about twenty-five minutes, so a group of six or more runs 2.5 from the start, not discovered at 8:00. Never skip anyone — compress before you cut.</a:t>
            </a:r>
          </a:p>
          <a:p>
            <a:r>
              <a:t>4. Close with one to two minutes of held silence.</a:t>
            </a:r>
          </a:p>
          <a:p>
            <a:r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8:16–8:20 · LEAD: CONTAINER HOLDER</a:t>
            </a:r>
          </a:p>
          <a:p>
            <a:r>
              <a:t>BEATS:</a:t>
            </a:r>
          </a:p>
          <a:p>
            <a:r>
              <a:t>1. Settle the room. One word each on what today was like IN YOUR BODY — 'heavy', 'lighter', 'held', 'tender'; the arranged parent starts.</a:t>
            </a:r>
          </a:p>
          <a:p>
            <a:r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t>GUARD: Nothing from any group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t>2. No fixing — just notice; the Spirit does the work. Carried through the two weeks; the daily morning and evening questions continue.</a:t>
            </a:r>
          </a:p>
          <a:p>
            <a:r>
              <a:t>3. The three reflection questions ride home as a thinking point — next slide but two.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After the Examen: 'three questions ride home tonight — they are printed on your Road So Far sheet; no deadline, nothing to prepare. Just something to think on.'</a:t>
            </a:r>
          </a:p>
          <a:p>
            <a:r>
              <a:t>2. Read the three slowly. Then the runway for the quiet ones: 'some of you think best in the quiet — that's why they go home two weeks.'</a:t>
            </a:r>
          </a:p>
          <a:p>
            <a:r>
              <a:t>3. Frame it as the round the room already knows, grown one size: the leader's questions, asked of all of us — about the group, never any one person. Next evening, we talk.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first; then the room's two questions; receive without defending — 'thank you.'</a:t>
            </a:r>
          </a:p>
          <a:p>
            <a:r>
              <a:rPr lang="en-US" sz="1200"/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8:28–8:30 · LEAD: CONTAINER HOLDER</a:t>
            </a:r>
          </a:p>
          <a:p>
            <a:r>
              <a:t>BEATS:</a:t>
            </a:r>
          </a:p>
          <a:p>
            <a:r>
              <a:t>1. 'Today's container is heavier than usual. We hold it tighter than usual.' Nothing leaves the group.</a:t>
            </a:r>
          </a:p>
          <a:p>
            <a:r>
              <a:t>2. Name the follow-up door: email, text, knock — the team is here.</a:t>
            </a:r>
          </a:p>
          <a:p>
            <a:r>
              <a:t>3. Aaronic blessing. 'Go gently. Today closes the quarter — carry the Examen through the two weeks, and bring the three questions with you; next evening, we talk.'</a:t>
            </a:r>
          </a:p>
          <a:p>
            <a:r>
              <a:t>CUES: Do not pack up — stay accessible at least ten minutes; this night produces door conversations more than any other.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QUARTER 2 · pre-session · DIVIDER</a:t>
            </a:r>
          </a:p>
          <a:p>
            <a:r>
              <a:t>On screen as families arrive for the quarter's first evening.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Relationship Id="rId5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6 stands deeper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normAutofit fontScale="77000" lnSpcReduction="10000"/>
          </a:bodyPr>
          <a:lstStyle/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The place, the pattern, the pull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Bridge to the groups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Confession-and-restoration in small groups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8   </a:t>
            </a:r>
            <a:r>
              <a:rPr sz="24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9   </a:t>
            </a:r>
            <a:r>
              <a:rPr sz="24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10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11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5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group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group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Place, the Pattern, the Pull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2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The place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 — where you want to walk in greater honesty; where growth has stalled</a:t>
            </a:r>
          </a:p>
          <a:p>
            <a:pPr marL="27432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  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e.g. how I talk about people who aren’t in the room</a:t>
            </a:r>
          </a:p>
          <a:p>
            <a:pPr marL="342900" indent="-342900">
              <a:spcAft>
                <a:spcPts val="2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The pattern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 — how it keeps going: not one time, the habit you’ve stopped expecting to change</a:t>
            </a:r>
          </a:p>
          <a:p>
            <a:pPr marL="27432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  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e.g. when I feel left out, I get clever at someone’s expense</a:t>
            </a:r>
          </a:p>
          <a:p>
            <a:pPr marL="342900" indent="-342900">
              <a:spcAft>
                <a:spcPts val="2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The pull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 — what draws you back: the want or the fear underneath</a:t>
            </a:r>
          </a:p>
          <a:p>
            <a:pPr marL="274320" indent="-274320">
              <a:spcAft>
                <a:spcPts val="12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  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e.g. I want to be on the inside</a:t>
            </a:r>
          </a:p>
          <a:p>
            <a:pPr marL="274320" indent="-274320">
              <a:spcAft>
                <a:spcPts val="6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Naming the place is enough. 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The pattern and the pull are yours to add — or to keep.</a:t>
            </a:r>
          </a:p>
          <a:p>
            <a:pPr marL="274320" indent="-274320">
              <a:spcAft>
                <a:spcPts val="6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Never named here: 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the details of what happened, anyone else’s part, anything about someone in this room.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>
            <a:normAutofit fontScale="80000" lnSpcReduction="10000"/>
          </a:bodyPr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“The place where I want to walk in greater honesty is how I speak about people who aren’t in the room.” — and the blessing back: “What I bless in you is the courage it took to name that. May God meet you there.”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“In the name of Jesus, we pray restoration over the place you named — may its grip break, and may honesty grow where it held.”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group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Groups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group. Not even back to the main room. Especially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small groups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go first in every group —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 Add the pattern or the pull if you want to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group stays in your group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my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two weeks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s6_part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4668" y="1463040"/>
            <a:ext cx="5162358" cy="3897581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the same questions ride home with all of us — not a survey, just something to think on: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They are on your Road So Far sheet. Nothing to prepare. The group, never any one person. Next evening, we talk.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7–8 · 9–10 · 11  —  three evenings, every other Tuesday · PROAPT, the Garden, Any Doubts?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