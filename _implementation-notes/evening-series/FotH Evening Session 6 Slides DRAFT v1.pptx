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8:00.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(Current-condition walk: no quarter break and no paper Pulse — the three reflection questions ride home as a thinking point, next slide but two.)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 Companion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