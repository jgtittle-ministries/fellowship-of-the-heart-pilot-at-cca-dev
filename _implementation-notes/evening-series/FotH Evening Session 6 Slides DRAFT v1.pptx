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3" r:id="rId72"/>
    <p:sldId id="550" r:id="rId25"/>
    <p:sldId id="274" r:id="rId73"/>
    <p:sldId id="371" r:id="rId74"/>
    <p:sldId id="372" r:id="rId75"/>
    <p:sldId id="373" r:id="rId76"/>
    <p:sldId id="374" r:id="rId77"/>
    <p:sldId id="375" r:id="rId78"/>
    <p:sldId id="376" r:id="rId79"/>
    <p:sldId id="377" r:id="rId80"/>
    <p:sldId id="378" r:id="rId81"/>
    <p:sldId id="551" r:id="rId26"/>
    <p:sldId id="552" r:id="rId27"/>
    <p:sldId id="549" r:id="rId83"/>
    <p:sldId id="379" r:id="rId84"/>
    <p:sldId id="380" r:id="rId85"/>
    <p:sldId id="276" r:id="rId8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72" Type="http://schemas.openxmlformats.org/officeDocument/2006/relationships/slide" Target="slides/slide2.xml"/><Relationship Id="rId73" Type="http://schemas.openxmlformats.org/officeDocument/2006/relationships/slide" Target="slides/slide3.xml"/><Relationship Id="rId74" Type="http://schemas.openxmlformats.org/officeDocument/2006/relationships/slide" Target="slides/slide4.xml"/><Relationship Id="rId75" Type="http://schemas.openxmlformats.org/officeDocument/2006/relationships/slide" Target="slides/slide5.xml"/><Relationship Id="rId76" Type="http://schemas.openxmlformats.org/officeDocument/2006/relationships/slide" Target="slides/slide6.xml"/><Relationship Id="rId77" Type="http://schemas.openxmlformats.org/officeDocument/2006/relationships/slide" Target="slides/slide7.xml"/><Relationship Id="rId78" Type="http://schemas.openxmlformats.org/officeDocument/2006/relationships/slide" Target="slides/slide8.xml"/><Relationship Id="rId79" Type="http://schemas.openxmlformats.org/officeDocument/2006/relationships/slide" Target="slides/slide9.xml"/><Relationship Id="rId80" Type="http://schemas.openxmlformats.org/officeDocument/2006/relationships/slide" Target="slides/slide10.xml"/><Relationship Id="rId81" Type="http://schemas.openxmlformats.org/officeDocument/2006/relationships/slide" Target="slides/slide11.xml"/><Relationship Id="rId83" Type="http://schemas.openxmlformats.org/officeDocument/2006/relationships/slide" Target="slides/slide13.xml"/><Relationship Id="rId84" Type="http://schemas.openxmlformats.org/officeDocument/2006/relationships/slide" Target="slides/slide14.xml"/><Relationship Id="rId85" Type="http://schemas.openxmlformats.org/officeDocument/2006/relationships/slide" Target="slides/slide15.xml"/><Relationship Id="rId86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6 stands deeper in the second box — Connect with Others.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Confession-and-restoration night — second-highest-risk after Weeks 3–4. Section 6 re-read beforehand; backup on call 6:30–11:00; tissues in every space.</a:t>
            </a:r>
          </a:p>
          <a:p>
            <a:r>
              <a:rPr lang="en-US" sz="1200"/>
              <a:t>2. Shape: open, check-in, 13-minute teaching, YOUR demo, bridge, 33-minute pair practice (Companion, then parents, then teens), merge and shared blessing, Examen plus Quarterly Pulse, feedback, close. Quarter 1 ends today.</a:t>
            </a:r>
          </a:p>
          <a:p>
            <a:r>
              <a:rPr lang="en-US" sz="1200"/>
              <a:t>3. Every parent was pre-briefed this week: own struggles, yes; the marriage's raw material, no; anything about the teen, never without asking the teen privately first.</a:t>
            </a:r>
          </a:p>
          <a:p>
            <a:r>
              <a:rPr lang="en-US" sz="1200"/>
              <a:t>GUARD: Frame it three times before the split: not specific sins — the place, the pattern, the pull.</a:t>
            </a: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7:00–7:08 · LEAD: CONTAINER HOLDER</a:t>
            </a:r>
          </a:p>
          <a:p>
            <a:r>
              <a:t>BEATS:</a:t>
            </a:r>
          </a:p>
          <a:p>
            <a:r>
              <a:t>1. Blessing; container reminder; nothing is required.</a:t>
            </a:r>
          </a:p>
          <a:p>
            <a:r>
              <a:t>2. Say what today is NOT: we will not confess specific sins to each other in detail — scripture does not ask it, and neither do we.</a:t>
            </a:r>
          </a:p>
          <a:p>
            <a:r>
              <a:t>3. Say what it IS: each of us names one place where we want to walk in greater honesty; the circle speaks a blessing of restoration; about three minutes per person; parents first, on purpose.</a:t>
            </a:r>
          </a:p>
          <a:p>
            <a:r>
              <a:t>4. 'Teens, you choose your depth, and the pass is always real. The Spirit does the work; we hold the space.'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Ninety seconds: one sentence on how the one-friendship, one-condition practice landed; the arranged parent starts.</a:t>
            </a:r>
          </a:p>
          <a:p>
            <a:r>
              <a:rPr lang="en-US" sz="1200"/>
              <a:t>2. Take 2–3 voluntary contributions. Do not ask for more; move on.</a:t>
            </a: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7:25–7:33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James 5:16 and 1 John 1:9 aloud, slowly, from the physical Bible.</a:t>
            </a:r>
          </a:p>
          <a:p>
            <a:r>
              <a:rPr lang="en-US" sz="1200"/>
              <a:t>2. Two angles: 1 John is vertical, with full assurance — the cross secured it (1 John 1:7); James is horizontal, in community, for healing. Most Christians never enter James 5:16; today we do, carefully and at age.</a:t>
            </a:r>
          </a:p>
          <a:p>
            <a:r>
              <a:rPr lang="en-US" sz="1200"/>
              <a:t>3. Give the examples of a 'place': the fear-over-trust pattern, the way I treat my brother, the performed faith, the resentment I keep feeding.</a:t>
            </a:r>
          </a:p>
          <a:p>
            <a:r>
              <a:rPr lang="en-US" sz="1200"/>
              <a:t>4. Say the parents-first rationale plainly: the older generation owes the younger the demonstration — a teen should never be asked to be braver than their parents were three minutes earlier.</a:t>
            </a:r>
          </a:p>
          <a:p>
            <a:r>
              <a:rPr lang="en-US" sz="1200"/>
              <a:t>GUARD: Not Catholic-sacramental confession — a Protestant small group doing what James 5:16 says. 'The place, not the details' — this is one of the three required framings; keep count.</a:t>
            </a: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7:33–7:39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Stand; eye contact across the room. 'The place where I want to walk in greater honesty is ___.' One place, specific, real but not graphic.</a:t>
            </a:r>
          </a:p>
          <a:p>
            <a:r>
              <a:rPr lang="en-US" sz="1200"/>
              <a:t>2. Pause; a PRE-ARRANGED Co-Companion speaks the three-sentence blessing back.</a:t>
            </a:r>
          </a:p>
          <a:p>
            <a:r>
              <a:rPr lang="en-US" sz="1200"/>
              <a:t>3. Receive it — no deflecting, no joking, no minimizing. 'Thank you.' Sit down.</a:t>
            </a:r>
          </a:p>
          <a:p>
            <a:r>
              <a:rPr lang="en-US" sz="1200"/>
              <a:t>4. Close: 'That is the practice. Parents first, then teens. Yours doesn't have to look like mine. Three minutes per person.'</a:t>
            </a:r>
          </a:p>
          <a:p>
            <a:r>
              <a:rPr lang="en-US" sz="1200"/>
              <a:t>SUB: The demo is the leader's own material. Name YOUR one real place, written and rehearsed this week — never borrow the founder's — and arrange your blessing-giver before the session.</a:t>
            </a: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7:39–7:40 · LEAD: CONTENT PRESENTER · TRANSITION</a:t>
            </a:r>
          </a:p>
          <a:p>
            <a:r>
              <a:t>BEATS:</a:t>
            </a:r>
          </a:p>
          <a:p>
            <a:r>
              <a:t>1. Three things: the prompts are scaffolding — use or ignore; the blessing card has the form — specific, short, witnessed; the container holds — nothing leaves the pair, especially this week.</a:t>
            </a:r>
          </a:p>
          <a:p>
            <a:r>
              <a:t>2. Restate the order: Companion first, then the parents, then the teens — teens' depth is theirs; pass always allowed.</a:t>
            </a:r>
          </a:p>
          <a:p>
            <a:r>
              <a:t>3. Pray and send. Ten or fewer: 'We're staying right here — one circle, same order, same rules.'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7:40–8:16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Companion opens with ninety seconds of silence, then goes first (3 min) and receives the pre-assigned blessing.</a:t>
            </a:r>
          </a:p>
          <a:p>
            <a:r>
              <a:rPr lang="en-US" sz="1200"/>
              <a:t>2. Parents next, arranged parent opening, within the rails; then the teens at their own depth — pass honored without a flicker. A teen blessing their own parent is one of the best things this night produces.</a:t>
            </a:r>
          </a:p>
          <a:p>
            <a:r>
              <a:rPr lang="en-US" sz="1200"/>
              <a:t>3. Pace: three minutes per person; a three-family pair runs 2.5 from the start, not discovered at 5:03. Never skip anyone — compress before you cut.</a:t>
            </a:r>
          </a:p>
          <a:p>
            <a:r>
              <a:rPr lang="en-US" sz="1200"/>
              <a:t>4. Close with one to two minutes of held silence.</a:t>
            </a:r>
          </a:p>
          <a:p>
            <a:r>
              <a:rPr lang="en-US" sz="1200"/>
              <a:t>GUARD: Detailed sin disclosure gets the gentle redirect — 'the practice is the place, not the details.' A parent drifting past the rails: 'The rest belongs to the 1:1.' Watch the teens' faces during the parents' turns, not the confessing parent — weight received is a Settle Protocol matter; check in before anyone leaves the building.</a:t>
            </a: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8:16–8:20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Settle the room. One word each on what today was like IN YOUR BODY — 'heavy', 'lighter', 'held', 'tender'; the arranged parent starts.</a:t>
            </a:r>
          </a:p>
          <a:p>
            <a:r>
              <a:rPr lang="en-US" sz="1200"/>
              <a:t>2. Speak the one corporate blessing of restoration over the whole room (script in the plan): real places named, restoration prayed into each, courage carried to evenings morning when the place will still be the place.</a:t>
            </a:r>
          </a:p>
          <a:p>
            <a:r>
              <a:rPr lang="en-US" sz="1200"/>
              <a:t>GUARD: Nothing from any pair is asked for or repeated.</a:t>
            </a: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Parent Co-Companion leads. Five-Minute Examen each evening: thank Him for one specific thing; notice one place you saw God moving; ask Him about one place you walked in less honesty than you wanted today.</a:t>
            </a:r>
          </a:p>
          <a:p>
            <a:r>
              <a:rPr lang="en-US" sz="1200"/>
              <a:t>2. No fixing — just notice; the Spirit does the work. Carried through the quarter break.</a:t>
            </a:r>
          </a:p>
          <a:p>
            <a:r>
              <a:rPr lang="en-US" sz="1200"/>
              <a:t>3. Quarterly Pulse (H6.3) goes home today: three questions, five minutes, signed or anonymous — back in the bin at the Week 7 door.</a:t>
            </a: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After the Examen and the Pulse: 'three questions go home tonight — no paper, no deadline, nothing to prepare.' Frame it as the round the room already knows, grown one size: the leader's questions, asked of all of us.</a:t>
            </a:r>
          </a:p>
          <a:p>
            <a:r>
              <a:rPr lang="en-US" sz="1200"/>
              <a:t>2. Read the three slowly. Then the runway for the quiet ones: 'some of you think best in the quiet — that's why they go home two weeks early.'</a:t>
            </a:r>
          </a:p>
          <a:p>
            <a:r>
              <a:rPr lang="en-US" sz="1200"/>
              <a:t>GUARD: the group, never any one person — said warmly, once. An offer, never an assignment; the journal's Week 6 page carries the questions for anyone who wants to write toward them.</a:t>
            </a:r>
          </a:p>
          <a:p>
            <a:r>
              <a:rPr lang="en-US" sz="1200"/>
              <a:t>ADVANCE CUE: after 'first night back, we talk.'</a:t>
            </a: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first; then the room's two questions; receive without defending — 'thank you.'</a:t>
            </a:r>
          </a:p>
          <a:p>
            <a:r>
              <a:rPr lang="en-US" sz="1200"/>
              <a:t>2. On a night this heavy, read the room — a quiet, brief running usually lands better than skipping: the leader asking 'what would you do differently?' minutes after everyone confessed is the same muscle the room just practiced.</a:t>
            </a: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'Today's container is heavier than usual. We hold it tighter than usual.' Nothing leaves the pair.</a:t>
            </a:r>
          </a:p>
          <a:p>
            <a:r>
              <a:rPr lang="en-US" sz="1200"/>
              <a:t>2. Name the follow-up door: email, text, knock — the team is here.</a:t>
            </a:r>
          </a:p>
          <a:p>
            <a:r>
              <a:rPr lang="en-US" sz="1200"/>
              <a:t>3. Aaronic blessing. 'Go gently. Today closes the quarter — carry the Examen through the break; bring the Pulse back to the Week 7 door.'</a:t>
            </a:r>
          </a:p>
          <a:p>
            <a:r>
              <a:rPr lang="en-US" sz="1200"/>
              <a:t>CUES: Do not pack up — stay accessible at least ten minutes; this night produces door conversations more than any other.</a:t>
            </a: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QUARTER 2 · pre-session · DIVIDER</a:t>
            </a:r>
          </a:p>
          <a:p>
            <a:r>
              <a:rPr lang="en-US" sz="1200"/>
              <a:t>On screen as families arrive for the quarter's first evenings. Greet at the door — the slide holds the room.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1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2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5-brav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2310" y="822960"/>
            <a:ext cx="3909060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6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Safe and Brave Together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Confession and restoration in an age-appropriate community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6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Wk 5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James 5:16 and 1 John 1:9 — confession as architecture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Companion demo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Confession-and-restoration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shared blessing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Between-session practice + the room’s question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5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“Last week we did the friendship audit and committed to one condition, one friendship, one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about how that practice landed.”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or three voices is plenty — optional, no pressure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Confession as Architecture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Two verses, two angles — 1 John 1:9 is vertical: confession to God, with full assurance. James 5:16 is horizontal: confession to one another, for healing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Most Christians live in 1 John 1:9 and never enter James 5:16. Tonight we enter it carefully and at age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Patterns we hide from each other tend to keep their grip — bringing them into the light, in front of trusted people, is part of what breaks it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Not detailed sin disclosure — each person names ONE place where they want to walk in greater honesty: the place, the pattern, the pull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parents go first in every pair — the older generation owes the younger the demonstration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After each naming, the circle speaks a specific blessing of restoration — about three minutes per person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694176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JAMES 5:16 · 1 JOHN 1:9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“Therefore, confess your sins to one another and pray for one another, that you may be healed. The prayer of a righteous person has great power as it is working.”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“If we confess our sins, he is faithful and just to forgive us our sins and to cleanse us from all unrighteousness.”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Companion Demo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Lead Companion does the practice in front of the whole room — this sets the depth and the form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sentence: “The place where I want to walk in greater honesty is ______.” Real but not graphic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Pause. A pre-arranged Co-Companion speaks a brief blessing of restoration back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Receive it — no deflecting, no joking, no minimizing. “Thank you.”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“That is the practice. You will do it in your pair — parents first, then teens. Yours doesn’t have to look like mine.”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“Take what helps from the prompts. You don’t have to use any of them.”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blessing card — specific, short, witnessed: “In the name of Jesus, we pray restoration over...”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container holds. Nothing leaves the pair. Not even back to the main room. Especially this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order holds too: your Companion first, then the parents, then the teens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“Teens — your depth is yours, and pass is always allowed.”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Confession and Restoration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Ninety seconds of silence to settle in — the silence is part of the practice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leadsanion goes first — names one place, receives a blessing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parents next — the arranged parent opens; own struggles only, within the rails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teens — each names one place at whatever depth they choose. Pass is real, honored without a flicker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form: “The place where I want to walk in greater honesty before God is ______.”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After each naming, a brief specific blessing — a teen blessing their own parent is one of the best things this night can produce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silence — “We have named real things tonight. Let’s sit with what was said.”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clear sunlit water over sto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6095" y="1463040"/>
            <a:ext cx="3289896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Shared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word about what tonight was like in your body. ‘Heavy.’ ‘Lighter.’ ‘Held.’ ‘Tender.’ ‘Surprised.’”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one shared blessing of restoration over the whole room — “Hands up if you want”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“We pray restoration into every place that was named... Holy Spirit, walk these brothers and sisters home.”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the Five-Minute Examen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Five-Minute Examen — five minutes with God each evening, before bed, carried through the quarter break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Thank Him for one specific thing from the day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Notice one place where you saw God moving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Ask Him about one place where you walked in less honesty than you wanted to today — just notice. No fixing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Quarterly Pulse goes home tonight — three questions, five minutes, sign it or leave it anonymous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It comes back to the bin at the door at Week 7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Three Questions, Carried Home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Question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Every week we close the same way — the leader’s reflection, then the room’s. Tonight closes a whole quarter, so the same questions come home for all of us: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 next quarter?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1600" b="0" i="1">
                <a:solidFill>
                  <a:srgbClr val="222B22"/>
                </a:solidFill>
                <a:latin typeface="Calibri"/>
              </a:rPr>
              <a:t>No paper. Nothing to prepare. The group, never any one person. First night back, we talk.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2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Connect with God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Weeks 7–11  ·  Five Wednesdays · PROAPT, the Garden, Any Doubts? · ends at the year’s midpoint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85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pic>
        <p:nvPicPr>
          <p:cNvPr id="4" name="Picture 3" descr="four-conn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6 stands deeper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71a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6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6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026" y="1463040"/>
            <a:ext cx="7013642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81a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