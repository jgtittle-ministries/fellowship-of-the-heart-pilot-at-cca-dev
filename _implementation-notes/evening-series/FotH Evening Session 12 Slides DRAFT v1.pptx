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WELCOME · LEAD: CONTAINER HOLDER · GROUNDING — every session opens on this map</a:t>
            </a:r>
          </a:p>
          <a:p>
            <a:r>
              <a:t>BEATS:</a:t>
            </a:r>
          </a:p>
          <a:p>
            <a:r>
              <a:t>1. Locate tonight on the map, plainly: Evening 9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pre-session · DIVIDER</a:t>
            </a:r>
          </a:p>
          <a:p>
            <a:r>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7:00–7:08 · LEAD: CONTAINER HOLDER</a:t>
            </a:r>
          </a:p>
          <a:p>
            <a:r>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t>CUES: Pulse 2 bin staffed at the door — thank you and nothing else; name tags run again as if it were Evening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7:25–7:34 · LEAD: CONTENT PRESENTER</a:t>
            </a:r>
          </a:p>
          <a:p>
            <a:r>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7:34–7:57 · LEAD: CONTENT PRESENTER · PAIRS</a:t>
            </a:r>
          </a:p>
          <a:p>
            <a:r>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t>CUES: Arranged parent reads first, slips included (check the Run Card) — never cold-call a teen; 'most of it slipped' and pass are complete answers.</a:t>
            </a:r>
          </a:p>
          <a:p>
            <a:r>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7:57–8:15 · LEAD: CONTENT PRESENTER</a:t>
            </a:r>
          </a:p>
          <a:p>
            <a:r>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8:15–8:20 · LEAD: CONTENT PRESENTER</a:t>
            </a:r>
          </a:p>
          <a:p>
            <a:r>
              <a:t>BEATS: 1. Brief and plain — the map moment. 2. Behind us: the whole God arc — container, story, soils, being known, then PROAPT, the garden, the doubts brought honestly. That work is in you now; the break did not take it away. 3. Ahead: Evening 10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8:20–8:24 · LEAD: CONTENT PRESENTER</a:t>
            </a:r>
          </a:p>
          <a:p>
            <a:r>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8:24–8:26, return 8:29–8:30 · LEAD: CONTAINER HOLDER</a:t>
            </a:r>
          </a:p>
          <a:p>
            <a:r>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Evening 10, Mission.'</a:t>
            </a:r>
          </a:p>
          <a:p>
            <a:r>
              <a:t>CUES: Today's order is unusual — closing container BEFORE the feedback round, blessing last. Follow the slide flow, not habit.</a:t>
            </a:r>
          </a:p>
          <a:p>
            <a:r>
              <a:t>BLESSINGS: eyes on the person, not the screen — nothing to read; say what is on your heart for them, specific and short.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8:26–8:29 · LEAD: BOTH LEADERS</a:t>
            </a:r>
          </a:p>
          <a:p>
            <a:r>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9</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9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Evening 10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4"/>
          <a:stretch>
            <a:fillRect/>
          </a:stretch>
        </p:blipFill>
        <p:spPr>
          <a:xfrm>
            <a:off x="2697485" y="1463040"/>
            <a:ext cx="679672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