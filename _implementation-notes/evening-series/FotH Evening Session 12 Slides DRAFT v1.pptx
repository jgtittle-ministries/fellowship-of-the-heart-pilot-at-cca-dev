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153" Type="http://schemas.openxmlformats.org/officeDocument/2006/relationships/slide" Target="slides/slide2.xml"/><Relationship Id="rId154" Type="http://schemas.openxmlformats.org/officeDocument/2006/relationships/slide" Target="slides/slide4.xml"/><Relationship Id="rId155" Type="http://schemas.openxmlformats.org/officeDocument/2006/relationships/slide" Target="slides/slide5.xml"/><Relationship Id="rId156" Type="http://schemas.openxmlformats.org/officeDocument/2006/relationships/slide" Target="slides/slide6.xml"/><Relationship Id="rId157" Type="http://schemas.openxmlformats.org/officeDocument/2006/relationships/slide" Target="slides/slide7.xml"/><Relationship Id="rId158" Type="http://schemas.openxmlformats.org/officeDocument/2006/relationships/slide" Target="slides/slide8.xml"/><Relationship Id="rId159" Type="http://schemas.openxmlformats.org/officeDocument/2006/relationships/slide" Target="slides/slide9.xml"/><Relationship Id="rId160" Type="http://schemas.openxmlformats.org/officeDocument/2006/relationships/slide" Target="slides/slide10.xml"/><Relationship Id="rId161" Type="http://schemas.openxmlformats.org/officeDocument/2006/relationships/slide" Target="slides/slide11.xml"/><Relationship Id="rId163" Type="http://schemas.openxmlformats.org/officeDocument/2006/relationships/slide" Target="slides/slide14.xml"/><Relationship Id="rId164"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WELCOME · LEAD: CONTAINER HOLDER · GROUNDING — every session opens on this map</a:t>
            </a:r>
          </a:p>
          <a:p>
            <a:r>
              <a:t>BEATS:</a:t>
            </a:r>
          </a:p>
          <a:p>
            <a:r>
              <a:t>1. Locate tonight on the map, plainly: Session 12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pre-session · DIVIDER</a:t>
            </a:r>
          </a:p>
          <a:p>
            <a:r>
              <a:rPr lang="en-US" sz="1200"/>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7:25–7:34 · LEAD: CONTENT PRESENTER</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7:34–7:57 · LEAD: CONTENT PRESENTER · PAIRS</a:t>
            </a:r>
          </a:p>
          <a:p>
            <a:r>
              <a:rPr lang="en-US" sz="1200"/>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7:57–8:15 · LEAD: CONTENT PRESENTER</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8:15–8:20 · LEAD: CONTENT PRESENTER</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8:24–8:26, return 8:29–8:30 · LEAD: CONTAINER HOLDER</a:t>
            </a:r>
          </a:p>
          <a:p>
            <a:r>
              <a:t>BEATS: 1. Closing protocol 8:24–8:26,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8:26–8:29 (next slide). 3. Return here 8:29–8:30: 'His mercies did not run out over the break, and they will not run out over this quarter.' Aaronic blessing, hands up. 'Welcome home. See you evenings — Week 13, Mission.'</a:t>
            </a:r>
          </a:p>
          <a:p>
            <a:r>
              <a:t>CUES: Today's order is unusual — closing container BEFORE the feedback round, blessing last. Follow the slide flow, not habit.</a:t>
            </a:r>
          </a:p>
          <a:p>
            <a:r>
              <a:t>BLESSINGS: eyes on the person, not the screen — nothing to read; say what is on your heart for them, specific and short.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8:26–8:29 · LEAD: BOTH LEADERS</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176</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12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185</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186</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4"/>
          <a:stretch>
            <a:fillRect/>
          </a:stretch>
        </p:blipFill>
        <p:spPr>
          <a:xfrm>
            <a:off x="2697485" y="1463040"/>
            <a:ext cx="6796725"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187</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188</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