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8:28–8:30 · LEAD: CONTAINER HOLDER</a:t>
            </a:r>
          </a:p>
          <a:p>
            <a:r>
              <a:rPr lang="en-US" sz="1200"/>
              <a:t>BEATS: 1. Closing protocol 5:12–5:20,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5:23–5:27 (next slide). 3. Return here 5:27–5:30: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8:24–8:28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174</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2"/>
          <a:stretch>
            <a:fillRect/>
          </a:stretch>
        </p:blipFill>
        <p:spPr>
          <a:xfrm>
            <a:off x="2066004" y="1463040"/>
            <a:ext cx="8059687"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