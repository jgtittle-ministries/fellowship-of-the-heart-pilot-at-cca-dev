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8:24–8:26, return 8:29–8:30 · LEAD: CONTAINER HOLDER</a:t>
            </a:r>
          </a:p>
          <a:p>
            <a:r>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Week 13, Mission.'</a:t>
            </a:r>
          </a:p>
          <a:p>
            <a:r>
              <a:t>CUES: Today's order is unusual — closing container BEFORE the feedback round, blessing last. Follow the slide flow, not habit.</a:t>
            </a:r>
          </a:p>
          <a:p>
            <a:r>
              <a:t>BLESSINGS: eyes on the person, not the screen — nothing to read; say what is on your heart for them, specific and short.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8:26–8:29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4"/>
          <a:stretch>
            <a:fillRect/>
          </a:stretch>
        </p:blipFill>
        <p:spPr>
          <a:xfrm>
            <a:off x="2697485" y="1463040"/>
            <a:ext cx="6796725"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