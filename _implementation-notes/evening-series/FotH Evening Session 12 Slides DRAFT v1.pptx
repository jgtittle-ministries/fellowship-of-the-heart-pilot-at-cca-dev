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8:28–8:30 · LEAD: CONTAINER HOLDER</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5:23–5:27 (next slide). 3. Return here 5:27–5:30: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8:24–8:28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a:t>
            </a:r>
            <a:endParaRPr sz="1000" b="1">
              <a:solidFill>
                <a:srgbClr val="7A8A6E"/>
              </a:solidFill>
              <a:latin typeface="Calibri"/>
            </a:endParaRPr>
          </a:p>
        </p:txBody>
      </p:sp>
      <p:pic>
        <p:nvPicPr>
          <p:cNvPr id="91" name="Picture 90" descr="four-connects.png"/>
          <p:cNvPicPr>
            <a:picLocks noChangeAspect="1"/>
          </p:cNvPicPr>
          <p:nvPr/>
        </p:nvPicPr>
        <p:blipFill>
          <a:blip r:embed="rId4"/>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153</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154</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155</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157</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158</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