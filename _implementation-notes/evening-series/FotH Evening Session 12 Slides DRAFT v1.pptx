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552" r:id="rId22"/>
    <p:sldId id="295" r:id="rId154"/>
    <p:sldId id="429" r:id="rId155"/>
    <p:sldId id="430" r:id="rId156"/>
    <p:sldId id="431" r:id="rId157"/>
    <p:sldId id="432" r:id="rId158"/>
    <p:sldId id="433" r:id="rId159"/>
    <p:sldId id="551" r:id="rId160"/>
    <p:sldId id="434" r:id="rId161"/>
    <p:sldId id="553" r:id="rId23"/>
    <p:sldId id="554" r:id="rId24"/>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153" Type="http://schemas.openxmlformats.org/officeDocument/2006/relationships/slide" Target="slides/slide2.xml"/><Relationship Id="rId154" Type="http://schemas.openxmlformats.org/officeDocument/2006/relationships/slide" Target="slides/slide4.xml"/><Relationship Id="rId155" Type="http://schemas.openxmlformats.org/officeDocument/2006/relationships/slide" Target="slides/slide5.xml"/><Relationship Id="rId156" Type="http://schemas.openxmlformats.org/officeDocument/2006/relationships/slide" Target="slides/slide6.xml"/><Relationship Id="rId157" Type="http://schemas.openxmlformats.org/officeDocument/2006/relationships/slide" Target="slides/slide7.xml"/><Relationship Id="rId158" Type="http://schemas.openxmlformats.org/officeDocument/2006/relationships/slide" Target="slides/slide8.xml"/><Relationship Id="rId159" Type="http://schemas.openxmlformats.org/officeDocument/2006/relationships/slide" Target="slides/slide9.xml"/><Relationship Id="rId160" Type="http://schemas.openxmlformats.org/officeDocument/2006/relationships/slide" Target="slides/slide10.xml"/><Relationship Id="rId161" Type="http://schemas.openxmlformats.org/officeDocument/2006/relationships/slide" Target="slides/slide11.xml"/><Relationship Id="rId163" Type="http://schemas.openxmlformats.org/officeDocument/2006/relationships/slide" Target="slides/slide14.xml"/><Relationship Id="rId164"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WELCOME · LEAD: CONTAINER HOLDER · GROUNDING — every session opens on this map</a:t>
            </a:r>
          </a:p>
          <a:p>
            <a:r>
              <a:t>BEATS:</a:t>
            </a:r>
          </a:p>
          <a:p>
            <a:r>
              <a:t>1. Locate tonight on the map, plainly: Session 12 returns to the whole map — all four Connects, rebuilt after the break.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pre-session · DIVIDER</a:t>
            </a:r>
          </a:p>
          <a:p>
            <a:r>
              <a:rPr lang="en-US" sz="1200"/>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7:00–7:08 · LEAD: CONTAINER HOLDER</a:t>
            </a:r>
          </a:p>
          <a:p>
            <a:r>
              <a:rPr lang="en-US" sz="1200"/>
              <a:t>BEATS: 1. First evenings back after Christmas — nothing new is taught today; the whole evening rebuilds what the break interrupted. 2. Three movements: 'What held?' in pairs;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7:00–7:08 · LEAD: CONTAINER HOLDER</a:t>
            </a:r>
          </a:p>
          <a:p>
            <a:r>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t>GUARD: The slow open runs about 12 minutes and IS the session's first teaching — do not rush it back to the usual clip. If the room will not settle, run it slower, not louder; contain the room, don't fight it.</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7:25–7:34 · LEAD: CONTENT PRESENTER</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7:34–7:57 · LEAD: CONTENT PRESENTER · PAIRS</a:t>
            </a:r>
          </a:p>
          <a:p>
            <a:r>
              <a:rPr lang="en-US" sz="1200"/>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7:57–8:15 · LEAD: CONTENT PRESENTER</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8:15–8:20 · LEAD: CONTENT PRESENTER</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8:20–8:24 · LEAD: CONTENT PRESENTER</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8:28–8:30 · LEAD: CONTAINER HOLDER</a:t>
            </a:r>
          </a:p>
          <a:p>
            <a:r>
              <a:rPr lang="en-US" sz="1200"/>
              <a:t>BEATS: 1. Closing protocol 5:12–5:20,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5:23–5:27 (next slide). 3. Return here 5:27–5:30: 'His mercies did not run out over the break, and they will not run out over this quarter.' Aaronic blessing, hands up. 'Welcome home. See you evenings — Week 13, Mission.'</a:t>
            </a:r>
          </a:p>
          <a:p>
            <a:r>
              <a:rPr lang="en-US" sz="1200"/>
              <a:t>CUES: Today's order is unusual — closing container BEFORE the feedback round, blessing last. Follow the slide flow, not habit.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8:24–8:28 · LEAD: BOTH LEADERS</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6.png"/><Relationship Id="rId5"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152</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12 returns to the whole map — </a:t>
            </a:r>
            <a:r>
              <a:rPr sz="1800" b="1">
                <a:solidFill>
                  <a:srgbClr val="2C5F2D"/>
                </a:solidFill>
                <a:latin typeface="Calibri"/>
              </a:rPr>
              <a:t>all four Connects</a:t>
            </a:r>
            <a:r>
              <a:rPr sz="1800" b="0">
                <a:solidFill>
                  <a:srgbClr val="222B22"/>
                </a:solidFill>
                <a:latin typeface="Calibri"/>
              </a:rPr>
              <a:t>, rebuilt after the break.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152a</a:t>
            </a:r>
            <a:endParaRPr sz="1000" b="1">
              <a:solidFill>
                <a:srgbClr val="7A8A6E"/>
              </a:solidFill>
              <a:latin typeface="Calibri"/>
            </a:endParaRPr>
          </a:p>
        </p:txBody>
      </p:sp>
      <p:pic>
        <p:nvPicPr>
          <p:cNvPr id="91" name="Picture 90" descr="four-connects.png"/>
          <p:cNvPicPr>
            <a:picLocks noChangeAspect="1"/>
          </p:cNvPicPr>
          <p:nvPr/>
        </p:nvPicPr>
        <p:blipFill>
          <a:blip r:embed="rId5"/>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153</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154</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155</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156</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157</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158</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159</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160</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2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2_part2.png"/>
          <p:cNvPicPr>
            <a:picLocks noChangeAspect="1"/>
          </p:cNvPicPr>
          <p:nvPr/>
        </p:nvPicPr>
        <p:blipFill>
          <a:blip r:embed="rId2"/>
          <a:stretch>
            <a:fillRect/>
          </a:stretch>
        </p:blipFill>
        <p:spPr>
          <a:xfrm>
            <a:off x="2066004" y="1463040"/>
            <a:ext cx="8059687"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161a</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162</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