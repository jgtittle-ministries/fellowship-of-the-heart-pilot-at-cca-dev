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9"/>
  </p:notesMasterIdLst>
  <p:sldIdLst>
    <p:sldId id="256" r:id="rId2"/>
    <p:sldId id="294" r:id="rId153"/>
    <p:sldId id="552" r:id="rId22"/>
    <p:sldId id="295" r:id="rId154"/>
    <p:sldId id="429" r:id="rId155"/>
    <p:sldId id="430" r:id="rId156"/>
    <p:sldId id="431" r:id="rId157"/>
    <p:sldId id="432" r:id="rId158"/>
    <p:sldId id="433" r:id="rId159"/>
    <p:sldId id="551" r:id="rId160"/>
    <p:sldId id="434" r:id="rId161"/>
    <p:sldId id="553" r:id="rId23"/>
    <p:sldId id="554" r:id="rId24"/>
    <p:sldId id="435" r:id="rId163"/>
    <p:sldId id="436" r:id="rId1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B8A61-E404-4362-9606-E87F49058870}" v="1" dt="2026-08-20T01:30: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22" Type="http://schemas.openxmlformats.org/officeDocument/2006/relationships/slide" Target="slides/slide3.xml"/><Relationship Id="rId23" Type="http://schemas.openxmlformats.org/officeDocument/2006/relationships/slide" Target="slides/slide12.xml"/><Relationship Id="rId24" Type="http://schemas.openxmlformats.org/officeDocument/2006/relationships/slide" Target="slides/slide13.xml"/><Relationship Id="rId153" Type="http://schemas.openxmlformats.org/officeDocument/2006/relationships/slide" Target="slides/slide2.xml"/><Relationship Id="rId154" Type="http://schemas.openxmlformats.org/officeDocument/2006/relationships/slide" Target="slides/slide4.xml"/><Relationship Id="rId155" Type="http://schemas.openxmlformats.org/officeDocument/2006/relationships/slide" Target="slides/slide5.xml"/><Relationship Id="rId156" Type="http://schemas.openxmlformats.org/officeDocument/2006/relationships/slide" Target="slides/slide6.xml"/><Relationship Id="rId157" Type="http://schemas.openxmlformats.org/officeDocument/2006/relationships/slide" Target="slides/slide7.xml"/><Relationship Id="rId158" Type="http://schemas.openxmlformats.org/officeDocument/2006/relationships/slide" Target="slides/slide8.xml"/><Relationship Id="rId159" Type="http://schemas.openxmlformats.org/officeDocument/2006/relationships/slide" Target="slides/slide9.xml"/><Relationship Id="rId160" Type="http://schemas.openxmlformats.org/officeDocument/2006/relationships/slide" Target="slides/slide10.xml"/><Relationship Id="rId161" Type="http://schemas.openxmlformats.org/officeDocument/2006/relationships/slide" Target="slides/slide11.xml"/><Relationship Id="rId163" Type="http://schemas.openxmlformats.org/officeDocument/2006/relationships/slide" Target="slides/slide14.xml"/><Relationship Id="rId164" Type="http://schemas.openxmlformats.org/officeDocument/2006/relationships/slide" Target="slides/slide15.xml"/><Relationship Id="rId279" Type="http://schemas.openxmlformats.org/officeDocument/2006/relationships/notesMaster" Target="notesMasters/notesMaster1.xml"/><Relationship Id="rId280" Type="http://schemas.openxmlformats.org/officeDocument/2006/relationships/presProps" Target="presProps.xml"/><Relationship Id="rId281" Type="http://schemas.openxmlformats.org/officeDocument/2006/relationships/viewProps" Target="viewProps.xml"/><Relationship Id="rId282" Type="http://schemas.openxmlformats.org/officeDocument/2006/relationships/theme" Target="theme/theme1.xml"/><Relationship Id="rId283" Type="http://schemas.openxmlformats.org/officeDocument/2006/relationships/tableStyles" Target="tableStyles.xml"/><Relationship Id="rId284" Type="http://schemas.microsoft.com/office/2016/11/relationships/changesInfo" Target="changesInfos/changesInfo1.xml"/><Relationship Id="rId28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8-20T14:52:01.337" v="149" actId="2057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6:56:06.378" v="33" actId="255"/>
        <pc:sldMkLst>
          <pc:docMk/>
          <pc:sldMk cId="0" sldId="262"/>
        </pc:sldMkLst>
        <pc:spChg chg="mod">
          <ac:chgData name="John Tittle" userId="c9414421e32e8042" providerId="LiveId" clId="{48C55722-1884-484D-BEBA-C6DAFFF89F9C}" dt="2026-08-12T16:56:06.378" v="33" actId="255"/>
          <ac:spMkLst>
            <pc:docMk/>
            <pc:sldMk cId="0" sldId="262"/>
            <ac:spMk id="4" creationId="{00000000-0000-0000-0000-000000000000}"/>
          </ac:spMkLst>
        </pc:spChg>
      </pc:sldChg>
      <pc:sldChg chg="modSp mod">
        <pc:chgData name="John Tittle" userId="c9414421e32e8042" providerId="LiveId" clId="{48C55722-1884-484D-BEBA-C6DAFFF89F9C}" dt="2026-08-12T17:00:38.976" v="42" actId="255"/>
        <pc:sldMkLst>
          <pc:docMk/>
          <pc:sldMk cId="0" sldId="265"/>
        </pc:sldMkLst>
        <pc:spChg chg="mod">
          <ac:chgData name="John Tittle" userId="c9414421e32e8042" providerId="LiveId" clId="{48C55722-1884-484D-BEBA-C6DAFFF89F9C}" dt="2026-08-12T17:00:38.976" v="42" actId="255"/>
          <ac:spMkLst>
            <pc:docMk/>
            <pc:sldMk cId="0" sldId="265"/>
            <ac:spMk id="4" creationId="{00000000-0000-0000-0000-000000000000}"/>
          </ac:spMkLst>
        </pc:spChg>
      </pc:sldChg>
      <pc:sldChg chg="modSp mod">
        <pc:chgData name="John Tittle" userId="c9414421e32e8042" providerId="LiveId" clId="{48C55722-1884-484D-BEBA-C6DAFFF89F9C}" dt="2026-08-12T17:05:16.529" v="87" actId="255"/>
        <pc:sldMkLst>
          <pc:docMk/>
          <pc:sldMk cId="0" sldId="268"/>
        </pc:sldMkLst>
        <pc:spChg chg="mod">
          <ac:chgData name="John Tittle" userId="c9414421e32e8042" providerId="LiveId" clId="{48C55722-1884-484D-BEBA-C6DAFFF89F9C}" dt="2026-08-12T17:05:16.529" v="87" actId="255"/>
          <ac:spMkLst>
            <pc:docMk/>
            <pc:sldMk cId="0" sldId="268"/>
            <ac:spMk id="4" creationId="{00000000-0000-0000-0000-000000000000}"/>
          </ac:spMkLst>
        </pc:spChg>
      </pc:sldChg>
      <pc:sldChg chg="modSp mod">
        <pc:chgData name="John Tittle" userId="c9414421e32e8042" providerId="LiveId" clId="{48C55722-1884-484D-BEBA-C6DAFFF89F9C}" dt="2026-08-12T17:10:31.923" v="93" actId="255"/>
        <pc:sldMkLst>
          <pc:docMk/>
          <pc:sldMk cId="0" sldId="271"/>
        </pc:sldMkLst>
        <pc:spChg chg="mod">
          <ac:chgData name="John Tittle" userId="c9414421e32e8042" providerId="LiveId" clId="{48C55722-1884-484D-BEBA-C6DAFFF89F9C}" dt="2026-08-12T17:10:31.923" v="93" actId="255"/>
          <ac:spMkLst>
            <pc:docMk/>
            <pc:sldMk cId="0" sldId="271"/>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6:56:22.357" v="34" actId="255"/>
        <pc:sldMkLst>
          <pc:docMk/>
          <pc:sldMk cId="0" sldId="335"/>
        </pc:sldMkLst>
        <pc:spChg chg="mod">
          <ac:chgData name="John Tittle" userId="c9414421e32e8042" providerId="LiveId" clId="{48C55722-1884-484D-BEBA-C6DAFFF89F9C}" dt="2026-08-12T16:56:22.357" v="34" actId="255"/>
          <ac:spMkLst>
            <pc:docMk/>
            <pc:sldMk cId="0" sldId="335"/>
            <ac:spMk id="4" creationId="{00000000-0000-0000-0000-000000000000}"/>
          </ac:spMkLst>
        </pc:spChg>
      </pc:sldChg>
      <pc:sldChg chg="modSp mod">
        <pc:chgData name="John Tittle" userId="c9414421e32e8042" providerId="LiveId" clId="{48C55722-1884-484D-BEBA-C6DAFFF89F9C}" dt="2026-08-12T13:01:28.747" v="4" actId="1076"/>
        <pc:sldMkLst>
          <pc:docMk/>
          <pc:sldMk cId="0" sldId="337"/>
        </pc:sldMkLst>
        <pc:picChg chg="mod">
          <ac:chgData name="John Tittle" userId="c9414421e32e8042" providerId="LiveId" clId="{48C55722-1884-484D-BEBA-C6DAFFF89F9C}" dt="2026-08-12T13:01:28.747" v="4" actId="1076"/>
          <ac:picMkLst>
            <pc:docMk/>
            <pc:sldMk cId="0" sldId="337"/>
            <ac:picMk id="5" creationId="{00000000-0000-0000-0000-000000000000}"/>
          </ac:picMkLst>
        </pc:picChg>
      </pc:sldChg>
      <pc:sldChg chg="modSp mod">
        <pc:chgData name="John Tittle" userId="c9414421e32e8042" providerId="LiveId" clId="{48C55722-1884-484D-BEBA-C6DAFFF89F9C}" dt="2026-08-12T16:59:26.993" v="41" actId="255"/>
        <pc:sldMkLst>
          <pc:docMk/>
          <pc:sldMk cId="0" sldId="340"/>
        </pc:sldMkLst>
        <pc:spChg chg="mod">
          <ac:chgData name="John Tittle" userId="c9414421e32e8042" providerId="LiveId" clId="{48C55722-1884-484D-BEBA-C6DAFFF89F9C}" dt="2026-08-12T16:59:26.993" v="41" actId="255"/>
          <ac:spMkLst>
            <pc:docMk/>
            <pc:sldMk cId="0" sldId="340"/>
            <ac:spMk id="4" creationId="{00000000-0000-0000-0000-000000000000}"/>
          </ac:spMkLst>
        </pc:spChg>
      </pc:sldChg>
      <pc:sldChg chg="modSp mod">
        <pc:chgData name="John Tittle" userId="c9414421e32e8042" providerId="LiveId" clId="{48C55722-1884-484D-BEBA-C6DAFFF89F9C}" dt="2026-08-12T17:01:07.634" v="43" actId="255"/>
        <pc:sldMkLst>
          <pc:docMk/>
          <pc:sldMk cId="0" sldId="343"/>
        </pc:sldMkLst>
        <pc:spChg chg="mod">
          <ac:chgData name="John Tittle" userId="c9414421e32e8042" providerId="LiveId" clId="{48C55722-1884-484D-BEBA-C6DAFFF89F9C}" dt="2026-08-12T17:01:07.634" v="43" actId="255"/>
          <ac:spMkLst>
            <pc:docMk/>
            <pc:sldMk cId="0" sldId="343"/>
            <ac:spMk id="4" creationId="{00000000-0000-0000-0000-000000000000}"/>
          </ac:spMkLst>
        </pc:spChg>
      </pc:sldChg>
      <pc:sldChg chg="modSp mod">
        <pc:chgData name="John Tittle" userId="c9414421e32e8042" providerId="LiveId" clId="{48C55722-1884-484D-BEBA-C6DAFFF89F9C}" dt="2026-08-12T17:01:28.623" v="44" actId="255"/>
        <pc:sldMkLst>
          <pc:docMk/>
          <pc:sldMk cId="0" sldId="344"/>
        </pc:sldMkLst>
        <pc:spChg chg="mod">
          <ac:chgData name="John Tittle" userId="c9414421e32e8042" providerId="LiveId" clId="{48C55722-1884-484D-BEBA-C6DAFFF89F9C}" dt="2026-08-12T17:01:28.623" v="44" actId="255"/>
          <ac:spMkLst>
            <pc:docMk/>
            <pc:sldMk cId="0" sldId="344"/>
            <ac:spMk id="4" creationId="{00000000-0000-0000-0000-000000000000}"/>
          </ac:spMkLst>
        </pc:spChg>
      </pc:sldChg>
      <pc:sldChg chg="modSp mod">
        <pc:chgData name="John Tittle" userId="c9414421e32e8042" providerId="LiveId" clId="{48C55722-1884-484D-BEBA-C6DAFFF89F9C}" dt="2026-08-12T17:03:01.179" v="84" actId="20577"/>
        <pc:sldMkLst>
          <pc:docMk/>
          <pc:sldMk cId="0" sldId="346"/>
        </pc:sldMkLst>
        <pc:spChg chg="mod">
          <ac:chgData name="John Tittle" userId="c9414421e32e8042" providerId="LiveId" clId="{48C55722-1884-484D-BEBA-C6DAFFF89F9C}" dt="2026-08-12T17:03:01.179" v="84" actId="20577"/>
          <ac:spMkLst>
            <pc:docMk/>
            <pc:sldMk cId="0" sldId="346"/>
            <ac:spMk id="4" creationId="{00000000-0000-0000-0000-000000000000}"/>
          </ac:spMkLst>
        </pc:spChg>
      </pc:sldChg>
      <pc:sldChg chg="modSp mod">
        <pc:chgData name="John Tittle" userId="c9414421e32e8042" providerId="LiveId" clId="{48C55722-1884-484D-BEBA-C6DAFFF89F9C}" dt="2026-08-12T17:04:20.092" v="86" actId="255"/>
        <pc:sldMkLst>
          <pc:docMk/>
          <pc:sldMk cId="0" sldId="347"/>
        </pc:sldMkLst>
        <pc:spChg chg="mod">
          <ac:chgData name="John Tittle" userId="c9414421e32e8042" providerId="LiveId" clId="{48C55722-1884-484D-BEBA-C6DAFFF89F9C}" dt="2026-08-12T17:04:20.092" v="86" actId="255"/>
          <ac:spMkLst>
            <pc:docMk/>
            <pc:sldMk cId="0" sldId="347"/>
            <ac:spMk id="4" creationId="{00000000-0000-0000-0000-000000000000}"/>
          </ac:spMkLst>
        </pc:spChg>
      </pc:sldChg>
      <pc:sldChg chg="modSp mod">
        <pc:chgData name="John Tittle" userId="c9414421e32e8042" providerId="LiveId" clId="{48C55722-1884-484D-BEBA-C6DAFFF89F9C}" dt="2026-08-12T17:03:59.966" v="85" actId="255"/>
        <pc:sldMkLst>
          <pc:docMk/>
          <pc:sldMk cId="0" sldId="349"/>
        </pc:sldMkLst>
        <pc:spChg chg="mod">
          <ac:chgData name="John Tittle" userId="c9414421e32e8042" providerId="LiveId" clId="{48C55722-1884-484D-BEBA-C6DAFFF89F9C}" dt="2026-08-12T17:03:59.966" v="85" actId="255"/>
          <ac:spMkLst>
            <pc:docMk/>
            <pc:sldMk cId="0" sldId="349"/>
            <ac:spMk id="4" creationId="{00000000-0000-0000-0000-000000000000}"/>
          </ac:spMkLst>
        </pc:spChg>
      </pc:sldChg>
      <pc:sldChg chg="modSp mod">
        <pc:chgData name="John Tittle" userId="c9414421e32e8042" providerId="LiveId" clId="{48C55722-1884-484D-BEBA-C6DAFFF89F9C}" dt="2026-08-12T17:05:37.103" v="88" actId="255"/>
        <pc:sldMkLst>
          <pc:docMk/>
          <pc:sldMk cId="0" sldId="353"/>
        </pc:sldMkLst>
        <pc:spChg chg="mod">
          <ac:chgData name="John Tittle" userId="c9414421e32e8042" providerId="LiveId" clId="{48C55722-1884-484D-BEBA-C6DAFFF89F9C}" dt="2026-08-12T17:05:37.103" v="88" actId="255"/>
          <ac:spMkLst>
            <pc:docMk/>
            <pc:sldMk cId="0" sldId="353"/>
            <ac:spMk id="4" creationId="{00000000-0000-0000-0000-000000000000}"/>
          </ac:spMkLst>
        </pc:spChg>
      </pc:sldChg>
      <pc:sldChg chg="modSp mod">
        <pc:chgData name="John Tittle" userId="c9414421e32e8042" providerId="LiveId" clId="{48C55722-1884-484D-BEBA-C6DAFFF89F9C}" dt="2026-08-12T17:08:29.079" v="89" actId="255"/>
        <pc:sldMkLst>
          <pc:docMk/>
          <pc:sldMk cId="0" sldId="354"/>
        </pc:sldMkLst>
        <pc:spChg chg="mod">
          <ac:chgData name="John Tittle" userId="c9414421e32e8042" providerId="LiveId" clId="{48C55722-1884-484D-BEBA-C6DAFFF89F9C}" dt="2026-08-12T17:08:29.079" v="89" actId="255"/>
          <ac:spMkLst>
            <pc:docMk/>
            <pc:sldMk cId="0" sldId="354"/>
            <ac:spMk id="4" creationId="{00000000-0000-0000-0000-000000000000}"/>
          </ac:spMkLst>
        </pc:spChg>
      </pc:sldChg>
      <pc:sldChg chg="modSp mod">
        <pc:chgData name="John Tittle" userId="c9414421e32e8042" providerId="LiveId" clId="{48C55722-1884-484D-BEBA-C6DAFFF89F9C}" dt="2026-08-12T17:08:54.113" v="90" actId="255"/>
        <pc:sldMkLst>
          <pc:docMk/>
          <pc:sldMk cId="0" sldId="356"/>
        </pc:sldMkLst>
        <pc:spChg chg="mod">
          <ac:chgData name="John Tittle" userId="c9414421e32e8042" providerId="LiveId" clId="{48C55722-1884-484D-BEBA-C6DAFFF89F9C}" dt="2026-08-12T17:08:54.113" v="90" actId="255"/>
          <ac:spMkLst>
            <pc:docMk/>
            <pc:sldMk cId="0" sldId="356"/>
            <ac:spMk id="4" creationId="{00000000-0000-0000-0000-000000000000}"/>
          </ac:spMkLst>
        </pc:spChg>
      </pc:sldChg>
      <pc:sldChg chg="modSp mod">
        <pc:chgData name="John Tittle" userId="c9414421e32e8042" providerId="LiveId" clId="{48C55722-1884-484D-BEBA-C6DAFFF89F9C}" dt="2026-08-12T17:09:09.405" v="91" actId="255"/>
        <pc:sldMkLst>
          <pc:docMk/>
          <pc:sldMk cId="0" sldId="357"/>
        </pc:sldMkLst>
        <pc:spChg chg="mod">
          <ac:chgData name="John Tittle" userId="c9414421e32e8042" providerId="LiveId" clId="{48C55722-1884-484D-BEBA-C6DAFFF89F9C}" dt="2026-08-12T17:09:09.405" v="91" actId="255"/>
          <ac:spMkLst>
            <pc:docMk/>
            <pc:sldMk cId="0" sldId="357"/>
            <ac:spMk id="4" creationId="{00000000-0000-0000-0000-000000000000}"/>
          </ac:spMkLst>
        </pc:spChg>
      </pc:sldChg>
      <pc:sldChg chg="modSp mod">
        <pc:chgData name="John Tittle" userId="c9414421e32e8042" providerId="LiveId" clId="{48C55722-1884-484D-BEBA-C6DAFFF89F9C}" dt="2026-08-12T17:09:24.932" v="92" actId="255"/>
        <pc:sldMkLst>
          <pc:docMk/>
          <pc:sldMk cId="0" sldId="358"/>
        </pc:sldMkLst>
        <pc:spChg chg="mod">
          <ac:chgData name="John Tittle" userId="c9414421e32e8042" providerId="LiveId" clId="{48C55722-1884-484D-BEBA-C6DAFFF89F9C}" dt="2026-08-12T17:09:24.932" v="92" actId="255"/>
          <ac:spMkLst>
            <pc:docMk/>
            <pc:sldMk cId="0" sldId="358"/>
            <ac:spMk id="4" creationId="{00000000-0000-0000-0000-000000000000}"/>
          </ac:spMkLst>
        </pc:spChg>
      </pc:sldChg>
      <pc:sldChg chg="modSp mod">
        <pc:chgData name="John Tittle" userId="c9414421e32e8042" providerId="LiveId" clId="{48C55722-1884-484D-BEBA-C6DAFFF89F9C}" dt="2026-08-12T17:11:42.432" v="94" actId="255"/>
        <pc:sldMkLst>
          <pc:docMk/>
          <pc:sldMk cId="0" sldId="362"/>
        </pc:sldMkLst>
        <pc:spChg chg="mod">
          <ac:chgData name="John Tittle" userId="c9414421e32e8042" providerId="LiveId" clId="{48C55722-1884-484D-BEBA-C6DAFFF89F9C}" dt="2026-08-12T17:11:42.432" v="94" actId="255"/>
          <ac:spMkLst>
            <pc:docMk/>
            <pc:sldMk cId="0" sldId="362"/>
            <ac:spMk id="4" creationId="{00000000-0000-0000-0000-000000000000}"/>
          </ac:spMkLst>
        </pc:spChg>
      </pc:sldChg>
      <pc:sldChg chg="modSp mod">
        <pc:chgData name="John Tittle" userId="c9414421e32e8042" providerId="LiveId" clId="{48C55722-1884-484D-BEBA-C6DAFFF89F9C}" dt="2026-08-12T17:12:19.976" v="95" actId="255"/>
        <pc:sldMkLst>
          <pc:docMk/>
          <pc:sldMk cId="0" sldId="363"/>
        </pc:sldMkLst>
        <pc:spChg chg="mod">
          <ac:chgData name="John Tittle" userId="c9414421e32e8042" providerId="LiveId" clId="{48C55722-1884-484D-BEBA-C6DAFFF89F9C}" dt="2026-08-12T17:12:19.976" v="95" actId="255"/>
          <ac:spMkLst>
            <pc:docMk/>
            <pc:sldMk cId="0" sldId="363"/>
            <ac:spMk id="4" creationId="{00000000-0000-0000-0000-000000000000}"/>
          </ac:spMkLst>
        </pc:spChg>
      </pc:sldChg>
      <pc:sldChg chg="modSp mod">
        <pc:chgData name="John Tittle" userId="c9414421e32e8042" providerId="LiveId" clId="{48C55722-1884-484D-BEBA-C6DAFFF89F9C}" dt="2026-08-12T17:13:01.002" v="96" actId="255"/>
        <pc:sldMkLst>
          <pc:docMk/>
          <pc:sldMk cId="0" sldId="364"/>
        </pc:sldMkLst>
        <pc:spChg chg="mod">
          <ac:chgData name="John Tittle" userId="c9414421e32e8042" providerId="LiveId" clId="{48C55722-1884-484D-BEBA-C6DAFFF89F9C}" dt="2026-08-12T17:13:01.002" v="96" actId="255"/>
          <ac:spMkLst>
            <pc:docMk/>
            <pc:sldMk cId="0" sldId="364"/>
            <ac:spMk id="4" creationId="{00000000-0000-0000-0000-000000000000}"/>
          </ac:spMkLst>
        </pc:spChg>
      </pc:sldChg>
      <pc:sldChg chg="modSp mod">
        <pc:chgData name="John Tittle" userId="c9414421e32e8042" providerId="LiveId" clId="{48C55722-1884-484D-BEBA-C6DAFFF89F9C}" dt="2026-08-12T17:13:13.863" v="97" actId="255"/>
        <pc:sldMkLst>
          <pc:docMk/>
          <pc:sldMk cId="0" sldId="365"/>
        </pc:sldMkLst>
        <pc:spChg chg="mod">
          <ac:chgData name="John Tittle" userId="c9414421e32e8042" providerId="LiveId" clId="{48C55722-1884-484D-BEBA-C6DAFFF89F9C}" dt="2026-08-12T17:13:13.863" v="97" actId="255"/>
          <ac:spMkLst>
            <pc:docMk/>
            <pc:sldMk cId="0" sldId="365"/>
            <ac:spMk id="4"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pc:chgData name="John Tittle" userId="c9414421e32e8042" providerId="LiveId" clId="{48C55722-1884-484D-BEBA-C6DAFFF89F9C}" dt="2026-08-12T16:57:49.209" v="40" actId="1076"/>
        <pc:sldMkLst>
          <pc:docMk/>
          <pc:sldMk cId="0" sldId="522"/>
        </pc:sldMkLst>
        <pc:spChg chg="mod">
          <ac:chgData name="John Tittle" userId="c9414421e32e8042" providerId="LiveId" clId="{48C55722-1884-484D-BEBA-C6DAFFF89F9C}" dt="2026-08-12T16:57:49.209" v="40" actId="1076"/>
          <ac:spMkLst>
            <pc:docMk/>
            <pc:sldMk cId="0" sldId="522"/>
            <ac:spMk id="242" creationId="{00000000-0000-0000-0000-000000000000}"/>
          </ac:spMkLst>
        </pc:spChg>
        <pc:spChg chg="mod">
          <ac:chgData name="John Tittle" userId="c9414421e32e8042" providerId="LiveId" clId="{48C55722-1884-484D-BEBA-C6DAFFF89F9C}" dt="2026-08-12T16:57:19.041" v="35" actId="255"/>
          <ac:spMkLst>
            <pc:docMk/>
            <pc:sldMk cId="0" sldId="522"/>
            <ac:spMk id="243" creationId="{00000000-0000-0000-0000-000000000000}"/>
          </ac:spMkLst>
        </pc:spChg>
      </pc:sldChg>
      <pc:sldChg chg="modSp mod">
        <pc:chgData name="John Tittle" userId="c9414421e32e8042" providerId="LiveId" clId="{48C55722-1884-484D-BEBA-C6DAFFF89F9C}" dt="2026-08-12T13:01:11.684" v="2" actId="255"/>
        <pc:sldMkLst>
          <pc:docMk/>
          <pc:sldMk cId="0" sldId="523"/>
        </pc:sldMkLst>
        <pc:spChg chg="mod">
          <ac:chgData name="John Tittle" userId="c9414421e32e8042" providerId="LiveId" clId="{48C55722-1884-484D-BEBA-C6DAFFF89F9C}" dt="2026-08-12T13:00:43.184" v="0" actId="255"/>
          <ac:spMkLst>
            <pc:docMk/>
            <pc:sldMk cId="0" sldId="523"/>
            <ac:spMk id="260" creationId="{00000000-0000-0000-0000-000000000000}"/>
          </ac:spMkLst>
        </pc:spChg>
        <pc:spChg chg="mod">
          <ac:chgData name="John Tittle" userId="c9414421e32e8042" providerId="LiveId" clId="{48C55722-1884-484D-BEBA-C6DAFFF89F9C}" dt="2026-08-12T13:00:54.805" v="1" actId="255"/>
          <ac:spMkLst>
            <pc:docMk/>
            <pc:sldMk cId="0" sldId="523"/>
            <ac:spMk id="261" creationId="{00000000-0000-0000-0000-000000000000}"/>
          </ac:spMkLst>
        </pc:spChg>
        <pc:spChg chg="mod">
          <ac:chgData name="John Tittle" userId="c9414421e32e8042" providerId="LiveId" clId="{48C55722-1884-484D-BEBA-C6DAFFF89F9C}" dt="2026-08-12T13:01:11.684" v="2" actId="255"/>
          <ac:spMkLst>
            <pc:docMk/>
            <pc:sldMk cId="0" sldId="523"/>
            <ac:spMk id="262" creationId="{00000000-0000-0000-0000-000000000000}"/>
          </ac:spMkLst>
        </pc:spChg>
      </pc:sldChg>
      <pc:sldChg chg="modSp mod ord">
        <pc:chgData name="John Tittle" userId="c9414421e32e8042" providerId="LiveId" clId="{48C55722-1884-484D-BEBA-C6DAFFF89F9C}" dt="2026-08-12T15:53:10.639" v="32"/>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Sp modSp">
        <pc:chgData name="John Tittle" userId="c9414421e32e8042" providerId="LiveId" clId="{48C55722-1884-484D-BEBA-C6DAFFF89F9C}" dt="2026-08-13T18:04:10.115" v="145"/>
        <pc:sldMkLst>
          <pc:docMk/>
          <pc:sldMk cId="0" sldId="548"/>
        </pc:sldMkLst>
        <pc:picChg chg="add mod">
          <ac:chgData name="John Tittle" userId="c9414421e32e8042" providerId="LiveId" clId="{48C55722-1884-484D-BEBA-C6DAFFF89F9C}" dt="2026-08-13T18:04:10.115" v="145"/>
          <ac:picMkLst>
            <pc:docMk/>
            <pc:sldMk cId="0" sldId="548"/>
            <ac:picMk id="5" creationId="{57A95D7D-1063-6D30-607C-E5502D8C3B9D}"/>
          </ac:picMkLst>
        </pc:pic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WELCOME · LEAD: CONTAINER HOLDER · GROUNDING — every session opens on this map</a:t>
            </a:r>
          </a:p>
          <a:p>
            <a:r>
              <a:t>BEATS:</a:t>
            </a:r>
          </a:p>
          <a:p>
            <a:r>
              <a:t>1. Locate tonight on the map, plainly: Evening 9 returns to the whole map — all four Connects, rebuilt after the break. Each connection makes the next one real (Matt. 22:37–40).</a:t>
            </a:r>
          </a:p>
          <a:p>
            <a:r>
              <a:t>2. The four boxes are one journey — each connection makes the next one real — rooted in the two great commandments: love God, love neighbor (Matt 22:37–40).</a:t>
            </a:r>
          </a:p>
          <a:p>
            <a:r>
              <a:t>3. This is also the 'where we are on the map' minute the welcome owes any newcomer.</a:t>
            </a:r>
          </a:p>
          <a:p>
            <a:r>
              <a:t>CUES: Two minutes at most; then tonight's road.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COMMISSIONING · LEAD: CONTENT PRESENTER</a:t>
            </a:r>
          </a:p>
          <a:p>
            <a:r>
              <a:t>BEATS:</a:t>
            </a:r>
          </a:p>
          <a:p>
            <a:r>
              <a:t>1. The sheet on the screen is the sheet in their hands — walk it, don't read it.</a:t>
            </a:r>
          </a:p>
          <a:p>
            <a:r>
              <a:t>2. The standing rhythm first: the morning question, the evening journal line — one box per day on the week-grids.</a:t>
            </a:r>
          </a:p>
          <a:p>
            <a:r>
              <a:t>3. A missed box is never a failure — it is an invitation to return.</a:t>
            </a:r>
          </a:p>
          <a:p>
            <a:r>
              <a:t>CUES: The four parts are the next slide.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COMMISSIONING · LEAD: CONTENT PRESENTER</a:t>
            </a:r>
          </a:p>
          <a:p>
            <a:r>
              <a:t>BEATS:</a:t>
            </a:r>
          </a:p>
          <a:p>
            <a:r>
              <a:t>1. The four parts, in order: the homework practice, week one; the end-of-week-one check-in; the homework practice, week two; one sentence of preparation.</a:t>
            </a:r>
          </a:p>
          <a:p>
            <a:r>
              <a:t>2. Check-in partners are named aloud before leaving this slide — the sheet has the line to write the name.</a:t>
            </a:r>
          </a:p>
          <a:p>
            <a:r>
              <a:t>GUARD: The sheet-walk, not a re-teach.</a:t>
            </a: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pre-session · DIVIDER</a:t>
            </a:r>
          </a:p>
          <a:p>
            <a:r>
              <a:t>On screen through dinner and as the circle forms. Greet at the door — the slide holds the room.</a:t>
            </a: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7:00–7:08 · LEAD: CONTAINER HOLDER</a:t>
            </a:r>
          </a:p>
          <a:p>
            <a:r>
              <a:t>BEATS: 1. First evening back after the break — nothing new is taught today; the whole evening rebuilds what the break interrupted. If no holiday break falls before this evening, the break is simply the two weeks since we last met; the evening form runs this test at every return. 2. Three movements: 'What held?' in pairs; the Walk Home (the Path Home Card enacted); re-anchoring the year's map. 3. Deliberately adult-carried today — the container protocol itself is the teaching.</a:t>
            </a:r>
          </a:p>
          <a:p>
            <a:r>
              <a:t>CUES: name tags run again as if it were Evening 1; note every empty chair for warm contact this week.</a:t>
            </a: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7:00–7:08 · LEAD: CONTAINER HOLDER</a:t>
            </a:r>
          </a:p>
          <a:p>
            <a:r>
              <a:t>BEATS: 1. Run ALL eight opening steps at two-thirds speed and name the slowness out loud: containers are rebuilt every time, by the same small faithful steps. 2. One-word check-in gets a second beat — one unhurried breath after each word; no commentary, no nodding anyone along. It is the most information-dense thirty seconds of the session. 3. Double the put-down silence to a full minute. 4. Spoken commitment, opening prayer, sit.</a:t>
            </a:r>
          </a:p>
          <a:p>
            <a:r>
              <a:t>GUARD: The slow open runs about 12 minutes and IS the session's first teaching — do not rush it back to the usual clip. If the room will not settle, run it slower, not louder; contain the room, don't fight it.</a:t>
            </a:r>
          </a:p>
          <a:p>
            <a:r>
              <a:t>PAIR LEAD: name the leading pair in the welcome — two leaders hold tonight, and the room will see the evening handed back and forth between them; that is the design. The pair practices the session together beforehand.</a:t>
            </a: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7:25–7:34 · LEAD: CONTENT PRESENTER</a:t>
            </a:r>
          </a:p>
          <a:p>
            <a:r>
              <a:t>BEATS: 1. Read Lamentations 3:22–23 and Psalm 126 aloud, slowly, from the physical Bible. 2. Teach where the verse lives: in the ashes of Jerusalem — mercies-new-every-morning belongs to the mornings after the seasons that didn't hold. 3. No carried balance: His mercies are issued fresh this morning, to everyone in the circle, whatever the break looked like — that is why today's reading costs nothing. 4. Psalm 126: coming home is the happiest walk there is. Hold it — we come back to it after the pairs.</a:t>
            </a: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7:34–7:57 · LEAD: CONTENT PRESENTER · PAIRS</a:t>
            </a:r>
          </a:p>
          <a:p>
            <a:r>
              <a:t>BEATS: 1. Bridge from the front: a reading, not a report card — every break is a natural test of the practices, not of you. Then split. 2. In pairs, one at a time: which practices held, which slipped — plain words. Receive each with a nod and nothing else. 3. If time allows: 'did anything about the break surprise you?' 4. Companions keep rough counts for the debrief — numbers only, no names.</a:t>
            </a:r>
          </a:p>
          <a:p>
            <a:r>
              <a:t>CUES: Arranged parent reads first, slips included (check the Run Card) — never cold-call a teen; 'most of it slipped' and pass are complete answers.</a:t>
            </a:r>
          </a:p>
          <a:p>
            <a:r>
              <a:t>GUARD: Slips are data, not failure. Cut off confession warmly — 'no apology owed; that's data' — and widen the frame on any scoreboard reading. Everyone reads: a round where three talk long and four not at all has failed its shape.</a:t>
            </a: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7:57–8:15 · LEAD: CONTENT PRESENTER</a:t>
            </a:r>
          </a:p>
          <a:p>
            <a:r>
              <a:t>BEATS: 1. The heart of the session. Speak the welcome over the WHOLE room at once, so everyone who drifted walks back through the door together and nobody has to identify themselves to be received. 2. Luke 15: 'while he was still a long way off' — the father runs; nobody owes an explanation before the robe. 3. The house rule, said aloud: nobody in this room owes anybody an explanation for the break. You are in the chair — that is the whole return. 4. The way back is unglamorous: begin again on the next available day; five dry minutes tomorrow is a full return. Every chair filled today is a small feast.</a:t>
            </a:r>
          </a:p>
          <a:p>
            <a:r>
              <a:t>CUES: No hands, no testimonies, no self-identification. If someone names their own drift, bless the telling, honor the return, add nothing. Watch for the going-still and the wet eyes — no spotlight; follow up at the door or this week.</a:t>
            </a: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8:15–8:20 · LEAD: CONTENT PRESENTER</a:t>
            </a:r>
          </a:p>
          <a:p>
            <a:r>
              <a:t>BEATS: 1. Brief and plain — the map moment. 2. Behind us: the whole God arc — container, story, soils, being known, then PROAPT, the garden, the doubts brought honestly. That work is in you now; the break did not take it away. 3. Ahead: Evening 10 turns outward to Mission; then the Rhythm week; then the closing quarter and the commissionings. 4. 'We are not starting over today. We are picking the trail back up, together, further along than we have ever been.'</a:t>
            </a: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8:20–8:24 · LEAD: CONTENT PRESENTER</a:t>
            </a:r>
          </a:p>
          <a:p>
            <a:r>
              <a:t>BEATS: 1. Co-Companion (Parent) leads. Restart ONE daily practice — just one; the smallness is the wisdom. 2. Journals open, ninety seconds to write: the practice at the top of a fresh page with when and where — 'the morning question, 6:50, kitchen table.' 3. Miss a day? Do not start over from the beginning — begin again on the next available day. One seed goes back in the ground this week.</a:t>
            </a: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8:24–8:26, return 8:29–8:30 · LEAD: CONTAINER HOLDER</a:t>
            </a:r>
          </a:p>
          <a:p>
            <a:r>
              <a:t>BEATS: 1. Closing protocol 8:24–8:26, unhurried: stand; one-word landing (the contrast with the opening words is today's best data); the one thing taken from today; the one practice (each names the one just written); blessings — let this step run warm today; the first evenings back is the right night for the room to bless itself. 2. Then the Leader Feedback Round interposes, 8:26–8:29 (next slide). 3. Return here 8:29–8:30: 'His mercies did not run out over the break, and they will not run out over this quarter.' Aaronic blessing, hands up. 'Welcome home. See you evenings — Evening 10, Mission.'</a:t>
            </a:r>
          </a:p>
          <a:p>
            <a:r>
              <a:t>CUES: Today's order is unusual — closing container BEFORE the feedback round, blessing last. Follow the slide flow, not habit.</a:t>
            </a:r>
          </a:p>
          <a:p>
            <a:r>
              <a:t>BLESSINGS: eyes on the person, not the screen — nothing to read; say what is on your heart for them, specific and short.</a:t>
            </a: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E9 · 8:26–8:29 · LEAD: BOTH LEADERS</a:t>
            </a:r>
          </a:p>
          <a:p>
            <a:r>
              <a:t>BEATS: 1. Same round: leader's three answers first, then the room's two questions; 'thank you' is the whole response. 2. Today it sits between the closing container and the blessing — after this round, flip back for the Aaronic blessing and sending. 3. May be dropped if the room's energy needs something else; dropping it twice running goes to the team debrief.</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 Id="rId3" Type="http://schemas.openxmlformats.org/officeDocument/2006/relationships/image" Target="../media/image4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around the table on alternating evenings</a:t>
            </a:r>
          </a:p>
          <a:p>
            <a:pPr algn="l">
              <a:spcAft>
                <a:spcPts val="600"/>
              </a:spcAft>
            </a:pPr>
            <a:r>
              <a:rPr sz="1800" b="0" i="0">
                <a:solidFill>
                  <a:srgbClr val="97BC62"/>
                </a:solidFill>
                <a:latin typeface="Calibri"/>
              </a:rPr>
              <a:t>Evening Series 2026–27  ·  at the Tittle home  ·  v1.5E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EVENING 9</a:t>
            </a:r>
          </a:p>
          <a:p>
            <a:pPr algn="l">
              <a:spcAft>
                <a:spcPts val="1000"/>
              </a:spcAft>
            </a:pPr>
            <a:r>
              <a:rPr sz="3300" b="1" i="0">
                <a:solidFill>
                  <a:srgbClr val="2C5F2D"/>
                </a:solidFill>
                <a:latin typeface="Cambria"/>
              </a:rPr>
              <a:t>The Return</a:t>
            </a:r>
          </a:p>
          <a:p>
            <a:pPr algn="l">
              <a:spcAft>
                <a:spcPts val="600"/>
              </a:spcAft>
            </a:pPr>
            <a:r>
              <a:rPr sz="1800" b="0" i="1">
                <a:solidFill>
                  <a:srgbClr val="595959"/>
                </a:solidFill>
                <a:latin typeface="Calibri"/>
              </a:rPr>
              <a:t>Coming home after the break — reading honestly what held, welcoming every walker back, and beginning again</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176</a:t>
            </a:r>
            <a:endParaRPr sz="1000" b="1">
              <a:solidFill>
                <a:srgbClr val="7A8A6E"/>
              </a:solidFill>
              <a:latin typeface="Calibri"/>
            </a:endParaRPr>
          </a:p>
        </p:txBody>
      </p:sp>
      <p:pic>
        <p:nvPicPr>
          <p:cNvPr id="91" name="Picture 91" descr="a snowy road between tall pines with dawn light at its end"/>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Where We Are — the Four Connects</a:t>
            </a:r>
          </a:p>
        </p:txBody>
      </p:sp>
      <p:sp>
        <p:nvSpPr>
          <p:cNvPr id="5" name="TextBox 4"/>
          <p:cNvSpPr txBox="1"/>
          <p:nvPr/>
        </p:nvSpPr>
        <p:spPr>
          <a:xfrm>
            <a:off x="822960" y="5623560"/>
            <a:ext cx="10515600" cy="914400"/>
          </a:xfrm>
          <a:prstGeom prst="rect">
            <a:avLst/>
          </a:prstGeom>
          <a:noFill/>
        </p:spPr>
        <p:txBody>
          <a:bodyPr wrap="square">
            <a:spAutoFit/>
          </a:bodyPr>
          <a:lstStyle/>
          <a:p>
            <a:r>
              <a:rPr sz="1800" b="0">
                <a:solidFill>
                  <a:srgbClr val="222B22"/>
                </a:solidFill>
                <a:latin typeface="Calibri"/>
              </a:rPr>
              <a:t>Evening 9 returns to the whole map — </a:t>
            </a:r>
            <a:r>
              <a:rPr sz="1800" b="1">
                <a:solidFill>
                  <a:srgbClr val="2C5F2D"/>
                </a:solidFill>
                <a:latin typeface="Calibri"/>
              </a:rPr>
              <a:t>all four Connects</a:t>
            </a:r>
            <a:r>
              <a:rPr sz="1800" b="0">
                <a:solidFill>
                  <a:srgbClr val="222B22"/>
                </a:solidFill>
                <a:latin typeface="Calibri"/>
              </a:rPr>
              <a:t>, rebuilt after the break. Each connection makes the next one real (Matt. 22:37–40).</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177</a:t>
            </a:r>
            <a:endParaRPr sz="1000" b="1">
              <a:solidFill>
                <a:srgbClr val="7A8A6E"/>
              </a:solidFill>
              <a:latin typeface="Calibri"/>
            </a:endParaRPr>
          </a:p>
        </p:txBody>
      </p:sp>
      <p:pic>
        <p:nvPicPr>
          <p:cNvPr id="91" name="Picture 90" descr="four-connects.png"/>
          <p:cNvPicPr>
            <a:picLocks noChangeAspect="1"/>
          </p:cNvPicPr>
          <p:nvPr/>
        </p:nvPicPr>
        <p:blipFill>
          <a:blip r:embed="rId6"/>
          <a:stretch>
            <a:fillRect/>
          </a:stretch>
        </p:blipFill>
        <p:spPr>
          <a:xfrm>
            <a:off x="932688" y="1645920"/>
            <a:ext cx="10332720" cy="37086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Evening 9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500"/>
              </a:spcAft>
            </a:pPr>
            <a:r>
              <a:rPr sz="2800" b="1">
                <a:solidFill>
                  <a:srgbClr val="97BC62"/>
                </a:solidFill>
                <a:latin typeface="Calibri"/>
              </a:rPr>
              <a:t>1   </a:t>
            </a:r>
            <a:r>
              <a:rPr sz="2800">
                <a:solidFill>
                  <a:srgbClr val="222B22"/>
                </a:solidFill>
                <a:latin typeface="Calibri"/>
              </a:rPr>
              <a:t>Opening container — run slow</a:t>
            </a:r>
          </a:p>
          <a:p>
            <a:pPr>
              <a:spcAft>
                <a:spcPts val="500"/>
              </a:spcAft>
            </a:pPr>
            <a:r>
              <a:rPr sz="2800" b="1">
                <a:solidFill>
                  <a:srgbClr val="97BC62"/>
                </a:solidFill>
                <a:latin typeface="Calibri"/>
              </a:rPr>
              <a:t>2   </a:t>
            </a:r>
            <a:r>
              <a:rPr sz="2800">
                <a:solidFill>
                  <a:srgbClr val="222B22"/>
                </a:solidFill>
                <a:latin typeface="Calibri"/>
              </a:rPr>
              <a:t>New every morning — Lam. 3:22–23, Ps. 126</a:t>
            </a:r>
          </a:p>
          <a:p>
            <a:pPr>
              <a:spcAft>
                <a:spcPts val="500"/>
              </a:spcAft>
            </a:pPr>
            <a:r>
              <a:rPr sz="2800" b="1">
                <a:solidFill>
                  <a:srgbClr val="97BC62"/>
                </a:solidFill>
                <a:latin typeface="Calibri"/>
              </a:rPr>
              <a:t>3   </a:t>
            </a:r>
            <a:r>
              <a:rPr sz="2800">
                <a:solidFill>
                  <a:srgbClr val="222B22"/>
                </a:solidFill>
                <a:latin typeface="Calibri"/>
              </a:rPr>
              <a:t>“What held?”</a:t>
            </a:r>
          </a:p>
          <a:p>
            <a:pPr>
              <a:spcAft>
                <a:spcPts val="500"/>
              </a:spcAft>
            </a:pPr>
            <a:r>
              <a:rPr sz="2800" b="1">
                <a:solidFill>
                  <a:srgbClr val="97BC62"/>
                </a:solidFill>
                <a:latin typeface="Calibri"/>
              </a:rPr>
              <a:t>4   </a:t>
            </a:r>
            <a:r>
              <a:rPr sz="2800">
                <a:solidFill>
                  <a:srgbClr val="222B22"/>
                </a:solidFill>
                <a:latin typeface="Calibri"/>
              </a:rPr>
              <a:t>The walk home</a:t>
            </a:r>
          </a:p>
          <a:p>
            <a:pPr>
              <a:spcAft>
                <a:spcPts val="500"/>
              </a:spcAft>
            </a:pPr>
            <a:r>
              <a:rPr sz="2800" b="1">
                <a:solidFill>
                  <a:srgbClr val="97BC62"/>
                </a:solidFill>
                <a:latin typeface="Calibri"/>
              </a:rPr>
              <a:t>5   </a:t>
            </a:r>
            <a:r>
              <a:rPr sz="2800">
                <a:solidFill>
                  <a:srgbClr val="222B22"/>
                </a:solidFill>
                <a:latin typeface="Calibri"/>
              </a:rPr>
              <a:t>Re-anchoring the year — and the door out, once</a:t>
            </a:r>
          </a:p>
          <a:p>
            <a:pPr>
              <a:spcAft>
                <a:spcPts val="500"/>
              </a:spcAft>
            </a:pPr>
            <a:r>
              <a:rPr sz="2800" b="1">
                <a:solidFill>
                  <a:srgbClr val="97BC62"/>
                </a:solidFill>
                <a:latin typeface="Calibri"/>
              </a:rPr>
              <a:t>6   </a:t>
            </a:r>
            <a:r>
              <a:rPr sz="2800">
                <a:solidFill>
                  <a:srgbClr val="222B22"/>
                </a:solidFill>
                <a:latin typeface="Calibri"/>
              </a:rPr>
              <a:t>Between-session practice — restart one</a:t>
            </a:r>
          </a:p>
          <a:p>
            <a:pPr>
              <a:spcAft>
                <a:spcPts val="500"/>
              </a:spcAft>
            </a:pPr>
            <a:r>
              <a:rPr sz="2800" b="1">
                <a:solidFill>
                  <a:srgbClr val="97BC62"/>
                </a:solidFill>
                <a:latin typeface="Calibri"/>
              </a:rPr>
              <a:t>7   </a:t>
            </a:r>
            <a:r>
              <a:rPr sz="2800">
                <a:solidFill>
                  <a:srgbClr val="222B22"/>
                </a:solidFill>
                <a:latin typeface="Calibri"/>
              </a:rPr>
              <a:t>Closing container</a:t>
            </a:r>
          </a:p>
          <a:p>
            <a:pPr>
              <a:spcAft>
                <a:spcPts val="500"/>
              </a:spcAft>
            </a:pPr>
            <a:r>
              <a:rPr sz="2800" b="1">
                <a:solidFill>
                  <a:srgbClr val="97BC62"/>
                </a:solidFill>
                <a:latin typeface="Calibri"/>
              </a:rPr>
              <a:t>8   </a:t>
            </a:r>
            <a:r>
              <a:rPr sz="2800">
                <a:solidFill>
                  <a:srgbClr val="222B22"/>
                </a:solidFill>
                <a:latin typeface="Calibri"/>
              </a:rPr>
              <a:t>Leader Feedback Round</a:t>
            </a:r>
          </a:p>
          <a:p>
            <a:pPr>
              <a:spcAft>
                <a:spcPts val="500"/>
              </a:spcAft>
            </a:pPr>
            <a:r>
              <a:rPr sz="2800" b="1">
                <a:solidFill>
                  <a:srgbClr val="97BC62"/>
                </a:solidFill>
                <a:latin typeface="Calibri"/>
              </a:rPr>
              <a:t>9   </a:t>
            </a:r>
            <a:r>
              <a:rPr sz="28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178</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Run Slow</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Time apart — containers don’t keep. They are rebuilt every time, by the same small faithful steps</a:t>
            </a:r>
          </a:p>
          <a:p>
            <a:pPr marL="274320" indent="-274320">
              <a:spcAft>
                <a:spcPts val="800"/>
              </a:spcAft>
            </a:pPr>
            <a:r>
              <a:rPr sz="2000" b="1" i="0">
                <a:solidFill>
                  <a:srgbClr val="97BC62"/>
                </a:solidFill>
                <a:latin typeface="Calibri"/>
              </a:rPr>
              <a:t>•  </a:t>
            </a:r>
            <a:r>
              <a:rPr sz="2000" b="0" i="0">
                <a:solidFill>
                  <a:srgbClr val="222B22"/>
                </a:solidFill>
                <a:latin typeface="Calibri"/>
              </a:rPr>
              <a:t>“Tonight we open it slowly, on purpose. Don’t rush the steps. There is nowhere else we need to be.”</a:t>
            </a:r>
          </a:p>
          <a:p>
            <a:pPr marL="274320" indent="-274320">
              <a:spcAft>
                <a:spcPts val="800"/>
              </a:spcAft>
            </a:pPr>
            <a:r>
              <a:rPr sz="2000" b="1" i="0">
                <a:solidFill>
                  <a:srgbClr val="97BC62"/>
                </a:solidFill>
                <a:latin typeface="Calibri"/>
              </a:rPr>
              <a:t>•  </a:t>
            </a:r>
            <a:r>
              <a:rPr sz="2000" b="0" i="0">
                <a:solidFill>
                  <a:srgbClr val="222B22"/>
                </a:solidFill>
                <a:latin typeface="Calibri"/>
              </a:rPr>
              <a:t>The full eight steps — phones away, standing circle, put out / bring in, the prayer</a:t>
            </a:r>
          </a:p>
          <a:p>
            <a:pPr marL="274320" indent="-274320">
              <a:spcAft>
                <a:spcPts val="800"/>
              </a:spcAft>
            </a:pPr>
            <a:r>
              <a:rPr sz="2000" b="1" i="0">
                <a:solidFill>
                  <a:srgbClr val="97BC62"/>
                </a:solidFill>
                <a:latin typeface="Calibri"/>
              </a:rPr>
              <a:t>•  </a:t>
            </a:r>
            <a:r>
              <a:rPr sz="2000" b="0" i="0">
                <a:solidFill>
                  <a:srgbClr val="222B22"/>
                </a:solidFill>
                <a:latin typeface="Calibri"/>
              </a:rPr>
              <a:t>One-word check-in: “One word for how you actually are right now — not how you usually are, not how you should be.” Let each word have a breath</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800" b="1" i="0">
                <a:solidFill>
                  <a:srgbClr val="97BC62"/>
                </a:solidFill>
                <a:latin typeface="Calibri"/>
              </a:rPr>
              <a:t>THE SPOKEN COMMITMENT</a:t>
            </a:r>
          </a:p>
          <a:p>
            <a:pPr>
              <a:spcAft>
                <a:spcPts val="600"/>
              </a:spcAft>
            </a:pPr>
            <a:r>
              <a:rPr sz="2400" b="0" i="1">
                <a:solidFill>
                  <a:srgbClr val="222B22"/>
                </a:solidFill>
                <a:latin typeface="Cambria"/>
              </a:rPr>
              <a:t>“I am here. I am paying attention. I am willing to be moved.”</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179</a:t>
            </a:r>
            <a:endParaRPr sz="1000" b="1">
              <a:solidFill>
                <a:srgbClr val="7A8A6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New Every Morning — Lam. 3:22–23, Ps. 126</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Written in the ashes of Jerusalem — the mercies-new truth lives in the mornings after the seasons that didn’t hold</a:t>
            </a:r>
          </a:p>
          <a:p>
            <a:pPr marL="274320" indent="-274320">
              <a:spcAft>
                <a:spcPts val="800"/>
              </a:spcAft>
            </a:pPr>
            <a:r>
              <a:rPr sz="2000" b="1" i="0">
                <a:solidFill>
                  <a:srgbClr val="97BC62"/>
                </a:solidFill>
                <a:latin typeface="Calibri"/>
              </a:rPr>
              <a:t>•  </a:t>
            </a:r>
            <a:r>
              <a:rPr sz="2000" b="0" i="0">
                <a:solidFill>
                  <a:srgbClr val="222B22"/>
                </a:solidFill>
                <a:latin typeface="Calibri"/>
              </a:rPr>
              <a:t>Not new every morning that you earned. Issued fresh, this morning, to everyone in this circle — whatever the break looked like</a:t>
            </a:r>
          </a:p>
          <a:p>
            <a:pPr marL="274320" indent="-274320">
              <a:spcAft>
                <a:spcPts val="800"/>
              </a:spcAft>
            </a:pPr>
            <a:r>
              <a:rPr sz="2000" b="1" i="0">
                <a:solidFill>
                  <a:srgbClr val="97BC62"/>
                </a:solidFill>
                <a:latin typeface="Calibri"/>
              </a:rPr>
              <a:t>•  </a:t>
            </a:r>
            <a:r>
              <a:rPr sz="2000" b="0" i="0">
                <a:solidFill>
                  <a:srgbClr val="222B22"/>
                </a:solidFill>
                <a:latin typeface="Calibri"/>
              </a:rPr>
              <a:t>Psalm 126 — “those who sow in tears shall reap with shouts of joy!” Coming home is not make-up work; it is the happiest walk there is</a:t>
            </a:r>
          </a:p>
          <a:p>
            <a:pPr marL="274320" indent="-274320">
              <a:spcAft>
                <a:spcPts val="800"/>
              </a:spcAft>
            </a:pPr>
            <a:r>
              <a:rPr sz="2000" b="1" i="0">
                <a:solidFill>
                  <a:srgbClr val="97BC62"/>
                </a:solidFill>
                <a:latin typeface="Calibri"/>
              </a:rPr>
              <a:t>•  </a:t>
            </a:r>
            <a:r>
              <a:rPr sz="2000" b="0" i="0">
                <a:solidFill>
                  <a:srgbClr val="222B22"/>
                </a:solidFill>
                <a:latin typeface="Calibri"/>
              </a:rPr>
              <a:t>Tonight we read the break honestly — and we can afford to, because the mercy was already new before we walked in</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LAMENTATIONS 3:22–23</a:t>
            </a:r>
          </a:p>
          <a:p>
            <a:pPr>
              <a:spcAft>
                <a:spcPts val="600"/>
              </a:spcAft>
            </a:pPr>
            <a:r>
              <a:rPr sz="2400" b="0" i="1">
                <a:solidFill>
                  <a:srgbClr val="222B22"/>
                </a:solidFill>
                <a:latin typeface="Cambria"/>
              </a:rPr>
              <a:t>“The steadfast love of the LORD never ceases; his mercies never come to an end; they are new every morning; great is your faithfulness.”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180</a:t>
            </a:r>
            <a:endParaRPr sz="1000" b="1">
              <a:solidFill>
                <a:srgbClr val="7A8A6E"/>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“What Held?”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750"/>
              </a:spcAft>
            </a:pPr>
            <a:r>
              <a:rPr sz="2000" b="1" i="0">
                <a:solidFill>
                  <a:srgbClr val="97BC62"/>
                </a:solidFill>
                <a:latin typeface="Calibri"/>
              </a:rPr>
              <a:t>•  </a:t>
            </a:r>
            <a:r>
              <a:rPr sz="2000" b="0" i="0">
                <a:solidFill>
                  <a:srgbClr val="222B22"/>
                </a:solidFill>
                <a:latin typeface="Calibri"/>
              </a:rPr>
              <a:t>A reading, not a report card — which practices held through the break, and which slipped</a:t>
            </a:r>
          </a:p>
          <a:p>
            <a:pPr marL="274320" indent="-274320">
              <a:spcAft>
                <a:spcPts val="750"/>
              </a:spcAft>
            </a:pPr>
            <a:r>
              <a:rPr sz="2000" b="1" i="0">
                <a:solidFill>
                  <a:srgbClr val="97BC62"/>
                </a:solidFill>
                <a:latin typeface="Calibri"/>
              </a:rPr>
              <a:t>•  </a:t>
            </a:r>
            <a:r>
              <a:rPr sz="2000" b="0" i="0">
                <a:solidFill>
                  <a:srgbClr val="222B22"/>
                </a:solidFill>
                <a:latin typeface="Calibri"/>
              </a:rPr>
              <a:t>“Every break is a natural test, and it is a test of the practices, not of you.”</a:t>
            </a:r>
          </a:p>
          <a:p>
            <a:pPr marL="274320" indent="-274320">
              <a:spcAft>
                <a:spcPts val="750"/>
              </a:spcAft>
            </a:pPr>
            <a:r>
              <a:rPr sz="2000" b="1" i="0">
                <a:solidFill>
                  <a:srgbClr val="97BC62"/>
                </a:solidFill>
                <a:latin typeface="Calibri"/>
              </a:rPr>
              <a:t>•  </a:t>
            </a:r>
            <a:r>
              <a:rPr sz="2000" b="0" i="0">
                <a:solidFill>
                  <a:srgbClr val="222B22"/>
                </a:solidFill>
                <a:latin typeface="Calibri"/>
              </a:rPr>
              <a:t>One at a time, plain words — a parent starts in each pair</a:t>
            </a:r>
          </a:p>
          <a:p>
            <a:pPr marL="274320" indent="-274320">
              <a:spcAft>
                <a:spcPts val="750"/>
              </a:spcAft>
            </a:pPr>
            <a:r>
              <a:rPr sz="2000" b="1" i="0">
                <a:solidFill>
                  <a:srgbClr val="97BC62"/>
                </a:solidFill>
                <a:latin typeface="Calibri"/>
              </a:rPr>
              <a:t>•  </a:t>
            </a:r>
            <a:r>
              <a:rPr sz="2000" b="0" i="0">
                <a:solidFill>
                  <a:srgbClr val="222B22"/>
                </a:solidFill>
                <a:latin typeface="Calibri"/>
              </a:rPr>
              <a:t>Nobody fixes anybody. Nobody compares. Slips are data — useful information, not a verdict</a:t>
            </a:r>
          </a:p>
          <a:p>
            <a:pPr marL="274320" indent="-274320">
              <a:spcAft>
                <a:spcPts val="750"/>
              </a:spcAft>
            </a:pPr>
            <a:r>
              <a:rPr sz="2000" b="1" i="0">
                <a:solidFill>
                  <a:srgbClr val="97BC62"/>
                </a:solidFill>
                <a:latin typeface="Calibri"/>
              </a:rPr>
              <a:t>•  </a:t>
            </a:r>
            <a:r>
              <a:rPr sz="2000" b="0" i="0">
                <a:solidFill>
                  <a:srgbClr val="222B22"/>
                </a:solidFill>
                <a:latin typeface="Calibri"/>
              </a:rPr>
              <a:t>“Most of it slipped” is a complete answer; pass is a complete answer</a:t>
            </a:r>
          </a:p>
          <a:p>
            <a:pPr marL="685800" indent="-274320">
              <a:spcAft>
                <a:spcPts val="550"/>
              </a:spcAft>
            </a:pPr>
            <a:r>
              <a:rPr sz="1800" b="1" i="0">
                <a:solidFill>
                  <a:srgbClr val="97BC62"/>
                </a:solidFill>
                <a:latin typeface="Calibri"/>
              </a:rPr>
              <a:t>–  </a:t>
            </a:r>
            <a:r>
              <a:rPr sz="1800" b="0" i="1">
                <a:solidFill>
                  <a:srgbClr val="222B22"/>
                </a:solidFill>
                <a:latin typeface="Calibri"/>
              </a:rPr>
              <a:t>If time allows: “Did anything about the break surprise you?”</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181</a:t>
            </a:r>
            <a:endParaRPr sz="1000" b="1">
              <a:solidFill>
                <a:srgbClr val="7A8A6E"/>
              </a:solidFill>
              <a:latin typeface="Calibri"/>
            </a:endParaRPr>
          </a:p>
        </p:txBody>
      </p:sp>
      <p:pic>
        <p:nvPicPr>
          <p:cNvPr id="32" name="Picture 32" descr="trail cairn - the weekly check-in"/>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
        <p:nvSpPr>
          <p:cNvPr id="91" name="JoshuaCard"/>
          <p:cNvSpPr txBox="1"/>
          <p:nvPr/>
        </p:nvSpPr>
        <p:spPr>
          <a:xfrm>
            <a:off x="822960" y="5230368"/>
            <a:ext cx="6675120" cy="1078992"/>
          </a:xfrm>
          <a:prstGeom prst="rect">
            <a:avLst/>
          </a:prstGeom>
          <a:solidFill>
            <a:srgbClr val="F1F6EC"/>
          </a:solidFill>
        </p:spPr>
        <p:txBody>
          <a:bodyPr wrap="square" lIns="137160" tIns="73152" rIns="137160" bIns="73152" anchor="ctr"/>
          <a:lstStyle/>
          <a:p>
            <a:pPr algn="l"/>
            <a:r>
              <a:rPr lang="en-US" sz="2400" i="1">
                <a:solidFill>
                  <a:srgbClr val="222B22"/>
                </a:solidFill>
                <a:latin typeface="Cambria"/>
              </a:rPr>
              <a:t>“When your children ask their fathers in times to come, ‘What do these stones mean?’”</a:t>
            </a:r>
          </a:p>
          <a:p>
            <a:pPr algn="l"/>
            <a:r>
              <a:rPr lang="en-US" sz="1100" b="1">
                <a:solidFill>
                  <a:srgbClr val="97BC62"/>
                </a:solidFill>
                <a:latin typeface="Calibri"/>
              </a:rPr>
              <a:t>— JOSHUA 4:21 (ESV)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Walk Home</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The Path Home Card — filed weeks ago, while the room was warm. Tonight it is not taught; it is enacted</a:t>
            </a:r>
          </a:p>
          <a:p>
            <a:pPr marL="274320" indent="-274320">
              <a:spcAft>
                <a:spcPts val="800"/>
              </a:spcAft>
            </a:pPr>
            <a:r>
              <a:rPr sz="2000" b="1" i="0">
                <a:solidFill>
                  <a:srgbClr val="97BC62"/>
                </a:solidFill>
                <a:latin typeface="Calibri"/>
              </a:rPr>
              <a:t>•  </a:t>
            </a:r>
            <a:r>
              <a:rPr sz="2000" b="0" i="0">
                <a:solidFill>
                  <a:srgbClr val="222B22"/>
                </a:solidFill>
                <a:latin typeface="Calibri"/>
              </a:rPr>
              <a:t>“Nobody in this room owes anybody an explanation for the break. You already walked back. You are in the chair. That is the whole return.”</a:t>
            </a:r>
          </a:p>
          <a:p>
            <a:pPr marL="274320" indent="-274320">
              <a:spcAft>
                <a:spcPts val="800"/>
              </a:spcAft>
            </a:pPr>
            <a:r>
              <a:rPr sz="2000" b="1" i="0">
                <a:solidFill>
                  <a:srgbClr val="97BC62"/>
                </a:solidFill>
                <a:latin typeface="Calibri"/>
              </a:rPr>
              <a:t>•  </a:t>
            </a:r>
            <a:r>
              <a:rPr sz="2000" b="0" i="0">
                <a:solidFill>
                  <a:srgbClr val="222B22"/>
                </a:solidFill>
                <a:latin typeface="Calibri"/>
              </a:rPr>
              <a:t>The way back is unglamorous: do not start over from the beginning; begin again on the next available day. Five dry minutes tomorrow morning is a full return</a:t>
            </a:r>
          </a:p>
          <a:p>
            <a:pPr marL="274320" indent="-274320">
              <a:spcAft>
                <a:spcPts val="800"/>
              </a:spcAft>
            </a:pPr>
            <a:r>
              <a:rPr sz="2000" b="1" i="0">
                <a:solidFill>
                  <a:srgbClr val="97BC62"/>
                </a:solidFill>
                <a:latin typeface="Calibri"/>
              </a:rPr>
              <a:t>•  </a:t>
            </a:r>
            <a:r>
              <a:rPr sz="2000" b="0" i="0">
                <a:solidFill>
                  <a:srgbClr val="222B22"/>
                </a:solidFill>
                <a:latin typeface="Calibri"/>
              </a:rPr>
              <a:t>Everybody here came back — every chair filled tonight is a small feast</a:t>
            </a:r>
          </a:p>
          <a:p>
            <a:pPr marL="274320" indent="-274320">
              <a:spcAft>
                <a:spcPts val="800"/>
              </a:spcAft>
            </a:pPr>
            <a:r>
              <a:rPr sz="2000" b="1" i="0">
                <a:solidFill>
                  <a:srgbClr val="97BC62"/>
                </a:solidFill>
                <a:latin typeface="Calibri"/>
              </a:rPr>
              <a:t>•  </a:t>
            </a:r>
            <a:r>
              <a:rPr sz="2000" b="0" i="0">
                <a:solidFill>
                  <a:srgbClr val="222B22"/>
                </a:solidFill>
                <a:latin typeface="Calibri"/>
              </a:rPr>
              <a:t>If the break was hard in ways that have nothing to do with practices — that is a Companion conversation, tonight or this week</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800" b="1" i="0">
                <a:solidFill>
                  <a:srgbClr val="97BC62"/>
                </a:solidFill>
                <a:latin typeface="Calibri"/>
              </a:rPr>
              <a:t>LUKE 15:20</a:t>
            </a:r>
          </a:p>
          <a:p>
            <a:pPr>
              <a:spcAft>
                <a:spcPts val="600"/>
              </a:spcAft>
            </a:pPr>
            <a:r>
              <a:rPr sz="2400" b="0" i="1">
                <a:solidFill>
                  <a:srgbClr val="222B22"/>
                </a:solidFill>
                <a:latin typeface="Cambria"/>
              </a:rPr>
              <a:t>“But while he was still a long way off, his father saw him and felt compassion, and ran and embraced him and kissed him.”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182</a:t>
            </a:r>
            <a:endParaRPr sz="1000" b="1">
              <a:solidFill>
                <a:srgbClr val="7A8A6E"/>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Re-Anchoring the Year</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Behind us: the whole God arc — the container, your story, the soils, being known; then the hearing: PROAPT, the garden, the doubts brought honestly</a:t>
            </a:r>
          </a:p>
          <a:p>
            <a:pPr marL="274320" indent="-274320">
              <a:spcAft>
                <a:spcPts val="900"/>
              </a:spcAft>
            </a:pPr>
            <a:r>
              <a:rPr sz="2800" b="1" i="0">
                <a:solidFill>
                  <a:srgbClr val="97BC62"/>
                </a:solidFill>
                <a:latin typeface="Calibri"/>
              </a:rPr>
              <a:t>•  </a:t>
            </a:r>
            <a:r>
              <a:rPr sz="2800" b="0" i="0">
                <a:solidFill>
                  <a:srgbClr val="222B22"/>
                </a:solidFill>
                <a:latin typeface="Calibri"/>
              </a:rPr>
              <a:t>“That work is in you now. The break did not take it away.”</a:t>
            </a:r>
          </a:p>
          <a:p>
            <a:pPr marL="274320" indent="-274320">
              <a:spcAft>
                <a:spcPts val="900"/>
              </a:spcAft>
            </a:pPr>
            <a:r>
              <a:rPr sz="2800" b="1" i="0">
                <a:solidFill>
                  <a:srgbClr val="97BC62"/>
                </a:solidFill>
                <a:latin typeface="Calibri"/>
              </a:rPr>
              <a:t>•  </a:t>
            </a:r>
            <a:r>
              <a:rPr sz="2800" b="0" i="0">
                <a:solidFill>
                  <a:srgbClr val="222B22"/>
                </a:solidFill>
                <a:latin typeface="Calibri"/>
              </a:rPr>
              <a:t>Ahead: Evening 10 — Mission, the turn outward; then the Rhythm — one card you build with your own hand; then the sendings and the commissionings</a:t>
            </a:r>
          </a:p>
          <a:p>
            <a:pPr marL="274320" indent="-274320">
              <a:spcAft>
                <a:spcPts val="900"/>
              </a:spcAft>
            </a:pPr>
            <a:r>
              <a:rPr sz="2800" b="1" i="0">
                <a:solidFill>
                  <a:srgbClr val="97BC62"/>
                </a:solidFill>
                <a:latin typeface="Calibri"/>
              </a:rPr>
              <a:t>•  </a:t>
            </a:r>
            <a:r>
              <a:rPr sz="2800" b="0" i="0">
                <a:solidFill>
                  <a:srgbClr val="222B22"/>
                </a:solidFill>
                <a:latin typeface="Calibri"/>
              </a:rPr>
              <a:t>“We are not starting over tonight. We are picking the trail back up, together, further along than we have ever been.”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183</a:t>
            </a:r>
            <a:endParaRPr sz="1000" b="1">
              <a:solidFill>
                <a:srgbClr val="7A8A6E"/>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One More Thing, While We Are Getting Our Bearings</a:t>
            </a:r>
          </a:p>
        </p:txBody>
      </p:sp>
      <p:sp>
        <p:nvSpPr>
          <p:cNvPr id="4" name="TextBox 4"/>
          <p:cNvSpPr txBox="1"/>
          <p:nvPr/>
        </p:nvSpPr>
        <p:spPr>
          <a:xfrm>
            <a:off x="822960" y="1554480"/>
            <a:ext cx="6675120" cy="475488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Pastor Bobby Gore  ·  (831) 277-9878  —  still there, and still not part of our team</a:t>
            </a:r>
          </a:p>
          <a:p>
            <a:pPr marL="274320" indent="-274320">
              <a:spcAft>
                <a:spcPts val="900"/>
              </a:spcAft>
            </a:pPr>
            <a:r>
              <a:rPr sz="2800" b="1" i="0">
                <a:solidFill>
                  <a:srgbClr val="97BC62"/>
                </a:solidFill>
                <a:latin typeface="Calibri"/>
              </a:rPr>
              <a:t>•  His number is on the safety page at the front of your journal</a:t>
            </a:r>
          </a:p>
          <a:p>
            <a:pPr marL="274320" indent="-274320">
              <a:spcAft>
                <a:spcPts val="900"/>
              </a:spcAft>
            </a:pPr>
            <a:r>
              <a:rPr sz="2800" b="1" i="0">
                <a:solidFill>
                  <a:srgbClr val="97BC62"/>
                </a:solidFill>
                <a:latin typeface="Calibri"/>
              </a:rPr>
              <a:t>•  Same as we said in September</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184</a:t>
            </a:r>
            <a:endParaRPr sz="1000" b="1">
              <a:solidFill>
                <a:srgbClr val="7A8A6E"/>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Homework — Two Weeks, Four Parts — Restart One</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Not everything. One daily practice — the morning question, the evening note, or PROAPT. Just one</a:t>
            </a:r>
          </a:p>
          <a:p>
            <a:pPr marL="274320" indent="-274320">
              <a:spcAft>
                <a:spcPts val="900"/>
              </a:spcAft>
            </a:pPr>
            <a:r>
              <a:rPr sz="2200" b="1" i="0">
                <a:solidFill>
                  <a:srgbClr val="97BC62"/>
                </a:solidFill>
                <a:latin typeface="Calibri"/>
              </a:rPr>
              <a:t>•  </a:t>
            </a:r>
            <a:r>
              <a:rPr sz="2200" b="0" i="0">
                <a:solidFill>
                  <a:srgbClr val="222B22"/>
                </a:solidFill>
                <a:latin typeface="Calibri"/>
              </a:rPr>
              <a:t>Write it at the top of a fresh journal page tonight, with when and where: “The morning question, 6:50, kitchen table”</a:t>
            </a:r>
          </a:p>
          <a:p>
            <a:pPr marL="274320" indent="-274320">
              <a:spcAft>
                <a:spcPts val="900"/>
              </a:spcAft>
            </a:pPr>
            <a:r>
              <a:rPr sz="2200" b="1" i="0">
                <a:solidFill>
                  <a:srgbClr val="97BC62"/>
                </a:solidFill>
                <a:latin typeface="Calibri"/>
              </a:rPr>
              <a:t>•  </a:t>
            </a:r>
            <a:r>
              <a:rPr sz="2200" b="0" i="0">
                <a:solidFill>
                  <a:srgbClr val="222B22"/>
                </a:solidFill>
                <a:latin typeface="Calibri"/>
              </a:rPr>
              <a:t>That one practice, daily, this week</a:t>
            </a:r>
          </a:p>
          <a:p>
            <a:pPr marL="274320" indent="-274320">
              <a:spcAft>
                <a:spcPts val="900"/>
              </a:spcAft>
            </a:pPr>
            <a:r>
              <a:rPr sz="2200" b="1" i="0">
                <a:solidFill>
                  <a:srgbClr val="97BC62"/>
                </a:solidFill>
                <a:latin typeface="Calibri"/>
              </a:rPr>
              <a:t>•  </a:t>
            </a:r>
            <a:r>
              <a:rPr sz="2200" b="0" i="0">
                <a:solidFill>
                  <a:srgbClr val="222B22"/>
                </a:solidFill>
                <a:latin typeface="Calibri"/>
              </a:rPr>
              <a:t>Miss a day? Do not start over — begin again on the next available day</a:t>
            </a:r>
          </a:p>
          <a:p>
            <a:pPr marL="274320" indent="-274320">
              <a:spcAft>
                <a:spcPts val="900"/>
              </a:spcAft>
            </a:pPr>
            <a:r>
              <a:rPr sz="2200" b="1" i="0">
                <a:solidFill>
                  <a:srgbClr val="97BC62"/>
                </a:solidFill>
                <a:latin typeface="Calibri"/>
              </a:rPr>
              <a:t>•  </a:t>
            </a:r>
            <a:r>
              <a:rPr sz="2200" b="0" i="0">
                <a:solidFill>
                  <a:srgbClr val="222B22"/>
                </a:solidFill>
                <a:latin typeface="Calibri"/>
              </a:rPr>
              <a:t>“One seed goes back in the ground. His mercies are new every morning; you only need one practice to be standing there when they arrive.”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185</a:t>
            </a:r>
            <a:endParaRPr sz="1000" b="1">
              <a:solidFill>
                <a:srgbClr val="7A8A6E"/>
              </a:solidFill>
              <a:latin typeface="Calibri"/>
            </a:endParaRPr>
          </a:p>
        </p:txBody>
      </p:sp>
      <p:pic>
        <p:nvPicPr>
          <p:cNvPr id="33" name="Picture 33" descr="seedling - what grows between Wednesdays"/>
          <p:cNvPicPr>
            <a:picLocks noChangeAspect="1"/>
          </p:cNvPicPr>
          <p:nvPr/>
        </p:nvPicPr>
        <p:blipFill>
          <a:blip r:embed="rId3"/>
          <a:stretch>
            <a:fillRect/>
          </a:stretch>
        </p:blipFill>
        <p:spPr>
          <a:xfrm>
            <a:off x="8103612" y="1463040"/>
            <a:ext cx="3262379"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Daily Rhythm</a:t>
            </a:r>
          </a:p>
        </p:txBody>
      </p:sp>
      <p:pic>
        <p:nvPicPr>
          <p:cNvPr id="4" name="Picture 3" descr="s12_part1.png"/>
          <p:cNvPicPr>
            <a:picLocks noChangeAspect="1"/>
          </p:cNvPicPr>
          <p:nvPr/>
        </p:nvPicPr>
        <p:blipFill>
          <a:blip r:embed="rId2"/>
          <a:stretch>
            <a:fillRect/>
          </a:stretch>
        </p:blipFill>
        <p:spPr>
          <a:xfrm>
            <a:off x="1798167" y="1463040"/>
            <a:ext cx="8595360" cy="4039819"/>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Handed out now — this is the sheet in your hands.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186</a:t>
            </a:r>
            <a:endParaRPr sz="1000" b="1">
              <a:solidFill>
                <a:srgbClr val="7A8A6E"/>
              </a:solidFill>
              <a:latin typeface="Calibri"/>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Four Parts</a:t>
            </a:r>
          </a:p>
        </p:txBody>
      </p:sp>
      <p:pic>
        <p:nvPicPr>
          <p:cNvPr id="4" name="Picture 3" descr="s12_part2.png"/>
          <p:cNvPicPr>
            <a:picLocks noChangeAspect="1"/>
          </p:cNvPicPr>
          <p:nvPr/>
        </p:nvPicPr>
        <p:blipFill>
          <a:blip r:embed="rId4"/>
          <a:stretch>
            <a:fillRect/>
          </a:stretch>
        </p:blipFill>
        <p:spPr>
          <a:xfrm>
            <a:off x="2697485" y="1463040"/>
            <a:ext cx="6796725" cy="4709160"/>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One practice at a time — and a partner expecting you at the end of week one.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187</a:t>
            </a:r>
            <a:endParaRPr sz="1000" b="1">
              <a:solidFill>
                <a:srgbClr val="7A8A6E"/>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eyes on the person, not the screen: say what is on your heart for them.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188</a:t>
            </a:r>
            <a:endParaRPr sz="1000" b="1">
              <a:solidFill>
                <a:srgbClr val="7A8A6E"/>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Two rounds, same as every session — the container holder first, then the content presenter: three things each</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leaders receive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189</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55817</Words>
  <Application>Microsoft Office PowerPoint</Application>
  <PresentationFormat>Widescreen</PresentationFormat>
  <Paragraphs>3274</Paragraphs>
  <Slides>277</Slides>
  <Notes>275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277</vt:i4>
      </vt:variant>
    </vt:vector>
  </HeadingPairs>
  <TitlesOfParts>
    <vt:vector size="2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2026-08-20T14:52:01Z</dcterms:modified>
  <cp:category/>
</cp:coreProperties>
</file>