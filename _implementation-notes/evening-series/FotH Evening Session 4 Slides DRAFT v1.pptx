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528" r:id="rId22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9" r:id="rId23"/>
    <p:sldId id="530" r:id="rId24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48" Type="http://schemas.openxmlformats.org/officeDocument/2006/relationships/slide" Target="slides/slide2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8" Type="http://schemas.openxmlformats.org/officeDocument/2006/relationships/slide" Target="slides/slide14.xml"/><Relationship Id="rId59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4 crosses from the first box toward the second — Self opening toward Others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7:00–7:08 · LEAD: CONTAINER HOLDER</a:t>
            </a:r>
          </a:p>
          <a:p>
            <a:r>
              <a:t>BEATS:</a:t>
            </a:r>
          </a:p>
          <a:p>
            <a:r>
              <a:t>1. The Companion-in-Formation opens the night: blessing, container, Week 4 frame — the pieces are required, their own words are fine (card H4.1).</a:t>
            </a:r>
          </a:p>
          <a:p>
            <a:r>
              <a:t>2. You sit in the circle as a participant and do not hover.</a:t>
            </a:r>
          </a:p>
          <a:p>
            <a:r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7:31–7:32 · LEAD: CONTENT PRESENTER · TRANSITION</a:t>
            </a:r>
          </a:p>
          <a:p>
            <a:r>
              <a:t>BEATS:</a:t>
            </a:r>
          </a:p>
          <a:p>
            <a:r>
              <a:t>1. The senior takes the bridge from the card: one question; listeners receive and bless — no fixing, no advising, no relating back; nothing leaves the pair.</a:t>
            </a:r>
          </a:p>
          <a:p>
            <a:r>
              <a:t>2. The senior prays, then sends: same pairs, in pairs where you sit as last week, families together; back at 5:12.</a:t>
            </a:r>
          </a:p>
          <a:p>
            <a:r>
              <a:t>CUES: Ten or fewer — 'We're staying right here, one circle, same rules,' and flow straight into the telling.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4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in pairs where you sit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4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4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