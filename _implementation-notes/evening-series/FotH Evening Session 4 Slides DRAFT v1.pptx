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267" r:id="rId48"/>
    <p:sldId id="528" r:id="rId22"/>
    <p:sldId id="268" r:id="rId49"/>
    <p:sldId id="353" r:id="rId50"/>
    <p:sldId id="354" r:id="rId51"/>
    <p:sldId id="355" r:id="rId52"/>
    <p:sldId id="356" r:id="rId53"/>
    <p:sldId id="357" r:id="rId54"/>
    <p:sldId id="358" r:id="rId55"/>
    <p:sldId id="359" r:id="rId56"/>
    <p:sldId id="529" r:id="rId23"/>
    <p:sldId id="530" r:id="rId24"/>
    <p:sldId id="360" r:id="rId58"/>
    <p:sldId id="361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2" Type="http://schemas.openxmlformats.org/officeDocument/2006/relationships/slide" Target="slides/slide3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48" Type="http://schemas.openxmlformats.org/officeDocument/2006/relationships/slide" Target="slides/slide2.xml"/><Relationship Id="rId49" Type="http://schemas.openxmlformats.org/officeDocument/2006/relationships/slide" Target="slides/slide4.xml"/><Relationship Id="rId50" Type="http://schemas.openxmlformats.org/officeDocument/2006/relationships/slide" Target="slides/slide5.xml"/><Relationship Id="rId51" Type="http://schemas.openxmlformats.org/officeDocument/2006/relationships/slide" Target="slides/slide6.xml"/><Relationship Id="rId52" Type="http://schemas.openxmlformats.org/officeDocument/2006/relationships/slide" Target="slides/slide7.xml"/><Relationship Id="rId53" Type="http://schemas.openxmlformats.org/officeDocument/2006/relationships/slide" Target="slides/slide8.xml"/><Relationship Id="rId54" Type="http://schemas.openxmlformats.org/officeDocument/2006/relationships/slide" Target="slides/slide9.xml"/><Relationship Id="rId55" Type="http://schemas.openxmlformats.org/officeDocument/2006/relationships/slide" Target="slides/slide10.xml"/><Relationship Id="rId56" Type="http://schemas.openxmlformats.org/officeDocument/2006/relationships/slide" Target="slides/slide11.xml"/><Relationship Id="rId58" Type="http://schemas.openxmlformats.org/officeDocument/2006/relationships/slide" Target="slides/slide14.xml"/><Relationship Id="rId59" Type="http://schemas.openxmlformats.org/officeDocument/2006/relationships/slide" Target="slides/slide15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Session 4 crosses from the first box toward the second — Self opening toward Others — walked again, teen-led. Each connection makes the next one real (Matt. 22:37–40).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S4 · pre-session · DIVIDER</a:t>
            </a:r>
          </a:p>
          <a:p>
            <a:r>
              <a:rPr lang="en-US" sz="1200"/>
              <a:t>On screen through dinner and as the circle forms. Greet at the door — the slide holds the room.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S4 · 7:00–8:30 · LEAD: BOTH LEADERS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The teens tell today — same question, same pairs, nothing new taught; the completion is the point.</a:t>
            </a:r>
          </a:p>
          <a:p>
            <a:r>
              <a:rPr lang="en-US" sz="1200"/>
              <a:t>2. A Companion-in-Formation (senior teen) leads the open, the bridge, their own pair, and the close — protocol card in hand, adult across the circle.</a:t>
            </a:r>
          </a:p>
          <a:p>
            <a:r>
              <a:rPr lang="en-US" sz="1200"/>
              <a:t>3. Same Section 6 preparation as Week 3: re-read within 48 hours; crisis card in pocket; backup on call.</a:t>
            </a:r>
          </a:p>
          <a:p>
            <a:r>
              <a:rPr lang="en-US" sz="1200"/>
              <a:t>GUARD: The bright line governs everything — the senior leads process; the adult holds care. If the FC1 gate has not cleared, adults lead exactly as Week 3.</a:t>
            </a:r>
          </a:p>
          <a:p>
            <a:r>
              <a:rPr lang="en-US" sz="1200"/>
              <a:t>CUES: If you are covering: the senior still leads their blocks — receive their leadership as the room does; do not hover, do not re-lead.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 · 7:00–7:08 · LEAD: CONTAINER HOLDER</a:t>
            </a:r>
          </a:p>
          <a:p>
            <a:r>
              <a:t>BEATS:</a:t>
            </a:r>
          </a:p>
          <a:p>
            <a:r>
              <a:t>1. The Companion-in-Formation opens the night: blessing, container, Week 4 frame — the pieces are required, their own words are fine (card H4.1).</a:t>
            </a:r>
          </a:p>
          <a:p>
            <a:r>
              <a:t>2. You sit in the circle as a participant and do not hover.</a:t>
            </a:r>
          </a:p>
          <a:p>
            <a:r>
              <a:t>CUES: The room registers a teen leading within ten seconds. Let it — no introduction, no explanation, no applause. Receive the opening exactly as the room received it from the Lead Companion in Weeks 1–3.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S4 · 7:08–7:25 · LEAD: CONTAINER HOLDER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Lead Companion takes this block. 'Some of you got to it, some didn't — both are fine; honest is what we do here.'</a:t>
            </a:r>
          </a:p>
          <a:p>
            <a:r>
              <a:rPr lang="en-US" sz="1200"/>
              <a:t>2. One sentence on what it was LIKE, not what was said. The arranged parent starts; then open, and optional.</a:t>
            </a:r>
          </a:p>
          <a:p>
            <a:r>
              <a:rPr lang="en-US" sz="1200"/>
              <a:t>3. Silence after the opener: wait ten seconds, move on — 'The work is happening, whether or not we name it today.'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S4 · 7:25–7:31 · LEAD: CONTENT PRESENTER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Re-read Psalm 139:23–24 only. Nothing new taught — repetition is how it becomes ours: seen and safe at the same time.</a:t>
            </a:r>
          </a:p>
          <a:p>
            <a:r>
              <a:rPr lang="en-US" sz="1200"/>
              <a:t>2. Say the comparison word out loud: put down measuring your story against your mom's or dad's. Every story is its own; the parents went first so you would never have to guess, not so you would have a bar to clear.</a:t>
            </a:r>
          </a:p>
          <a:p>
            <a:r>
              <a:rPr lang="en-US" sz="1200"/>
              <a:t>3. If Week 3 flagged fixing: one gentle sentence — 'listening to receive is its own discipline.'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 · 7:31–7:32 · LEAD: CONTENT PRESENTER · TRANSITION</a:t>
            </a:r>
          </a:p>
          <a:p>
            <a:r>
              <a:t>BEATS:</a:t>
            </a:r>
          </a:p>
          <a:p>
            <a:r>
              <a:t>1. The senior takes the bridge from the card: one question; listeners receive and bless — no fixing, no advising, no relating back; nothing leaves the pair.</a:t>
            </a:r>
          </a:p>
          <a:p>
            <a:r>
              <a:t>2. The senior prays, then sends: same pairs, in pairs where you sit as last week, families together; back at 8:16.</a:t>
            </a:r>
          </a:p>
          <a:p>
            <a:r>
              <a:t>CUES: Ten or fewer — 'We're staying right here, one circle, same rules,' and flow straight into the telling.</a:t>
            </a:r>
          </a:p>
          <a:p>
            <a:r>
              <a:t>SMALL ROOM: the split is only necessary if the room is large enough to need it. With six or so, stay one circle — or quick pair work in place, knee to knee. Pair work is also the standing time-recovery lever: a full split-and-merge costs about five minutes.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S4 · 7:32–8:16 · LEAD: CONTENT PRESENTER · PAIRS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The teens tell — 5–7 minutes each, ten seconds of silence, then blessing; the arranged parent speaks the first blessing after every story.</a:t>
            </a:r>
          </a:p>
          <a:p>
            <a:r>
              <a:rPr lang="en-US" sz="1200"/>
              <a:t>2. In the senior's pair: the senior tells FIRST (the adult steers their blessing round), then facilitates the rest, card in hand; the adult sits directly across, silent through mechanics, holding care.</a:t>
            </a:r>
          </a:p>
          <a:p>
            <a:r>
              <a:rPr lang="en-US" sz="1200"/>
              <a:t>3. Parents receive without correcting the record, filling silences, or bracing — the teen's telling stands today.</a:t>
            </a:r>
          </a:p>
          <a:p>
            <a:r>
              <a:rPr lang="en-US" sz="1200"/>
              <a:t>4. Out of time: compress blessings to one sentence each; every teen gets told.</a:t>
            </a:r>
          </a:p>
          <a:p>
            <a:r>
              <a:rPr lang="en-US" sz="1200"/>
              <a:t>GUARD: The handoff rule never bends — anything heavy, the senior says '[Adult's name], I'd like you to take this' and holds the container in silence; the adult takes it instantly and completely, then hands the process back. The senior never counts as one of the two adults; the adult runs any Settle Protocol.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S4 · 8:16–8:20 · LEAD: CONTAINER HOLDER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Lead Companion takes the merge. Let the room settle; do not break the texture with energy.</a:t>
            </a:r>
          </a:p>
          <a:p>
            <a:r>
              <a:rPr lang="en-US" sz="1200"/>
              <a:t>2. One word each; the arranged parent starts; pass allowed. Receive — eye contact, small nod, no comment.</a:t>
            </a:r>
          </a:p>
          <a:p>
            <a:r>
              <a:rPr lang="en-US" sz="1200"/>
              <a:t>3. Name the completion: every person in the room, parent and teen, has now told and been blessed. 'Rooms like this are rare. They're the kind of room God shows up in.'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S4 · 8:20–8:24 · LEAD: CONTENT PRESENTER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Parent Co-Companion leads. Joint Footprints (H3.5) for every family that has not yet done it — twenty minutes, not the car, not a screen.</a:t>
            </a:r>
          </a:p>
          <a:p>
            <a:r>
              <a:rPr lang="en-US" sz="1200"/>
              <a:t>2. Families who already did it are done — do not force a repeat.</a:t>
            </a:r>
          </a:p>
          <a:p>
            <a:r>
              <a:rPr lang="en-US" sz="1200"/>
              <a:t>3. Everyone keeps the morning question and evening note going: 'that rhythm is quietly doing more than any single evenings.'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S4 · 8:24–8:28 · LEAD: BOTH LEADERS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You frame it; the senior answers the three things FIRST, you answer the first two second; the room's feedback covers both.</a:t>
            </a:r>
          </a:p>
          <a:p>
            <a:r>
              <a:rPr lang="en-US" sz="1200"/>
              <a:t>2. Keep the room's words specific and for-you-shaped: 'the way you waited out the silence' is gold; 'you did great' is not.</a:t>
            </a:r>
          </a:p>
          <a:p>
            <a:r>
              <a:rPr lang="en-US" sz="1200"/>
              <a:t>3. Both leaders receive without defending — 'thank you.'</a:t>
            </a:r>
          </a:p>
          <a:p>
            <a:r>
              <a:rPr lang="en-US" sz="1200"/>
              <a:t>CUES: The team's one growth item was agreed in a ten-second sidebar during the merge — never improvised in front of the room; affirmations outweigh it in number and specificity. Think hard before dropping this round on a night a senior led — it is part of their formation.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 · 8:28–8:30 · LEAD: CONTAINER HOLDER</a:t>
            </a:r>
          </a:p>
          <a:p>
            <a:r>
              <a:t>BEATS:</a:t>
            </a:r>
          </a:p>
          <a:p>
            <a:r>
              <a:t>1. The senior closes from the card: your story goes home with you, nobody else's; help named; Aaronic blessing; 'Go gently this week.'</a:t>
            </a:r>
          </a:p>
          <a:p>
            <a:r>
              <a:t>2. Adults stay accessible ten minutes after, as always.</a:t>
            </a:r>
          </a:p>
          <a:p>
            <a:r>
              <a:t>CUES: Find the senior privately before they leave: one sentence of thanks, one question — 'How are you, after that?' — and a listen. No coaching today; that waits for the debrief and the Lab.</a:t>
            </a:r>
          </a:p>
          <a:p>
            <a:r>
              <a:t>BLESSINGS: eyes on the person, not the screen — nothing to read; say what is on your heart for them, specific and short.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k03-sto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30118"/>
            <a:ext cx="5394960" cy="3597763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SESSION 4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Telling Your Story II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The second running — the teens tell, the round is completed, and the room watches one of its own hold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1: Connect with Self &amp; Others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52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Session 4 crosses from the first box toward the second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Self opening toward Others</a:t>
            </a:r>
            <a:r>
              <a:rPr sz="1800" b="0">
                <a:solidFill>
                  <a:srgbClr val="222B22"/>
                </a:solidFill>
                <a:latin typeface="Calibri"/>
              </a:rPr>
              <a:t> — walked again, teen-led.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53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Session 4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4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1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Welcome and centering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2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Joint Footprints check-in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3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Psalm 139 — being known, again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4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Bridge to the split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5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Stories in pairs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6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Merge and one-word landing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7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Homework commissioning — handout + check-in partners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8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The Leader Feedback Round — both leaders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9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Closing container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54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Opening Container — the Eight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Welcome — five minutes to open the container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Phones silenced and put away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Stand in a circle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One-word check-in — how you actually are, right now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5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Put out / bring in — set something down; bring a blessing in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6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Spoken commitment: “I am here. I am paying attention. I am willing to be moved.”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7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Opening prayer — “Holy Spirit, you are welcome here. Speak. We are listening.”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8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Sit. Begin.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55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Joint Footprints Check-In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“Some of you got to it. Some of you didn’t. Both are fine — ‘we didn’t get to it’ is honest, and honest is what we do here.”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One sentence about what it was like — “not what was said — that’s yours — just what it was like”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An arranged parent starts; then it’s open, and optional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“The work is happening, whether or not we name it tonight.”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56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2" name="Picture 32" descr="trail cairn - the weekly check-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Psalm 139 — Being Known, Again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Same psalm as last week, on purpose — nothing new tonight; we’re completing the round</a:t>
            </a:r>
          </a:p>
          <a:p>
            <a:pPr marL="274320" indent="-274320">
              <a:spcAft>
                <a:spcPts val="8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One idea, repeated: the opposite of being hidden is not being exposed — it is being seen and being safe at the same time</a:t>
            </a:r>
          </a:p>
          <a:p>
            <a:pPr marL="274320" indent="-274320">
              <a:spcAft>
                <a:spcPts val="8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parents practiced that last Wednesday. Tonight the teens do</a:t>
            </a:r>
          </a:p>
          <a:p>
            <a:pPr marL="274320" indent="-274320">
              <a:spcAft>
                <a:spcPts val="8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Put the comparison down — “Every story is its own. … The story you tell tonight is not in competition with any story told in this building last week. Tell yours.”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542032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PSALM 139:23–24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“Search me, O God, and know my heart! Try me and know my thoughts! And see if there be any grievous way in me, and lead me in the way everlasting!”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57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Bridge to the Split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1 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“It’s one question — tell the story of how you got here, and what has shaped you.” The depth is yours to choose</a:t>
            </a:r>
          </a:p>
          <a:p>
            <a:pPr marL="342900" indent="-34290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2 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“When you’re listening — don’t fix, don’t advise, don’t relate back. Receive, and after each story, bless.”</a:t>
            </a:r>
          </a:p>
          <a:p>
            <a:pPr marL="342900" indent="-34290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3 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“Nothing leaves your pair. Not a phrase, not a name, not a story.”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Same pairs and in pairs where you sit as last week — your family stays with you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58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Stories in pairs — the Teens Tell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The teens tell — same pairs, same single question, same blessing. Second running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Story — 5–7 minutes. Nobody interrupts, even the silences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Silence — ten seconds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Blessing round — the arranged parent blesses first, then the circle: one or two sentences each</a:t>
            </a:r>
          </a:p>
          <a:p>
            <a:pPr marL="274320" indent="-274320">
              <a:spcAft>
                <a:spcPts val="7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Parents tonight: receive and bless — no correcting the record, no filling silences</a:t>
            </a:r>
          </a:p>
          <a:p>
            <a:pPr marL="274320" indent="-274320">
              <a:spcAft>
                <a:spcPts val="7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“What’s said in this circle stays in this circle. And when someone is telling, we’re looking at them. We’re receiving.”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59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Merge and One-Word Landing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What happened in your pair stays in your pair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One word, when you’re ready, about what tonight was like — an arranged parent starts. You can pass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“The round is complete — every person in this room, parent and teen, has now told a piece of their story to a circle that blessed them for it.”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“Rooms like this one are rare. They’re also the kind of room God shows up in.”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60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Homework — Two Weeks, Four Parts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Joint Footprints — for every family that hasn’t done it yet. Parent and teen, twenty minutes, sometime this week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Not in the car, not in front of a screen. Phones away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Five minutes telling, a follow-up question or two, and one sentence: “What I love about your footprints is...” Then swap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“Families who already did it — you’re done; don’t force a repeat.”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Everyone keeps the morning question and the evening journal note going — five minutes in the morning, two at night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61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seedling - what grows between Wednes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4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03981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62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4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004" y="1463040"/>
            <a:ext cx="8059687" cy="470916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63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64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eyes on the person, not the screen: say what is on your heart for them.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65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