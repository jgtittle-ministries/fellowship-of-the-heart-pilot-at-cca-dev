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314" r:id="rId222"/>
    <p:sldId id="475" r:id="rId223"/>
    <p:sldId id="476" r:id="rId224"/>
    <p:sldId id="477" r:id="rId225"/>
    <p:sldId id="478" r:id="rId226"/>
    <p:sldId id="479" r:id="rId227"/>
    <p:sldId id="541" r:id="rId228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26" Type="http://schemas.openxmlformats.org/officeDocument/2006/relationships/slide" Target="slides/slide225.xml"/><Relationship Id="rId279" Type="http://schemas.openxmlformats.org/officeDocument/2006/relationships/notesMaster" Target="notesMasters/notesMaster1.xml"/><Relationship Id="rId227" Type="http://schemas.openxmlformats.org/officeDocument/2006/relationships/slide" Target="slides/slide226.xml"/><Relationship Id="rId280" Type="http://schemas.openxmlformats.org/officeDocument/2006/relationships/presProps" Target="presProps.xml"/><Relationship Id="rId228" Type="http://schemas.openxmlformats.org/officeDocument/2006/relationships/slide" Target="slides/slide227.xml"/><Relationship Id="rId281" Type="http://schemas.openxmlformats.org/officeDocument/2006/relationships/viewProps" Target="viewProps.xml"/><Relationship Id="rId229" Type="http://schemas.openxmlformats.org/officeDocument/2006/relationships/slide" Target="slides/slide228.xml"/><Relationship Id="rId282" Type="http://schemas.openxmlformats.org/officeDocument/2006/relationships/theme" Target="theme/theme1.xml"/><Relationship Id="rId230" Type="http://schemas.openxmlformats.org/officeDocument/2006/relationships/slide" Target="slides/slide229.xml"/><Relationship Id="rId283" Type="http://schemas.openxmlformats.org/officeDocument/2006/relationships/tableStyles" Target="tableStyles.xml"/><Relationship Id="rId231" Type="http://schemas.openxmlformats.org/officeDocument/2006/relationships/slide" Target="slides/slide230.xml"/><Relationship Id="rId221" Type="http://schemas.openxmlformats.org/officeDocument/2006/relationships/slide" Target="slides/slide220.xml"/><Relationship Id="rId284" Type="http://schemas.microsoft.com/office/2016/11/relationships/changesInfo" Target="changesInfos/changesInfo1.xml"/><Relationship Id="rId222" Type="http://schemas.openxmlformats.org/officeDocument/2006/relationships/slide" Target="slides/slide221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23" Type="http://schemas.openxmlformats.org/officeDocument/2006/relationships/slide" Target="slides/slide222.xml"/><Relationship Id="rId2" Type="http://schemas.openxmlformats.org/officeDocument/2006/relationships/slide" Target="slides/slide1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7:00–7:08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the full eight steps from memory, normal pace — nothing changes because a teen holds it; that is the point.</a:t>
            </a:r>
          </a:p>
          <a:p>
            <a:r>
              <a:rPr lang="en-US" sz="1200"/>
              <a:t>2. Sit where the teen can find your eyes; otherwise stay out of the way.</a:t>
            </a:r>
          </a:p>
          <a:p>
            <a:r>
              <a:rPr lang="en-US" sz="1200"/>
              <a:t>3. Receive every check-in word; the adults read them as closely as ever.</a:t>
            </a:r>
          </a:p>
          <a:p>
            <a:r>
              <a:rPr lang="en-US" sz="1200"/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rPr lang="en-US" sz="1200"/>
              <a:t>GUARD: Do not shadow the open or add a welcome on top of the teen's — over-carrying teaches the room it still needs carrying.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6:30–5:30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check-off card (H18.1): one daily row — the Rhythm Card dailies as built, with this week's evening-note question.</a:t>
            </a:r>
          </a:p>
          <a:p>
            <a:r>
              <a:rPr lang="en-US" sz="1200"/>
              <a:t>2. One one-time box: the Four Questions door, willing parents only.</a:t>
            </a:r>
          </a:p>
          <a:p>
            <a:r>
              <a:rPr lang="en-US" sz="1200"/>
              <a:t>3. Say the card's own rule: a missed box is never a failure; it is an invitation to return.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rPr lang="en-US" sz="1200"/>
              <a:t>2. Expect the blessings step to lean toward the seniors today — let it.</a:t>
            </a:r>
          </a:p>
          <a:p>
            <a:r>
              <a:rPr lang="en-US" sz="1200"/>
              <a:t>3. Hold the Aaronic blessing — today it comes AFTER the feedback round, on the final slide.</a:t>
            </a:r>
          </a:p>
          <a:p>
            <a:r>
              <a:rPr lang="en-US" sz="1200"/>
              <a:t>CUES: Blessing form = one short, specific, witnessed sentence of what someone saw the Father doing in another person today — not a speech.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"/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7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7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7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7.xml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7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7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7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7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7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7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4:15 to 6:15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18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554480"/>
            <a:ext cx="9875520" cy="389823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5635591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