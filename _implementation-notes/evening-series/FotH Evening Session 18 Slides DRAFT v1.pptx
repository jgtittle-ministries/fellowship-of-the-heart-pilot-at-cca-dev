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6:30–8:30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8:28–8:30 · LEAD: CONTAINER HOLDER CIRCLE</a:t>
            </a:r>
          </a:p>
          <a:p>
            <a:r>
              <a:t>BEATS:</a:t>
            </a:r>
          </a:p>
          <a:p>
            <a:r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t>2. Expect the blessings step to lean toward the seniors today — let it.</a:t>
            </a:r>
          </a:p>
          <a:p>
            <a:r>
              <a:t>3. Hold the Aaronic blessing — today it comes AFTER the feedback round, on the final slide.</a:t>
            </a:r>
          </a:p>
          <a:p>
            <a:r>
              <a:t>CUES: Blessing form = one short, specific, witnessed sentence of what someone saw the Father doing in another person today — not a speech.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6:30 to 8:30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