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13" r:id="rId221"/>
    <p:sldId id="542" r:id="rId21"/>
    <p:sldId id="314" r:id="rId222"/>
    <p:sldId id="475" r:id="rId223"/>
    <p:sldId id="476" r:id="rId224"/>
    <p:sldId id="477" r:id="rId225"/>
    <p:sldId id="478" r:id="rId226"/>
    <p:sldId id="545" r:id="rId20"/>
    <p:sldId id="479" r:id="rId227"/>
    <p:sldId id="543" r:id="rId22"/>
    <p:sldId id="544" r:id="rId23"/>
    <p:sldId id="480" r:id="rId229"/>
    <p:sldId id="481" r:id="rId230"/>
    <p:sldId id="482" r:id="rId2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0" Type="http://schemas.openxmlformats.org/officeDocument/2006/relationships/slide" Target="slides/slide9.xml"/><Relationship Id="rId21" Type="http://schemas.openxmlformats.org/officeDocument/2006/relationships/slide" Target="slides/slide3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21" Type="http://schemas.openxmlformats.org/officeDocument/2006/relationships/slide" Target="slides/slide2.xml"/><Relationship Id="rId222" Type="http://schemas.openxmlformats.org/officeDocument/2006/relationships/slide" Target="slides/slide4.xml"/><Relationship Id="rId223" Type="http://schemas.openxmlformats.org/officeDocument/2006/relationships/slide" Target="slides/slide5.xml"/><Relationship Id="rId224" Type="http://schemas.openxmlformats.org/officeDocument/2006/relationships/slide" Target="slides/slide6.xml"/><Relationship Id="rId225" Type="http://schemas.openxmlformats.org/officeDocument/2006/relationships/slide" Target="slides/slide7.xml"/><Relationship Id="rId226" Type="http://schemas.openxmlformats.org/officeDocument/2006/relationships/slide" Target="slides/slide8.xml"/><Relationship Id="rId227" Type="http://schemas.openxmlformats.org/officeDocument/2006/relationships/slide" Target="slides/slide10.xml"/><Relationship Id="rId229" Type="http://schemas.openxmlformats.org/officeDocument/2006/relationships/slide" Target="slides/slide13.xml"/><Relationship Id="rId230" Type="http://schemas.openxmlformats.org/officeDocument/2006/relationships/slide" Target="slides/slide14.xml"/><Relationship Id="rId231" Type="http://schemas.openxmlformats.org/officeDocument/2006/relationships/slide" Target="slides/slide15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8:08–8:20 · LEAD: CONTENT PRESENTER CIRCLE</a:t>
            </a:r>
          </a:p>
          <a:p>
            <a:r>
              <a:t>BEATS: 1. Bridge from the sentence: 'If the evenings stop holding you, what can you hold now? Where do you still need someone?' 2. Write, 3 minutes, all three questions: what can I do now, on my own, that I couldn't when we started? where do I still need someone beside me — a parent, an adult, this group? what would help me move one 'not yet' toward ready before we are sent? 3. Pairs within families, 6 minutes: the parent answers first — parents tell first. Then the parent names one place they see their teen ready, and one place they still want to walk beside them. 4. Room round, 3 minutes: one 'ready' each, out loud; a parent begins. The 'not yets' stay in the pair.</a:t>
            </a:r>
          </a:p>
          <a:p>
            <a:r>
              <a:t>CUES: Never cold-call a teen; pass-anytime holds. The shrinking answer to 'where do I still need an adult?' is the measure the room has been watching since the Session 6 leader questions; say so lightly, once.</a:t>
            </a:r>
          </a:p>
          <a:p>
            <a:r>
              <a:t>GUARD: 'Not yet' is honest, never a failure. This is about practices and leading, not anyone's standing with God. Nothing is written down by the team and nothing is graded; it is the room reading itself. A 'not yet' that is heavy gets a follow-up within the week, not a fix tonight.</a:t>
            </a:r>
          </a:p>
          <a:p>
            <a:r>
              <a:t>FROM: John's word, 13 October; the S6 leader questions ('Can you do things now you couldn't in August?' 'Where do you still need an adult?') and the 13 October dinner sheet.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14 returns to the whole map — all four Connects, for the final stretch.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pre-session · DIVIDER</a:t>
            </a:r>
          </a:p>
          <a:p>
            <a:r>
              <a:t>On screen through dinner and as the circle forms. Greet at the door — the slide holds the room. Name tags out one more time; the year's last re-entry gets the same welcome as its first. Doors close at 7:00 and a Companion-in-Formation opens.</a:t>
            </a:r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7:00–8:30 · LEAD: BOTH LEADERS CIRCLE</a:t>
            </a:r>
          </a:p>
          <a:p>
            <a:r>
              <a:t>BEATS:</a:t>
            </a:r>
          </a:p>
          <a:p>
            <a:r>
              <a:t>1. Frame the night light: Return II, not Return I — the room knows how to come back now; say it out loud and let the session prove it.</a:t>
            </a:r>
          </a:p>
          <a:p>
            <a:r>
              <a:t>2. Walk the road: teen-led open, two verses, a one-sentence what-held round, the final-stretch map, practice, close.</a:t>
            </a:r>
          </a:p>
          <a:p>
            <a:r>
              <a:t>3. One circle all night — no pairing.</a:t>
            </a:r>
          </a:p>
          <a:p>
            <a:r>
              <a:t>GUARD: A light night still gets a full listening — read every check-in word closely; the break may have been hard in some house. Section 6 and the two-adult rule hold today as every night.</a:t>
            </a:r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7:00–7:08 · LEAD: CONTAINER HOLDER CIRCLE</a:t>
            </a:r>
          </a:p>
          <a:p>
            <a:r>
              <a:t>BEATS:</a:t>
            </a:r>
          </a:p>
          <a:p>
            <a:r>
              <a:t>1. The Companion-in-Formation runs the full eight steps from memory, normal pace — nothing changes because a teen holds it; that is the point.</a:t>
            </a:r>
          </a:p>
          <a:p>
            <a:r>
              <a:t>2. Sit where the teen can find your eyes; otherwise stay out of the way.</a:t>
            </a:r>
          </a:p>
          <a:p>
            <a:r>
              <a:t>3. Receive every check-in word; the adults read them as closely as ever.</a:t>
            </a:r>
          </a:p>
          <a:p>
            <a:r>
              <a:t>CUES: Timing Companion starts discreetly at 7:00 and notes the minute the room is truly present — expect it fast; the speed is the year's work showing, and it goes in the log.</a:t>
            </a:r>
          </a:p>
          <a:p>
            <a:r>
              <a:t>GUARD: Do not shadow the open or add a welcome on top of the teen's — over-carrying teaches the room it still needs carrying.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7:25–7:33 · LEAD: CONTENT PRESENTER CIRCLE</a:t>
            </a:r>
          </a:p>
          <a:p>
            <a:r>
              <a:t>BEATS:</a:t>
            </a:r>
          </a:p>
          <a:p>
            <a:r>
              <a:t>1. Read Galatians 6:9 then Philippians 1:6 aloud from the physical Bible. Brief — the room already owns the first verse.</a:t>
            </a:r>
          </a:p>
          <a:p>
            <a:r>
              <a:t>2. Teach: at the Rhythm week the verse was a warning; today it is a receipt — the chair they are sitting in is the not-giving-up it asks for.</a:t>
            </a:r>
          </a:p>
          <a:p>
            <a:r>
              <a:t>3. Phil 1:6 names why it is not white-knuckling: He began the work; He finishes it; the rhythm just keeps us where the engine runs.</a:t>
            </a:r>
          </a:p>
          <a:p>
            <a:r>
              <a:t>4. Land the observation: last re-entry of the year — look how fast the room came back; the practices belong to them now.</a:t>
            </a:r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7:33–8:01 · LEAD: CONTENT PRESENTER CIRCLE</a:t>
            </a:r>
          </a:p>
          <a:p>
            <a:r>
              <a:t>BEATS:</a:t>
            </a:r>
          </a:p>
          <a:p>
            <a:r>
              <a:t>1. One sentence each, full circle: what held from your Rhythm Card across the break — or what slipped and got begun again.</a:t>
            </a:r>
          </a:p>
          <a:p>
            <a:r>
              <a:t>2. Keep it brisk and celebratory — a harvest reading, not an examination; holds and slips are both good news; laughter is allowed and likely.</a:t>
            </a:r>
          </a:p>
          <a:p>
            <a:r>
              <a:t>3. If a sentence becomes a story, receive warmly and keep the circle turning.</a:t>
            </a:r>
          </a:p>
          <a:p>
            <a:r>
              <a:t>4. Close: the room just read itself in one pass, nobody coaxed — best finding of the year; and Joshua's question is about to change hands.</a:t>
            </a:r>
          </a:p>
          <a:p>
            <a:r>
              <a:t>CUES: The arranged parent (Run Card) gives the first sentence — never a cold call on a teen. A Companion quietly tallies how many reported a daily practice holding — numbers only, no names.</a:t>
            </a:r>
          </a:p>
          <a:p>
            <a:r>
              <a:t>GUARD: A slip that sounds like a hard break, not a busy one — nearest Companion notes it and follows up at the door; the round does not stop.</a:t>
            </a:r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8:01–8:08 · LEAD: CONTENT PRESENTER CIRCLE</a:t>
            </a:r>
          </a:p>
          <a:p>
            <a:r>
              <a:t>BEATS:</a:t>
            </a:r>
          </a:p>
          <a:p>
            <a:r>
              <a:t>1. Write the three lines live on the whiteboard, saying each: Evening 15, The Long Walk — the Companions-in-Formation teach the two mercy cards, journals come; Evening 16, Sending and Blessing — whole families, a TWO-HOUR night; Evening 17, the Commissioning of the Companions.</a:t>
            </a:r>
          </a:p>
          <a:p>
            <a:r>
              <a:t>2. Land the frame sentence (John's word, 13 October): 'From here, the evenings stop holding you, and you start holding the practice.' The teens have led from the first night; what steps back now is the structure, and that was always the plan.</a:t>
            </a:r>
          </a:p>
          <a:p>
            <a:r>
              <a:t>3. Keep it to seven minutes; Ready, and Not Yet follows. 4. Three asks: come, bring your journal, bring the whole family to Evening 16 — calendar it today, date visible on the board.</a:t>
            </a:r>
          </a:p>
          <a:p>
            <a:r>
              <a:t>CUES: This script carries the school clock for Session 21, but the Evening 16 plan runs food 6:00, session 6:30–8:30 — confirm the times in the family email before announcing.</a:t>
            </a:r>
          </a:p>
          <a:p>
            <a:r>
              <a:t>GUARD: Watch the teens both ways — seniors hearing their commissioning named get a word of honor at the door; the teen who feels the ending gets warmth this week, not correction today.</a:t>
            </a:r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8:20–8:24 · LEAD: CONTENT PRESENTER CIRCLE</a:t>
            </a:r>
          </a:p>
          <a:p>
            <a:r>
              <a:t>BEATS:</a:t>
            </a:r>
          </a:p>
          <a:p>
            <a:r>
              <a:t>1. Co-Companion (Parent) leads: run the Rhythm Card as built — nothing new; if the break knocked a piece loose, begin again on the next available day.</a:t>
            </a:r>
          </a:p>
          <a:p>
            <a:r>
              <a:t>2. Evening-note flavor this week: note where you see God already handing pieces of the year over to you.</a:t>
            </a:r>
          </a:p>
          <a:p>
            <a:r>
              <a:t>3. The invitation list (John's word, 13 October): start a list of who you would invite to the follow-up series — names, not categories; pray over it before asking anyone. The group decides together, after Evening 17, what the follow-up is; the list is how each family comes ready to that conversation. Names stay in journals; nobody is asked to say them tonight, and the team keeps no list. 4. The Four Questions word to parents — one paragraph, spoken to the middle distance, moved past without pausing for reaction: willing-only, not-yet counts, nobody checks.</a:t>
            </a:r>
          </a:p>
          <a:p>
            <a:r>
              <a:t>GUARD: It is a door left ajar, not a knock. If any parent looks cornered, repeat the guards 1:1 before they leave; whatever they say afterward, receive, encourage, audit nothing.</a:t>
            </a:r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8:28–8:30 · LEAD: CONTAINER HOLDER CIRCLE</a:t>
            </a:r>
          </a:p>
          <a:p>
            <a:r>
              <a:t>BEATS:</a:t>
            </a:r>
          </a:p>
          <a:p>
            <a:r>
              <a:t>1. The Companion-in-Formation runs closing steps 1–5: stand; one-word landing (compare to the opening word — the contrast is data); the one thing; the one practice (the card, as built); the blessings.</a:t>
            </a:r>
          </a:p>
          <a:p>
            <a:r>
              <a:t>2. Expect the blessings step to lean toward the seniors today — let it.</a:t>
            </a:r>
          </a:p>
          <a:p>
            <a:r>
              <a:t>3. Hold the Aaronic blessing — today it comes AFTER the feedback round, on the final slide.</a:t>
            </a:r>
          </a:p>
          <a:p>
            <a:r>
              <a:t>CUES: Blessing form = one short, specific, witnessed sentence of what someone saw the Father doing in another person today — not a speech.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8:24–8:28 · LEAD: BOTH LEADERS CIRCLE</a:t>
            </a:r>
          </a:p>
          <a:p>
            <a:r>
              <a:t>BEATS:</a:t>
            </a:r>
          </a:p>
          <a:p>
            <a:r>
              <a:t>1. The teen who led answers first: what went well, what I'd do differently, what I'd tell someone teaching today's process.</a:t>
            </a:r>
          </a:p>
          <a:p>
            <a:r>
              <a:t>2. The Lead Companion answers the first two, briefly, for the blocks they carried.</a:t>
            </a:r>
          </a:p>
          <a:p>
            <a:r>
              <a:t>3. Then the room — same two questions; two or three voices each; leaders receive without defending — 'thank you' is the whole response.</a:t>
            </a:r>
          </a:p>
          <a:p>
            <a:r>
              <a:t>CUES: The round may be dropped if the room's energy needs something else; dropping it twice running goes to the team debrief.</a:t>
            </a:r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E14 · 8:28–8:30 · LEAD: CONTAINER HOLDER CIRCLE</a:t>
            </a:r>
          </a:p>
          <a:p>
            <a:r>
              <a:t>BEATS:</a:t>
            </a:r>
          </a:p>
          <a:p>
            <a:r>
              <a:t>1. One sentence for the road: you came back like people who know the way — two evenings to the sending; the season is His, and it is nearly harvest.</a:t>
            </a:r>
          </a:p>
          <a:p>
            <a:r>
              <a:t>2. Speak the Aaronic blessing (Numbers 6:24–26), hands up if you want.</a:t>
            </a:r>
          </a:p>
          <a:p>
            <a:r>
              <a:t>3. Send them glad: see you in two weeks — Evening 15, the teens have the cards.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6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spr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1119"/>
            <a:ext cx="5394960" cy="3595761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14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Return II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A lighter homecoming — the room knows the way now, and from here the practice is yours to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4: Consolidation &amp;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14 returns to the whole map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for the final stretch.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14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1   </a:t>
            </a:r>
            <a:r>
              <a:rPr sz="2400">
                <a:solidFill>
                  <a:srgbClr val="222B22"/>
                </a:solidFill>
                <a:latin typeface="Calibri"/>
              </a:rPr>
              <a:t>Opening container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2   </a:t>
            </a:r>
            <a:r>
              <a:rPr sz="2400">
                <a:solidFill>
                  <a:srgbClr val="222B22"/>
                </a:solidFill>
                <a:latin typeface="Calibri"/>
              </a:rPr>
              <a:t>Not growing weary — Gal. 6:9, Phil. 1:6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3   </a:t>
            </a:r>
            <a:r>
              <a:rPr sz="2400">
                <a:solidFill>
                  <a:srgbClr val="222B22"/>
                </a:solidFill>
                <a:latin typeface="Calibri"/>
              </a:rPr>
              <a:t>“What held” — the whole room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4   </a:t>
            </a:r>
            <a:r>
              <a:rPr sz="2400">
                <a:solidFill>
                  <a:srgbClr val="222B22"/>
                </a:solidFill>
                <a:latin typeface="Calibri"/>
              </a:rPr>
              <a:t>The final stretch — the map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5   </a:t>
            </a:r>
            <a:r>
              <a:rPr sz="2400">
                <a:solidFill>
                  <a:srgbClr val="222B22"/>
                </a:solidFill>
                <a:latin typeface="Calibri"/>
              </a:rPr>
              <a:t>Ready, and not yet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6   </a:t>
            </a:r>
            <a:r>
              <a:rPr sz="2400">
                <a:solidFill>
                  <a:srgbClr val="222B22"/>
                </a:solidFill>
                <a:latin typeface="Calibri"/>
              </a:rPr>
              <a:t>Homework — handout + check-in partners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7   </a:t>
            </a:r>
            <a:r>
              <a:rPr sz="2400">
                <a:solidFill>
                  <a:srgbClr val="222B22"/>
                </a:solidFill>
                <a:latin typeface="Calibri"/>
              </a:rPr>
              <a:t>Closing container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8   </a:t>
            </a:r>
            <a:r>
              <a:rPr sz="2400">
                <a:solidFill>
                  <a:srgbClr val="222B22"/>
                </a:solidFill>
                <a:latin typeface="Calibri"/>
              </a:rPr>
              <a:t>Leader Feedback Round</a:t>
            </a:r>
          </a:p>
          <a:p>
            <a:pPr>
              <a:spcAft>
                <a:spcPts val="800"/>
              </a:spcAft>
            </a:pPr>
            <a:r>
              <a:rPr sz="2400" b="1">
                <a:solidFill>
                  <a:srgbClr val="97BC62"/>
                </a:solidFill>
                <a:latin typeface="Calibri"/>
              </a:rPr>
              <a:t>9   </a:t>
            </a:r>
            <a:r>
              <a:rPr sz="2400">
                <a:solidFill>
                  <a:srgbClr val="222B22"/>
                </a:solidFill>
                <a:latin typeface="Calibri"/>
              </a:rPr>
              <a:t>Aaronic blessing and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259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Not Growing Weary — Galatians 6:9 and Philippians 1:6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At the Rhythm week this verse was a warning; tonight, on the far side of a break, it is a receipt — you did not give up. You are here</a:t>
            </a:r>
          </a:p>
          <a:p>
            <a:pPr marL="685800" indent="-274320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“And I am sure of this, that he who began a good work in you will bring it to completion at the day of Jesus Christ.” — Philippians 1:6 (ESV)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not-giving-up is not white-knuckling: the work being completed in you is His. He began it; He finishes it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“Our rhythm is not the engine — it is the showing-up that keeps us where the engine is running.”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last re-entry of the year — look how fast the room came back. That is what it looks like when the practices start belonging to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GALATIANS 6:9 (ESV)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“And let us not grow weary of doing good, for in due season we will reap, if we do not give up.”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“What Held” — the Whole Room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sentence each, full circle — a harvest reading, not an examination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“What held from your card across the break — or what slipped and got begun again?”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Holds and slips are both good news tonight — both mean the card is real and you are reading it honestly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A parent starts; brisk and warm; pass-anytime holds — laughter is allowed and likely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“In September that round would have taken an hour and a crowbar. The practices are yours now.”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91" name="JoshuaCard"/>
          <p:cNvSpPr txBox="1"/>
          <p:nvPr/>
        </p:nvSpPr>
        <p:spPr>
          <a:xfrm>
            <a:off x="822960" y="5230368"/>
            <a:ext cx="6675120" cy="1078992"/>
          </a:xfrm>
          <a:prstGeom prst="rect">
            <a:avLst/>
          </a:prstGeom>
          <a:solidFill>
            <a:srgbClr val="F1F6EC"/>
          </a:solidFill>
        </p:spPr>
        <p:txBody>
          <a:bodyPr wrap="square" lIns="137160" tIns="73152" rIns="137160" bIns="73152" anchor="ctr"/>
          <a:lstStyle/>
          <a:p>
            <a:pPr algn="l"/>
            <a:r>
              <a:rPr lang="en-US" sz="2400" i="1">
                <a:solidFill>
                  <a:srgbClr val="222B22"/>
                </a:solidFill>
                <a:latin typeface="Cambria"/>
              </a:rPr>
              <a:t>“When your children ask their fathers in times to come, ‘What do these stones mean?’”</a:t>
            </a:r>
          </a:p>
          <a:p>
            <a:pPr algn="l"/>
            <a:r>
              <a:rPr lang="en-US" sz="1100" b="1">
                <a:solidFill>
                  <a:srgbClr val="97BC62"/>
                </a:solidFill>
                <a:latin typeface="Calibri"/>
              </a:rPr>
              <a:t>— JOSHUA 4:21 (ESV)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Final Stretch — the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Evening 15 — The Long Walk: our Companions-in-Formation teach the two mercy cards, the Signs Card and the Path Home Card; journals come along, and the testimony gathering begins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Evening 16 — Sending and Blessing: whole families, a longer evening — two hours, 6:30 to 8:30</a:t>
            </a:r>
          </a:p>
          <a:p>
            <a:pPr marL="342900" indent="-34290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Evening 17 — the Commissioning of the Companions, in front of everybody who watched them grow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Evening by evening, the structure steps back, and the practice stays with you</a:t>
            </a:r>
          </a:p>
          <a:p>
            <a:pPr marL="274320" indent="-274320">
              <a:spcAft>
                <a:spcPts val="7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sentence to keep: “From here, the evenings stop holding you, and you start holding the practice.”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Ready, and Not Yet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Write (3 min): What can I do now, on my own, that I couldn’t when we started?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Where do I still need someone beside me — a parent, an adult, this group?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What would help me move one “not yet” toward ready before we are sent?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Pairs within families (6 min): the parent answers first. Then the parent names one place they see their teen ready, and one place they still want to walk beside them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Room round (3 min): one “ready” each, out loud. The “not yets” stay in the pair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“Not yet” is an honest answer, not a failure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Run your Rhythm Card as built — nothing new, nothing extra; if the break knocked a piece loose, begin again on the next available day</a:t>
            </a:r>
          </a:p>
          <a:p>
            <a:pPr marL="274320" indent="-274320">
              <a:spcAft>
                <a:spcPts val="9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evening note, one extra flavor: note where you see God already handing pieces of this year over to you</a:t>
            </a:r>
          </a:p>
          <a:p>
            <a:pPr marL="274320" indent="-274320">
              <a:spcAft>
                <a:spcPts val="9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Start a list: who would you invite to the follow-up series? Names, not categories. Pray over it before you ask</a:t>
            </a:r>
          </a:p>
          <a:p>
            <a:pPr marL="274320" indent="-274320">
              <a:spcAft>
                <a:spcPts val="9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For the parents, said once: the Four Questions door is still open — willing-only, whenever the moment is right; nobody will ever check. The questions keep</a:t>
            </a:r>
          </a:p>
          <a:p>
            <a:pPr marL="274320" indent="-274320">
              <a:spcAft>
                <a:spcPts val="9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Bring your journal — and put Evening 16's two hours on the calendar tonight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8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8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67" y="1463040"/>
            <a:ext cx="7325360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Aaronic Blessing and Sending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“One sentence for the road: you came back tonight like people who know the way — because you do now.”</a:t>
            </a:r>
          </a:p>
          <a:p>
            <a:pPr marL="274320" indent="-274320">
              <a:spcAft>
                <a:spcPts val="8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“Two evenings to the sending. Let us not grow weary; the season is His, and it is nearly harvest.”</a:t>
            </a:r>
          </a:p>
          <a:p>
            <a:pPr marL="274320" indent="-274320">
              <a:spcAft>
                <a:spcPts val="8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“See you in two weeks — Evening 15. The teens have the cards.”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542032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 the Lord make His face shine on you and be gracious to you; the Lord turn His face toward you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