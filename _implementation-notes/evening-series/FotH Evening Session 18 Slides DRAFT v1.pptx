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18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pre-session · DIVIDER</a:t>
            </a:r>
          </a:p>
          <a:p>
            <a:r>
              <a:rPr lang="en-US" sz="1200"/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 the night light: Return II, not Return I — the room knows how to come back now; say it out loud and let the session prove it.</a:t>
            </a:r>
          </a:p>
          <a:p>
            <a:r>
              <a:rPr lang="en-US" sz="1200"/>
              <a:t>2. Walk the road: teen-led open, two verses, a one-sentence what-held round, the final-stretch map, practice, close.</a:t>
            </a:r>
          </a:p>
          <a:p>
            <a:r>
              <a:rPr lang="en-US" sz="1200"/>
              <a:t>3. One circle all night — no pairing.</a:t>
            </a:r>
          </a:p>
          <a:p>
            <a:r>
              <a:rPr lang="en-US" sz="1200"/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S18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7:25–7:33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Galatians 6:9 then Philippians 1:6 aloud from the physical Bible. Brief — the room already owns the first verse.</a:t>
            </a:r>
          </a:p>
          <a:p>
            <a:r>
              <a:rPr lang="en-US" sz="1200"/>
              <a:t>2. Teach: at the Rhythm week the verse was a warning; today it is a receipt — the chair they are sitting in is the not-giving-up it asks for.</a:t>
            </a:r>
          </a:p>
          <a:p>
            <a:r>
              <a:rPr lang="en-US" sz="1200"/>
              <a:t>3. Phil 1:6 names why it is not white-knuckling: He began the work; He finishes it; the rhythm just keeps us where the engine runs.</a:t>
            </a:r>
          </a:p>
          <a:p>
            <a:r>
              <a:rPr lang="en-US" sz="1200"/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7:33–8:01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each, full circle: what held from your Rhythm Card across the break — or what slipped and got begun again.</a:t>
            </a:r>
          </a:p>
          <a:p>
            <a:r>
              <a:rPr lang="en-US" sz="1200"/>
              <a:t>2. Keep it brisk and celebratory — a harvest reading, not an examination; holds and slips are both good news; laughter is allowed and likely.</a:t>
            </a:r>
          </a:p>
          <a:p>
            <a:r>
              <a:rPr lang="en-US" sz="1200"/>
              <a:t>3. If a sentence becomes a story, receive warmly and keep the circle turning.</a:t>
            </a:r>
          </a:p>
          <a:p>
            <a:r>
              <a:rPr lang="en-US" sz="1200"/>
              <a:t>4. Close: the room just read itself in one pass, nobody coaxed — best finding of the year; and Joshua's question is about to change hands.</a:t>
            </a:r>
          </a:p>
          <a:p>
            <a:r>
              <a:rPr lang="en-US" sz="1200"/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rPr lang="en-US" sz="1200"/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8:01–8:20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Write the five lines live on the whiteboard, saying each: Wk 19 the teens teach the two mercy cards in pairs; Wk 20 The Long Walk — the seniors teach the whole room, journals come; Wk 21 Sending and Blessing — whole families, a TWO-HOUR night; Wk 22 the Commissioning of the Companions.</a:t>
            </a:r>
          </a:p>
          <a:p>
            <a:r>
              <a:rPr lang="en-US" sz="1200"/>
              <a:t>2. Land the frame sentence: the year now begins to hand itself over — that was always the plan.</a:t>
            </a:r>
          </a:p>
          <a:p>
            <a:r>
              <a:rPr lang="en-US" sz="1200"/>
              <a:t>3. Three asks: come, bring your journal, bring the whole family to Week 21 — calendar it today, date visible on the board.</a:t>
            </a:r>
          </a:p>
          <a:p>
            <a:r>
              <a:rPr lang="en-US" sz="1200"/>
              <a:t>CUES: This script carries the school clock for Session 21, but the Week 21 plan runs food 6:00, session 6:30–5:30 — confirm the times in the family email before announcing.</a:t>
            </a:r>
          </a:p>
          <a:p>
            <a:r>
              <a:rPr lang="en-US" sz="1200"/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8:20–8:24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Co-Companion (Parent) leads: run the Rhythm Card as built — nothing new; if the break knocked a piece loose, begin again on the next available day.</a:t>
            </a:r>
          </a:p>
          <a:p>
            <a:r>
              <a:rPr lang="en-US" sz="1200"/>
              <a:t>2. Evening-note flavor this week: note where you see God already handing pieces of the year over to you.</a:t>
            </a:r>
          </a:p>
          <a:p>
            <a:r>
              <a:rPr lang="en-US" sz="1200"/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rPr lang="en-US" sz="1200"/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rPr lang="en-US" sz="1200"/>
              <a:t>2. Expect the blessings step to lean toward the seniors today — let it.</a:t>
            </a:r>
          </a:p>
          <a:p>
            <a:r>
              <a:rPr lang="en-US" sz="1200"/>
              <a:t>3. Hold the Aaronic blessing — today it comes AFTER the feedback round, on the final slide.</a:t>
            </a:r>
          </a:p>
          <a:p>
            <a:r>
              <a:rPr lang="en-US" sz="1200"/>
              <a:t>CUES: Blessing form = one short, specific, witnessed sentence of what someone saw the Father doing in another person today — not a speech.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 who led answers first: what went well, what I'd do differently, what I'd tell someone teaching today's process.</a:t>
            </a:r>
          </a:p>
          <a:p>
            <a:r>
              <a:rPr lang="en-US" sz="1200"/>
              <a:t>2. The Lead Companion answers the first two, briefly, for the blocks they carried.</a:t>
            </a:r>
          </a:p>
          <a:p>
            <a:r>
              <a:rPr lang="en-US" sz="1200"/>
              <a:t>3. Then the room — same two questions; two or three voices each; leaders receive without defending — 'thank you' is the whole response.</a:t>
            </a:r>
          </a:p>
          <a:p>
            <a:r>
              <a:rPr lang="en-US" sz="1200"/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S18 · 8:28–8:30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sentence for the road: you came back like people who know the way — five weeks to the sending; the season is His, and it is nearly harvest.</a:t>
            </a:r>
          </a:p>
          <a:p>
            <a:r>
              <a:rPr lang="en-US" sz="1200"/>
              <a:t>2. Speak the Aaronic blessing (Numbers 6:24–26), hands up if you want.</a:t>
            </a:r>
          </a:p>
          <a:p>
            <a:r>
              <a:rPr lang="en-US" sz="1200"/>
              <a:t>3. Send them glad: see you evenings — Week 19,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the year begins to hand itself 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18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19 — our Companions-in-Formation teach the two mercy cards — the Signs Card and the Path Home Card — in your pairs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20 — The Long Walk: the seniors teach the whole room;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21 — Sending and Blessing: whole families, a longer evening — two hours, 4:15 to 6:15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22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Hear the shape of that list: week by week, the people up front stop being us and start being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“the year now begins to hand itself over”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Week 21's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“Five weeks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Wednesday. Week 19 —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