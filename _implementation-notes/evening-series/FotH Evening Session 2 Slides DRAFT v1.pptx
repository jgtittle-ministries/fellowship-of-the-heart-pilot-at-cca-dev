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 Companion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4:40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5:09 — three minutes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Abbreviated six-step close: one-word landing, one thing I'm taking, one practice (the three soil journals).</a:t>
            </a:r>
          </a:p>
          <a:p>
            <a:r>
              <a:rPr lang="en-US" sz="1200"/>
              <a:t>2. Aaronic blessing parent-to-teen, teen-to-parent — the cohort knows the form now.</a:t>
            </a:r>
          </a:p>
          <a:p>
            <a:r>
              <a:rPr lang="en-US" sz="1200"/>
              <a:t>3. Brief closing prayer naming, without details, what surfaced: 'Father, You saw the rocks and the thorns we named today.'</a:t>
            </a:r>
          </a:p>
          <a:p>
            <a:r>
              <a:rPr lang="en-US" sz="1200"/>
              <a:t>GUARD: If the merge ran heavy, give the prayer 60–90 seconds; do not lighten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