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7:00–8:30 · LEAD: BOTH LEADERS</a:t>
            </a:r>
          </a:p>
          <a:p>
            <a:r>
              <a:t>BEATS:</a:t>
            </a:r>
          </a:p>
          <a:p>
            <a:r>
              <a:t>1. Shape: full eight-step open, practice check-in, Mark 4 teaching, first move into FAMILY PAIRS for the Heart Soil diagnostic, merge, practice, close.</a:t>
            </a:r>
          </a:p>
          <a:p>
            <a:r>
              <a:t>2. First pair night — frame it confidently: your family stays together, a parent goes first every time, you choose your own depth.</a:t>
            </a:r>
          </a:p>
          <a:p>
            <a:r>
              <a:t>3. If the room is about ten or fewer, skip the pairs entirely — one circle all night.</a:t>
            </a:r>
          </a:p>
          <a:p>
            <a:r>
              <a:t>CUES: pair spaces set before doors open; every Lead Companion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Evening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7:08–7:25 · LEAD: CONTAINER HOLDER</a:t>
            </a:r>
          </a:p>
          <a:p>
            <a:r>
              <a:t>BEATS:</a:t>
            </a:r>
          </a:p>
          <a:p>
            <a:r>
              <a:t>1. Parent Co-Companion leads and models first with one true sentence ('I checked my phone before the question most days').</a:t>
            </a:r>
          </a:p>
          <a:p>
            <a:r>
              <a:t>2. One quick sentence each around the circle — what I noticed, or what I noticed about the practice. Honor passes without ceremony.</a:t>
            </a:r>
          </a:p>
          <a:p>
            <a:r>
              <a:t>3. Teach the anchor once, thirty seconds: Joshua 4 — twelve stones from the Jordan. Every week this check-in adds a stone.</a:t>
            </a:r>
          </a:p>
          <a:p>
            <a:r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7:25–7:39 · LEAD: CONTENT PRESENTER</a:t>
            </a:r>
          </a:p>
          <a:p>
            <a:r>
              <a:t>BEATS:</a:t>
            </a:r>
          </a:p>
          <a:p>
            <a:r>
              <a:t>1. Read Mark 4:1–20 in full from the physical Bible — slowly, all 20 verses, no stopping to comment.</a:t>
            </a:r>
          </a:p>
          <a:p>
            <a:r>
              <a:t>2. Recall the seed, 60 seconds: 'the sower sows the word' — today is about the ground it lands on, yours and mine.</a:t>
            </a:r>
          </a:p>
          <a:p>
            <a:r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7:25–7:39 · LEAD: CONTENT PRESENTER</a:t>
            </a:r>
          </a:p>
          <a:p>
            <a:r>
              <a:t>BEATS:</a:t>
            </a:r>
          </a:p>
          <a:p>
            <a:r>
              <a:t>1. Paul's mixed ground, 3 min: read Romans 7:15, 18–19 — an apostle with all four soils at once.</a:t>
            </a:r>
          </a:p>
          <a:p>
            <a:r>
              <a:t>2. Land where Paul lands, 7:24–25: rescue, not despair. Finding rocks and thorns is apostolic company.</a:t>
            </a:r>
          </a:p>
          <a:p>
            <a:r>
              <a:t>3. Pivot: the wrong question is 'which soil are you?' — the right one is 'where does each show up, specifically, this week?'</a:t>
            </a:r>
          </a:p>
          <a:p>
            <a:r>
              <a:t>CUES: Bridge before the 7:40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7:40–8:10 · LEAD: CONTENT PRESENTER · PAIRS</a:t>
            </a:r>
          </a:p>
          <a:p>
            <a:r>
              <a:t>BEATS:</a:t>
            </a:r>
          </a:p>
          <a:p>
            <a:r>
              <a:t>1. First three minutes of pair time. Journals open to the Question Zero page; scripture asks it — 2 Corinthians 13:5.</a:t>
            </a:r>
          </a:p>
          <a:p>
            <a:r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t>3. Three quiet minutes. Do not walk the circle; do not glance at pages.</a:t>
            </a:r>
          </a:p>
          <a:p>
            <a:r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7:40–8:10 · LEAD: CONTENT PRESENTER · PAIRS</a:t>
            </a:r>
          </a:p>
          <a:p>
            <a:r>
              <a:t>BEATS:</a:t>
            </a:r>
          </a:p>
          <a:p>
            <a:r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t>2. Push for one specific incident, not a category — 'my phone' becomes one moment this week.</a:t>
            </a:r>
          </a:p>
          <a:p>
            <a:r>
              <a:t>3. Nobody fixes anybody across the family line: 'Just receive it. We're noticing today, not fixing.'</a:t>
            </a:r>
          </a:p>
          <a:p>
            <a:r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8:11–8:20 · LEAD: CONTAINER HOLDER</a:t>
            </a:r>
          </a:p>
          <a:p>
            <a:r>
              <a:t>BEATS:</a:t>
            </a:r>
          </a:p>
          <a:p>
            <a:r>
              <a:t>1. Re-merge starts at 8:10 — one minute to move; let the circle settle.</a:t>
            </a:r>
          </a:p>
          <a:p>
            <a:r>
              <a:t>2. One word each on what today surfaced — 'thorny', 'seen', 'tired'. Hold each word a beat.</a:t>
            </a:r>
          </a:p>
          <a:p>
            <a:r>
              <a:t>3. Re-read Mark 4:20 slowly; land it: good soil is not soil without rocks — it hears, accepts, produces. The noticing IS what good soil does.</a:t>
            </a:r>
          </a:p>
          <a:p>
            <a:r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8:20–8:24 · LEAD: CONTENT PRESENTER</a:t>
            </a:r>
          </a:p>
          <a:p>
            <a:r>
              <a:t>BEATS:</a:t>
            </a:r>
          </a:p>
          <a:p>
            <a:r>
              <a:t>1. Parent Co-Companion leads. Three times this week — not daily — five minutes: one sentence per soil, where did each show up today? Specific, not general.</a:t>
            </a:r>
          </a:p>
          <a:p>
            <a:r>
              <a:t>2. Rule stands: no fixing. The Spirit fixes; our job is to pay attention.</a:t>
            </a:r>
          </a:p>
          <a:p>
            <a:r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8:24–8:28 · LEAD: BOTH LEADERS</a:t>
            </a:r>
          </a:p>
          <a:p>
            <a:r>
              <a:t>BEATS:</a:t>
            </a:r>
          </a:p>
          <a:p>
            <a:r>
              <a:t>1. Your three things first: what went well; what I'd do differently; what I'd tell someone teaching today's process.</a:t>
            </a:r>
          </a:p>
          <a:p>
            <a:r>
              <a:t>2. Room's two questions; two or three voices is plenty.</a:t>
            </a:r>
          </a:p>
          <a:p>
            <a:r>
              <a:t>3. Receive without defending — 'thank you' is the whole response.</a:t>
            </a:r>
          </a:p>
          <a:p>
            <a:r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 · 8:28–8:30 · LEAD: CONTAINER HOLDER</a:t>
            </a:r>
          </a:p>
          <a:p>
            <a:r>
              <a:t>BEATS:</a:t>
            </a:r>
          </a:p>
          <a:p>
            <a:r>
              <a:t>1. Abbreviated six-step close: one-word landing, one thing I'm taking, one practice (the three soil journals).</a:t>
            </a:r>
          </a:p>
          <a:p>
            <a:r>
              <a:t>2. Aaronic blessing parent-to-teen, teen-to-parent — the cohort knows the form now.</a:t>
            </a:r>
          </a:p>
          <a:p>
            <a:r>
              <a:t>3. Brief closing prayer naming, without details, what surfaced: 'Father, You saw the rocks and the thorns we named today.'</a:t>
            </a:r>
          </a:p>
          <a:p>
            <a:r>
              <a:t>GUARD: If the merge ran heavy, give the prayer 60–90 seconds; do not lighten the room.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Evening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Evening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evening,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