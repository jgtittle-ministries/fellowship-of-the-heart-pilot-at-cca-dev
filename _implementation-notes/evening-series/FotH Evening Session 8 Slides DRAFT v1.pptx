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 Companions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CONTAINER HOLDER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8:28–8:30 · LEAD: CONTAINER HOLDER</a:t>
            </a:r>
          </a:p>
          <a:p>
            <a:r>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 Companion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4"/>
          <a:stretch>
            <a:fillRect/>
          </a:stretch>
        </p:blipFill>
        <p:spPr>
          <a:xfrm>
            <a:off x="2574039" y="1463040"/>
            <a:ext cx="7043615"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130</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