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0" Type="http://schemas.openxmlformats.org/officeDocument/2006/relationships/slide" Target="slides/slide10.xml"/><Relationship Id="rId111" Type="http://schemas.openxmlformats.org/officeDocument/2006/relationships/slide" Target="slides/slide11.xml"/><Relationship Id="rId113" Type="http://schemas.openxmlformats.org/officeDocument/2006/relationships/slide" Target="slides/slide13.xml"/><Relationship Id="rId114" Type="http://schemas.openxmlformats.org/officeDocument/2006/relationships/slide" Target="slides/slide14.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leadsanions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CONTENT PRESENTER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102</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103</a:t>
            </a:r>
            <a:endParaRPr sz="1000" b="1">
              <a:solidFill>
                <a:srgbClr val="7A8A6E"/>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104</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105</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106</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leadsanion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107</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108</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109</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110</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112</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113</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pic>
        <p:nvPicPr>
          <p:cNvPr id="4" name="Picture 3" descr="four-connects.png"/>
          <p:cNvPicPr>
            <a:picLocks noChangeAspect="1"/>
          </p:cNvPicPr>
          <p:nvPr/>
        </p:nvPicPr>
        <p:blipFill>
          <a:blip r:embed="rId2"/>
          <a:stretch>
            <a:fillRect/>
          </a:stretch>
        </p:blipFill>
        <p:spPr>
          <a:xfrm>
            <a:off x="932688" y="1645920"/>
            <a:ext cx="10332720" cy="3708663"/>
          </a:xfrm>
          <a:prstGeom prst="rect">
            <a:avLst/>
          </a:prstGeom>
        </p:spPr>
      </p:pic>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101a</a:t>
            </a:r>
            <a:endParaRPr sz="1000" b="1">
              <a:solidFill>
                <a:srgbClr val="7A8A6E"/>
              </a:solidFill>
              <a:latin typeface="Calibri"/>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t>
            </a:r>
            <a:endParaRPr sz="1000" b="1">
              <a:solidFill>
                <a:srgbClr val="7A8A6E"/>
              </a:solidFill>
              <a:latin typeface="Calibri"/>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2"/>
          <a:stretch>
            <a:fillRect/>
          </a:stretch>
        </p:blipFill>
        <p:spPr>
          <a:xfrm>
            <a:off x="1858814" y="1463040"/>
            <a:ext cx="8474066"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111a</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