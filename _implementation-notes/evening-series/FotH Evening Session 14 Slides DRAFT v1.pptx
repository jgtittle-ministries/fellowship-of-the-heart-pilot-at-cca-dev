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9"/>
  </p:notesMasterIdLst>
  <p:sldIdLst>
    <p:sldId id="256" r:id="rId2"/>
    <p:sldId id="300" r:id="rId178"/>
    <p:sldId id="538" r:id="rId18"/>
    <p:sldId id="301" r:id="rId179"/>
    <p:sldId id="446" r:id="rId180"/>
    <p:sldId id="447" r:id="rId181"/>
    <p:sldId id="448" r:id="rId182"/>
    <p:sldId id="539" r:id="rId19"/>
    <p:sldId id="540" r:id="rId20"/>
    <p:sldId id="449" r:id="rId184"/>
    <p:sldId id="450" r:id="rId18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FB8A61-E404-4362-9606-E87F49058870}" v="1" dt="2026-08-20T01:30:35.5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085" autoAdjust="0"/>
  </p:normalViewPr>
  <p:slideViewPr>
    <p:cSldViewPr snapToGrid="0" snapToObjects="1">
      <p:cViewPr varScale="1">
        <p:scale>
          <a:sx n="48" d="100"/>
          <a:sy n="48" d="100"/>
        </p:scale>
        <p:origin x="200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8" Type="http://schemas.openxmlformats.org/officeDocument/2006/relationships/slide" Target="slides/slide3.xml"/><Relationship Id="rId19" Type="http://schemas.openxmlformats.org/officeDocument/2006/relationships/slide" Target="slides/slide8.xml"/><Relationship Id="rId20" Type="http://schemas.openxmlformats.org/officeDocument/2006/relationships/slide" Target="slides/slide9.xml"/><Relationship Id="rId178" Type="http://schemas.openxmlformats.org/officeDocument/2006/relationships/slide" Target="slides/slide2.xml"/><Relationship Id="rId179" Type="http://schemas.openxmlformats.org/officeDocument/2006/relationships/slide" Target="slides/slide4.xml"/><Relationship Id="rId180" Type="http://schemas.openxmlformats.org/officeDocument/2006/relationships/slide" Target="slides/slide5.xml"/><Relationship Id="rId181" Type="http://schemas.openxmlformats.org/officeDocument/2006/relationships/slide" Target="slides/slide6.xml"/><Relationship Id="rId182" Type="http://schemas.openxmlformats.org/officeDocument/2006/relationships/slide" Target="slides/slide7.xml"/><Relationship Id="rId184" Type="http://schemas.openxmlformats.org/officeDocument/2006/relationships/slide" Target="slides/slide10.xml"/><Relationship Id="rId185" Type="http://schemas.openxmlformats.org/officeDocument/2006/relationships/slide" Target="slides/slide11.xml"/><Relationship Id="rId279" Type="http://schemas.openxmlformats.org/officeDocument/2006/relationships/notesMaster" Target="notesMasters/notesMaster1.xml"/><Relationship Id="rId280" Type="http://schemas.openxmlformats.org/officeDocument/2006/relationships/presProps" Target="presProps.xml"/><Relationship Id="rId281" Type="http://schemas.openxmlformats.org/officeDocument/2006/relationships/viewProps" Target="viewProps.xml"/><Relationship Id="rId282" Type="http://schemas.openxmlformats.org/officeDocument/2006/relationships/theme" Target="theme/theme1.xml"/><Relationship Id="rId283" Type="http://schemas.openxmlformats.org/officeDocument/2006/relationships/tableStyles" Target="tableStyles.xml"/><Relationship Id="rId284" Type="http://schemas.microsoft.com/office/2016/11/relationships/changesInfo" Target="changesInfos/changesInfo1.xml"/><Relationship Id="rId28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Tittle" userId="c9414421e32e8042" providerId="LiveId" clId="{48C55722-1884-484D-BEBA-C6DAFFF89F9C}"/>
    <pc:docChg chg="undo custSel addSld modSld sldOrd">
      <pc:chgData name="John Tittle" userId="c9414421e32e8042" providerId="LiveId" clId="{48C55722-1884-484D-BEBA-C6DAFFF89F9C}" dt="2026-08-20T14:52:01.337" v="149" actId="20577"/>
      <pc:docMkLst>
        <pc:docMk/>
      </pc:docMkLst>
      <pc:sldChg chg="modSp mod">
        <pc:chgData name="John Tittle" userId="c9414421e32e8042" providerId="LiveId" clId="{48C55722-1884-484D-BEBA-C6DAFFF89F9C}" dt="2026-08-12T13:40:14.941" v="27" actId="1076"/>
        <pc:sldMkLst>
          <pc:docMk/>
          <pc:sldMk cId="0" sldId="256"/>
        </pc:sldMkLst>
        <pc:spChg chg="mod">
          <ac:chgData name="John Tittle" userId="c9414421e32e8042" providerId="LiveId" clId="{48C55722-1884-484D-BEBA-C6DAFFF89F9C}" dt="2026-08-12T13:40:14.941" v="27" actId="1076"/>
          <ac:spMkLst>
            <pc:docMk/>
            <pc:sldMk cId="0" sldId="256"/>
            <ac:spMk id="2" creationId="{00000000-0000-0000-0000-000000000000}"/>
          </ac:spMkLst>
        </pc:spChg>
      </pc:sldChg>
      <pc:sldChg chg="modSp mod ord">
        <pc:chgData name="John Tittle" userId="c9414421e32e8042" providerId="LiveId" clId="{48C55722-1884-484D-BEBA-C6DAFFF89F9C}" dt="2026-08-12T18:12:40.034" v="135" actId="20577"/>
        <pc:sldMkLst>
          <pc:docMk/>
          <pc:sldMk cId="0" sldId="259"/>
        </pc:sldMkLst>
        <pc:spChg chg="mod">
          <ac:chgData name="John Tittle" userId="c9414421e32e8042" providerId="LiveId" clId="{48C55722-1884-484D-BEBA-C6DAFFF89F9C}" dt="2026-08-12T18:12:40.034" v="135" actId="20577"/>
          <ac:spMkLst>
            <pc:docMk/>
            <pc:sldMk cId="0" sldId="259"/>
            <ac:spMk id="4" creationId="{00000000-0000-0000-0000-000000000000}"/>
          </ac:spMkLst>
        </pc:spChg>
      </pc:sldChg>
      <pc:sldChg chg="modSp mod">
        <pc:chgData name="John Tittle" userId="c9414421e32e8042" providerId="LiveId" clId="{48C55722-1884-484D-BEBA-C6DAFFF89F9C}" dt="2026-08-12T16:56:06.378" v="33" actId="255"/>
        <pc:sldMkLst>
          <pc:docMk/>
          <pc:sldMk cId="0" sldId="262"/>
        </pc:sldMkLst>
        <pc:spChg chg="mod">
          <ac:chgData name="John Tittle" userId="c9414421e32e8042" providerId="LiveId" clId="{48C55722-1884-484D-BEBA-C6DAFFF89F9C}" dt="2026-08-12T16:56:06.378" v="33" actId="255"/>
          <ac:spMkLst>
            <pc:docMk/>
            <pc:sldMk cId="0" sldId="262"/>
            <ac:spMk id="4" creationId="{00000000-0000-0000-0000-000000000000}"/>
          </ac:spMkLst>
        </pc:spChg>
      </pc:sldChg>
      <pc:sldChg chg="modSp mod">
        <pc:chgData name="John Tittle" userId="c9414421e32e8042" providerId="LiveId" clId="{48C55722-1884-484D-BEBA-C6DAFFF89F9C}" dt="2026-08-12T17:00:38.976" v="42" actId="255"/>
        <pc:sldMkLst>
          <pc:docMk/>
          <pc:sldMk cId="0" sldId="265"/>
        </pc:sldMkLst>
        <pc:spChg chg="mod">
          <ac:chgData name="John Tittle" userId="c9414421e32e8042" providerId="LiveId" clId="{48C55722-1884-484D-BEBA-C6DAFFF89F9C}" dt="2026-08-12T17:00:38.976" v="42" actId="255"/>
          <ac:spMkLst>
            <pc:docMk/>
            <pc:sldMk cId="0" sldId="265"/>
            <ac:spMk id="4" creationId="{00000000-0000-0000-0000-000000000000}"/>
          </ac:spMkLst>
        </pc:spChg>
      </pc:sldChg>
      <pc:sldChg chg="modSp mod">
        <pc:chgData name="John Tittle" userId="c9414421e32e8042" providerId="LiveId" clId="{48C55722-1884-484D-BEBA-C6DAFFF89F9C}" dt="2026-08-12T17:05:16.529" v="87" actId="255"/>
        <pc:sldMkLst>
          <pc:docMk/>
          <pc:sldMk cId="0" sldId="268"/>
        </pc:sldMkLst>
        <pc:spChg chg="mod">
          <ac:chgData name="John Tittle" userId="c9414421e32e8042" providerId="LiveId" clId="{48C55722-1884-484D-BEBA-C6DAFFF89F9C}" dt="2026-08-12T17:05:16.529" v="87" actId="255"/>
          <ac:spMkLst>
            <pc:docMk/>
            <pc:sldMk cId="0" sldId="268"/>
            <ac:spMk id="4" creationId="{00000000-0000-0000-0000-000000000000}"/>
          </ac:spMkLst>
        </pc:spChg>
      </pc:sldChg>
      <pc:sldChg chg="modSp mod">
        <pc:chgData name="John Tittle" userId="c9414421e32e8042" providerId="LiveId" clId="{48C55722-1884-484D-BEBA-C6DAFFF89F9C}" dt="2026-08-12T17:10:31.923" v="93" actId="255"/>
        <pc:sldMkLst>
          <pc:docMk/>
          <pc:sldMk cId="0" sldId="271"/>
        </pc:sldMkLst>
        <pc:spChg chg="mod">
          <ac:chgData name="John Tittle" userId="c9414421e32e8042" providerId="LiveId" clId="{48C55722-1884-484D-BEBA-C6DAFFF89F9C}" dt="2026-08-12T17:10:31.923" v="93" actId="255"/>
          <ac:spMkLst>
            <pc:docMk/>
            <pc:sldMk cId="0" sldId="271"/>
            <ac:spMk id="4" creationId="{00000000-0000-0000-0000-000000000000}"/>
          </ac:spMkLst>
        </pc:spChg>
      </pc:sldChg>
      <pc:sldChg chg="modSp mod">
        <pc:chgData name="John Tittle" userId="c9414421e32e8042" providerId="LiveId" clId="{48C55722-1884-484D-BEBA-C6DAFFF89F9C}" dt="2026-08-12T13:06:41.035" v="25" actId="20577"/>
        <pc:sldMkLst>
          <pc:docMk/>
          <pc:sldMk cId="0" sldId="328"/>
        </pc:sldMkLst>
        <pc:spChg chg="mod">
          <ac:chgData name="John Tittle" userId="c9414421e32e8042" providerId="LiveId" clId="{48C55722-1884-484D-BEBA-C6DAFFF89F9C}" dt="2026-08-12T13:06:41.035" v="25" actId="20577"/>
          <ac:spMkLst>
            <pc:docMk/>
            <pc:sldMk cId="0" sldId="328"/>
            <ac:spMk id="4" creationId="{00000000-0000-0000-0000-000000000000}"/>
          </ac:spMkLst>
        </pc:spChg>
        <pc:spChg chg="mod">
          <ac:chgData name="John Tittle" userId="c9414421e32e8042" providerId="LiveId" clId="{48C55722-1884-484D-BEBA-C6DAFFF89F9C}" dt="2026-08-12T13:02:27.925" v="5" actId="255"/>
          <ac:spMkLst>
            <pc:docMk/>
            <pc:sldMk cId="0" sldId="328"/>
            <ac:spMk id="6" creationId="{00000000-0000-0000-0000-000000000000}"/>
          </ac:spMkLst>
        </pc:spChg>
      </pc:sldChg>
      <pc:sldChg chg="modSp mod">
        <pc:chgData name="John Tittle" userId="c9414421e32e8042" providerId="LiveId" clId="{48C55722-1884-484D-BEBA-C6DAFFF89F9C}" dt="2026-08-12T16:56:22.357" v="34" actId="255"/>
        <pc:sldMkLst>
          <pc:docMk/>
          <pc:sldMk cId="0" sldId="335"/>
        </pc:sldMkLst>
        <pc:spChg chg="mod">
          <ac:chgData name="John Tittle" userId="c9414421e32e8042" providerId="LiveId" clId="{48C55722-1884-484D-BEBA-C6DAFFF89F9C}" dt="2026-08-12T16:56:22.357" v="34" actId="255"/>
          <ac:spMkLst>
            <pc:docMk/>
            <pc:sldMk cId="0" sldId="335"/>
            <ac:spMk id="4" creationId="{00000000-0000-0000-0000-000000000000}"/>
          </ac:spMkLst>
        </pc:spChg>
      </pc:sldChg>
      <pc:sldChg chg="modSp mod">
        <pc:chgData name="John Tittle" userId="c9414421e32e8042" providerId="LiveId" clId="{48C55722-1884-484D-BEBA-C6DAFFF89F9C}" dt="2026-08-12T13:01:28.747" v="4" actId="1076"/>
        <pc:sldMkLst>
          <pc:docMk/>
          <pc:sldMk cId="0" sldId="337"/>
        </pc:sldMkLst>
        <pc:picChg chg="mod">
          <ac:chgData name="John Tittle" userId="c9414421e32e8042" providerId="LiveId" clId="{48C55722-1884-484D-BEBA-C6DAFFF89F9C}" dt="2026-08-12T13:01:28.747" v="4" actId="1076"/>
          <ac:picMkLst>
            <pc:docMk/>
            <pc:sldMk cId="0" sldId="337"/>
            <ac:picMk id="5" creationId="{00000000-0000-0000-0000-000000000000}"/>
          </ac:picMkLst>
        </pc:picChg>
      </pc:sldChg>
      <pc:sldChg chg="modSp mod">
        <pc:chgData name="John Tittle" userId="c9414421e32e8042" providerId="LiveId" clId="{48C55722-1884-484D-BEBA-C6DAFFF89F9C}" dt="2026-08-12T16:59:26.993" v="41" actId="255"/>
        <pc:sldMkLst>
          <pc:docMk/>
          <pc:sldMk cId="0" sldId="340"/>
        </pc:sldMkLst>
        <pc:spChg chg="mod">
          <ac:chgData name="John Tittle" userId="c9414421e32e8042" providerId="LiveId" clId="{48C55722-1884-484D-BEBA-C6DAFFF89F9C}" dt="2026-08-12T16:59:26.993" v="41" actId="255"/>
          <ac:spMkLst>
            <pc:docMk/>
            <pc:sldMk cId="0" sldId="340"/>
            <ac:spMk id="4" creationId="{00000000-0000-0000-0000-000000000000}"/>
          </ac:spMkLst>
        </pc:spChg>
      </pc:sldChg>
      <pc:sldChg chg="modSp mod">
        <pc:chgData name="John Tittle" userId="c9414421e32e8042" providerId="LiveId" clId="{48C55722-1884-484D-BEBA-C6DAFFF89F9C}" dt="2026-08-12T17:01:07.634" v="43" actId="255"/>
        <pc:sldMkLst>
          <pc:docMk/>
          <pc:sldMk cId="0" sldId="343"/>
        </pc:sldMkLst>
        <pc:spChg chg="mod">
          <ac:chgData name="John Tittle" userId="c9414421e32e8042" providerId="LiveId" clId="{48C55722-1884-484D-BEBA-C6DAFFF89F9C}" dt="2026-08-12T17:01:07.634" v="43" actId="255"/>
          <ac:spMkLst>
            <pc:docMk/>
            <pc:sldMk cId="0" sldId="343"/>
            <ac:spMk id="4" creationId="{00000000-0000-0000-0000-000000000000}"/>
          </ac:spMkLst>
        </pc:spChg>
      </pc:sldChg>
      <pc:sldChg chg="modSp mod">
        <pc:chgData name="John Tittle" userId="c9414421e32e8042" providerId="LiveId" clId="{48C55722-1884-484D-BEBA-C6DAFFF89F9C}" dt="2026-08-12T17:01:28.623" v="44" actId="255"/>
        <pc:sldMkLst>
          <pc:docMk/>
          <pc:sldMk cId="0" sldId="344"/>
        </pc:sldMkLst>
        <pc:spChg chg="mod">
          <ac:chgData name="John Tittle" userId="c9414421e32e8042" providerId="LiveId" clId="{48C55722-1884-484D-BEBA-C6DAFFF89F9C}" dt="2026-08-12T17:01:28.623" v="44" actId="255"/>
          <ac:spMkLst>
            <pc:docMk/>
            <pc:sldMk cId="0" sldId="344"/>
            <ac:spMk id="4" creationId="{00000000-0000-0000-0000-000000000000}"/>
          </ac:spMkLst>
        </pc:spChg>
      </pc:sldChg>
      <pc:sldChg chg="modSp mod">
        <pc:chgData name="John Tittle" userId="c9414421e32e8042" providerId="LiveId" clId="{48C55722-1884-484D-BEBA-C6DAFFF89F9C}" dt="2026-08-12T17:03:01.179" v="84" actId="20577"/>
        <pc:sldMkLst>
          <pc:docMk/>
          <pc:sldMk cId="0" sldId="346"/>
        </pc:sldMkLst>
        <pc:spChg chg="mod">
          <ac:chgData name="John Tittle" userId="c9414421e32e8042" providerId="LiveId" clId="{48C55722-1884-484D-BEBA-C6DAFFF89F9C}" dt="2026-08-12T17:03:01.179" v="84" actId="20577"/>
          <ac:spMkLst>
            <pc:docMk/>
            <pc:sldMk cId="0" sldId="346"/>
            <ac:spMk id="4" creationId="{00000000-0000-0000-0000-000000000000}"/>
          </ac:spMkLst>
        </pc:spChg>
      </pc:sldChg>
      <pc:sldChg chg="modSp mod">
        <pc:chgData name="John Tittle" userId="c9414421e32e8042" providerId="LiveId" clId="{48C55722-1884-484D-BEBA-C6DAFFF89F9C}" dt="2026-08-12T17:04:20.092" v="86" actId="255"/>
        <pc:sldMkLst>
          <pc:docMk/>
          <pc:sldMk cId="0" sldId="347"/>
        </pc:sldMkLst>
        <pc:spChg chg="mod">
          <ac:chgData name="John Tittle" userId="c9414421e32e8042" providerId="LiveId" clId="{48C55722-1884-484D-BEBA-C6DAFFF89F9C}" dt="2026-08-12T17:04:20.092" v="86" actId="255"/>
          <ac:spMkLst>
            <pc:docMk/>
            <pc:sldMk cId="0" sldId="347"/>
            <ac:spMk id="4" creationId="{00000000-0000-0000-0000-000000000000}"/>
          </ac:spMkLst>
        </pc:spChg>
      </pc:sldChg>
      <pc:sldChg chg="modSp mod">
        <pc:chgData name="John Tittle" userId="c9414421e32e8042" providerId="LiveId" clId="{48C55722-1884-484D-BEBA-C6DAFFF89F9C}" dt="2026-08-12T17:03:59.966" v="85" actId="255"/>
        <pc:sldMkLst>
          <pc:docMk/>
          <pc:sldMk cId="0" sldId="349"/>
        </pc:sldMkLst>
        <pc:spChg chg="mod">
          <ac:chgData name="John Tittle" userId="c9414421e32e8042" providerId="LiveId" clId="{48C55722-1884-484D-BEBA-C6DAFFF89F9C}" dt="2026-08-12T17:03:59.966" v="85" actId="255"/>
          <ac:spMkLst>
            <pc:docMk/>
            <pc:sldMk cId="0" sldId="349"/>
            <ac:spMk id="4" creationId="{00000000-0000-0000-0000-000000000000}"/>
          </ac:spMkLst>
        </pc:spChg>
      </pc:sldChg>
      <pc:sldChg chg="modSp mod">
        <pc:chgData name="John Tittle" userId="c9414421e32e8042" providerId="LiveId" clId="{48C55722-1884-484D-BEBA-C6DAFFF89F9C}" dt="2026-08-12T17:05:37.103" v="88" actId="255"/>
        <pc:sldMkLst>
          <pc:docMk/>
          <pc:sldMk cId="0" sldId="353"/>
        </pc:sldMkLst>
        <pc:spChg chg="mod">
          <ac:chgData name="John Tittle" userId="c9414421e32e8042" providerId="LiveId" clId="{48C55722-1884-484D-BEBA-C6DAFFF89F9C}" dt="2026-08-12T17:05:37.103" v="88" actId="255"/>
          <ac:spMkLst>
            <pc:docMk/>
            <pc:sldMk cId="0" sldId="353"/>
            <ac:spMk id="4" creationId="{00000000-0000-0000-0000-000000000000}"/>
          </ac:spMkLst>
        </pc:spChg>
      </pc:sldChg>
      <pc:sldChg chg="modSp mod">
        <pc:chgData name="John Tittle" userId="c9414421e32e8042" providerId="LiveId" clId="{48C55722-1884-484D-BEBA-C6DAFFF89F9C}" dt="2026-08-12T17:08:29.079" v="89" actId="255"/>
        <pc:sldMkLst>
          <pc:docMk/>
          <pc:sldMk cId="0" sldId="354"/>
        </pc:sldMkLst>
        <pc:spChg chg="mod">
          <ac:chgData name="John Tittle" userId="c9414421e32e8042" providerId="LiveId" clId="{48C55722-1884-484D-BEBA-C6DAFFF89F9C}" dt="2026-08-12T17:08:29.079" v="89" actId="255"/>
          <ac:spMkLst>
            <pc:docMk/>
            <pc:sldMk cId="0" sldId="354"/>
            <ac:spMk id="4" creationId="{00000000-0000-0000-0000-000000000000}"/>
          </ac:spMkLst>
        </pc:spChg>
      </pc:sldChg>
      <pc:sldChg chg="modSp mod">
        <pc:chgData name="John Tittle" userId="c9414421e32e8042" providerId="LiveId" clId="{48C55722-1884-484D-BEBA-C6DAFFF89F9C}" dt="2026-08-12T17:08:54.113" v="90" actId="255"/>
        <pc:sldMkLst>
          <pc:docMk/>
          <pc:sldMk cId="0" sldId="356"/>
        </pc:sldMkLst>
        <pc:spChg chg="mod">
          <ac:chgData name="John Tittle" userId="c9414421e32e8042" providerId="LiveId" clId="{48C55722-1884-484D-BEBA-C6DAFFF89F9C}" dt="2026-08-12T17:08:54.113" v="90" actId="255"/>
          <ac:spMkLst>
            <pc:docMk/>
            <pc:sldMk cId="0" sldId="356"/>
            <ac:spMk id="4" creationId="{00000000-0000-0000-0000-000000000000}"/>
          </ac:spMkLst>
        </pc:spChg>
      </pc:sldChg>
      <pc:sldChg chg="modSp mod">
        <pc:chgData name="John Tittle" userId="c9414421e32e8042" providerId="LiveId" clId="{48C55722-1884-484D-BEBA-C6DAFFF89F9C}" dt="2026-08-12T17:09:09.405" v="91" actId="255"/>
        <pc:sldMkLst>
          <pc:docMk/>
          <pc:sldMk cId="0" sldId="357"/>
        </pc:sldMkLst>
        <pc:spChg chg="mod">
          <ac:chgData name="John Tittle" userId="c9414421e32e8042" providerId="LiveId" clId="{48C55722-1884-484D-BEBA-C6DAFFF89F9C}" dt="2026-08-12T17:09:09.405" v="91" actId="255"/>
          <ac:spMkLst>
            <pc:docMk/>
            <pc:sldMk cId="0" sldId="357"/>
            <ac:spMk id="4" creationId="{00000000-0000-0000-0000-000000000000}"/>
          </ac:spMkLst>
        </pc:spChg>
      </pc:sldChg>
      <pc:sldChg chg="modSp mod">
        <pc:chgData name="John Tittle" userId="c9414421e32e8042" providerId="LiveId" clId="{48C55722-1884-484D-BEBA-C6DAFFF89F9C}" dt="2026-08-12T17:09:24.932" v="92" actId="255"/>
        <pc:sldMkLst>
          <pc:docMk/>
          <pc:sldMk cId="0" sldId="358"/>
        </pc:sldMkLst>
        <pc:spChg chg="mod">
          <ac:chgData name="John Tittle" userId="c9414421e32e8042" providerId="LiveId" clId="{48C55722-1884-484D-BEBA-C6DAFFF89F9C}" dt="2026-08-12T17:09:24.932" v="92" actId="255"/>
          <ac:spMkLst>
            <pc:docMk/>
            <pc:sldMk cId="0" sldId="358"/>
            <ac:spMk id="4" creationId="{00000000-0000-0000-0000-000000000000}"/>
          </ac:spMkLst>
        </pc:spChg>
      </pc:sldChg>
      <pc:sldChg chg="modSp mod">
        <pc:chgData name="John Tittle" userId="c9414421e32e8042" providerId="LiveId" clId="{48C55722-1884-484D-BEBA-C6DAFFF89F9C}" dt="2026-08-12T17:11:42.432" v="94" actId="255"/>
        <pc:sldMkLst>
          <pc:docMk/>
          <pc:sldMk cId="0" sldId="362"/>
        </pc:sldMkLst>
        <pc:spChg chg="mod">
          <ac:chgData name="John Tittle" userId="c9414421e32e8042" providerId="LiveId" clId="{48C55722-1884-484D-BEBA-C6DAFFF89F9C}" dt="2026-08-12T17:11:42.432" v="94" actId="255"/>
          <ac:spMkLst>
            <pc:docMk/>
            <pc:sldMk cId="0" sldId="362"/>
            <ac:spMk id="4" creationId="{00000000-0000-0000-0000-000000000000}"/>
          </ac:spMkLst>
        </pc:spChg>
      </pc:sldChg>
      <pc:sldChg chg="modSp mod">
        <pc:chgData name="John Tittle" userId="c9414421e32e8042" providerId="LiveId" clId="{48C55722-1884-484D-BEBA-C6DAFFF89F9C}" dt="2026-08-12T17:12:19.976" v="95" actId="255"/>
        <pc:sldMkLst>
          <pc:docMk/>
          <pc:sldMk cId="0" sldId="363"/>
        </pc:sldMkLst>
        <pc:spChg chg="mod">
          <ac:chgData name="John Tittle" userId="c9414421e32e8042" providerId="LiveId" clId="{48C55722-1884-484D-BEBA-C6DAFFF89F9C}" dt="2026-08-12T17:12:19.976" v="95" actId="255"/>
          <ac:spMkLst>
            <pc:docMk/>
            <pc:sldMk cId="0" sldId="363"/>
            <ac:spMk id="4" creationId="{00000000-0000-0000-0000-000000000000}"/>
          </ac:spMkLst>
        </pc:spChg>
      </pc:sldChg>
      <pc:sldChg chg="modSp mod">
        <pc:chgData name="John Tittle" userId="c9414421e32e8042" providerId="LiveId" clId="{48C55722-1884-484D-BEBA-C6DAFFF89F9C}" dt="2026-08-12T17:13:01.002" v="96" actId="255"/>
        <pc:sldMkLst>
          <pc:docMk/>
          <pc:sldMk cId="0" sldId="364"/>
        </pc:sldMkLst>
        <pc:spChg chg="mod">
          <ac:chgData name="John Tittle" userId="c9414421e32e8042" providerId="LiveId" clId="{48C55722-1884-484D-BEBA-C6DAFFF89F9C}" dt="2026-08-12T17:13:01.002" v="96" actId="255"/>
          <ac:spMkLst>
            <pc:docMk/>
            <pc:sldMk cId="0" sldId="364"/>
            <ac:spMk id="4" creationId="{00000000-0000-0000-0000-000000000000}"/>
          </ac:spMkLst>
        </pc:spChg>
      </pc:sldChg>
      <pc:sldChg chg="modSp mod">
        <pc:chgData name="John Tittle" userId="c9414421e32e8042" providerId="LiveId" clId="{48C55722-1884-484D-BEBA-C6DAFFF89F9C}" dt="2026-08-12T17:13:13.863" v="97" actId="255"/>
        <pc:sldMkLst>
          <pc:docMk/>
          <pc:sldMk cId="0" sldId="365"/>
        </pc:sldMkLst>
        <pc:spChg chg="mod">
          <ac:chgData name="John Tittle" userId="c9414421e32e8042" providerId="LiveId" clId="{48C55722-1884-484D-BEBA-C6DAFFF89F9C}" dt="2026-08-12T17:13:13.863" v="97" actId="255"/>
          <ac:spMkLst>
            <pc:docMk/>
            <pc:sldMk cId="0" sldId="365"/>
            <ac:spMk id="4" creationId="{00000000-0000-0000-0000-000000000000}"/>
          </ac:spMkLst>
        </pc:spChg>
      </pc:sldChg>
      <pc:sldChg chg="modSp mod">
        <pc:chgData name="John Tittle" userId="c9414421e32e8042" providerId="LiveId" clId="{48C55722-1884-484D-BEBA-C6DAFFF89F9C}" dt="2026-08-12T13:03:25.042" v="7" actId="255"/>
        <pc:sldMkLst>
          <pc:docMk/>
          <pc:sldMk cId="0" sldId="520"/>
        </pc:sldMkLst>
        <pc:spChg chg="mod">
          <ac:chgData name="John Tittle" userId="c9414421e32e8042" providerId="LiveId" clId="{48C55722-1884-484D-BEBA-C6DAFFF89F9C}" dt="2026-08-12T13:03:14.451" v="6" actId="255"/>
          <ac:spMkLst>
            <pc:docMk/>
            <pc:sldMk cId="0" sldId="520"/>
            <ac:spMk id="220" creationId="{00000000-0000-0000-0000-000000000000}"/>
          </ac:spMkLst>
        </pc:spChg>
        <pc:spChg chg="mod">
          <ac:chgData name="John Tittle" userId="c9414421e32e8042" providerId="LiveId" clId="{48C55722-1884-484D-BEBA-C6DAFFF89F9C}" dt="2026-08-12T13:03:25.042" v="7" actId="255"/>
          <ac:spMkLst>
            <pc:docMk/>
            <pc:sldMk cId="0" sldId="520"/>
            <ac:spMk id="221" creationId="{00000000-0000-0000-0000-000000000000}"/>
          </ac:spMkLst>
        </pc:spChg>
      </pc:sldChg>
      <pc:sldChg chg="modSp mod">
        <pc:chgData name="John Tittle" userId="c9414421e32e8042" providerId="LiveId" clId="{48C55722-1884-484D-BEBA-C6DAFFF89F9C}" dt="2026-08-12T16:57:49.209" v="40" actId="1076"/>
        <pc:sldMkLst>
          <pc:docMk/>
          <pc:sldMk cId="0" sldId="522"/>
        </pc:sldMkLst>
        <pc:spChg chg="mod">
          <ac:chgData name="John Tittle" userId="c9414421e32e8042" providerId="LiveId" clId="{48C55722-1884-484D-BEBA-C6DAFFF89F9C}" dt="2026-08-12T16:57:49.209" v="40" actId="1076"/>
          <ac:spMkLst>
            <pc:docMk/>
            <pc:sldMk cId="0" sldId="522"/>
            <ac:spMk id="242" creationId="{00000000-0000-0000-0000-000000000000}"/>
          </ac:spMkLst>
        </pc:spChg>
        <pc:spChg chg="mod">
          <ac:chgData name="John Tittle" userId="c9414421e32e8042" providerId="LiveId" clId="{48C55722-1884-484D-BEBA-C6DAFFF89F9C}" dt="2026-08-12T16:57:19.041" v="35" actId="255"/>
          <ac:spMkLst>
            <pc:docMk/>
            <pc:sldMk cId="0" sldId="522"/>
            <ac:spMk id="243" creationId="{00000000-0000-0000-0000-000000000000}"/>
          </ac:spMkLst>
        </pc:spChg>
      </pc:sldChg>
      <pc:sldChg chg="modSp mod">
        <pc:chgData name="John Tittle" userId="c9414421e32e8042" providerId="LiveId" clId="{48C55722-1884-484D-BEBA-C6DAFFF89F9C}" dt="2026-08-12T13:01:11.684" v="2" actId="255"/>
        <pc:sldMkLst>
          <pc:docMk/>
          <pc:sldMk cId="0" sldId="523"/>
        </pc:sldMkLst>
        <pc:spChg chg="mod">
          <ac:chgData name="John Tittle" userId="c9414421e32e8042" providerId="LiveId" clId="{48C55722-1884-484D-BEBA-C6DAFFF89F9C}" dt="2026-08-12T13:00:43.184" v="0" actId="255"/>
          <ac:spMkLst>
            <pc:docMk/>
            <pc:sldMk cId="0" sldId="523"/>
            <ac:spMk id="260" creationId="{00000000-0000-0000-0000-000000000000}"/>
          </ac:spMkLst>
        </pc:spChg>
        <pc:spChg chg="mod">
          <ac:chgData name="John Tittle" userId="c9414421e32e8042" providerId="LiveId" clId="{48C55722-1884-484D-BEBA-C6DAFFF89F9C}" dt="2026-08-12T13:00:54.805" v="1" actId="255"/>
          <ac:spMkLst>
            <pc:docMk/>
            <pc:sldMk cId="0" sldId="523"/>
            <ac:spMk id="261" creationId="{00000000-0000-0000-0000-000000000000}"/>
          </ac:spMkLst>
        </pc:spChg>
        <pc:spChg chg="mod">
          <ac:chgData name="John Tittle" userId="c9414421e32e8042" providerId="LiveId" clId="{48C55722-1884-484D-BEBA-C6DAFFF89F9C}" dt="2026-08-12T13:01:11.684" v="2" actId="255"/>
          <ac:spMkLst>
            <pc:docMk/>
            <pc:sldMk cId="0" sldId="523"/>
            <ac:spMk id="262" creationId="{00000000-0000-0000-0000-000000000000}"/>
          </ac:spMkLst>
        </pc:spChg>
      </pc:sldChg>
      <pc:sldChg chg="modSp mod ord">
        <pc:chgData name="John Tittle" userId="c9414421e32e8042" providerId="LiveId" clId="{48C55722-1884-484D-BEBA-C6DAFFF89F9C}" dt="2026-08-12T15:53:10.639" v="32"/>
        <pc:sldMkLst>
          <pc:docMk/>
          <pc:sldMk cId="0" sldId="546"/>
        </pc:sldMkLst>
        <pc:spChg chg="mod">
          <ac:chgData name="John Tittle" userId="c9414421e32e8042" providerId="LiveId" clId="{48C55722-1884-484D-BEBA-C6DAFFF89F9C}" dt="2026-08-12T15:25:26.241" v="28" actId="255"/>
          <ac:spMkLst>
            <pc:docMk/>
            <pc:sldMk cId="0" sldId="546"/>
            <ac:spMk id="231" creationId="{00000000-0000-0000-0000-000000000000}"/>
          </ac:spMkLst>
        </pc:spChg>
      </pc:sldChg>
      <pc:sldChg chg="modSp mod ord">
        <pc:chgData name="John Tittle" userId="c9414421e32e8042" providerId="LiveId" clId="{48C55722-1884-484D-BEBA-C6DAFFF89F9C}" dt="2026-08-20T01:26:03.976" v="147"/>
        <pc:sldMkLst>
          <pc:docMk/>
          <pc:sldMk cId="0" sldId="547"/>
        </pc:sldMkLst>
        <pc:spChg chg="mod">
          <ac:chgData name="John Tittle" userId="c9414421e32e8042" providerId="LiveId" clId="{48C55722-1884-484D-BEBA-C6DAFFF89F9C}" dt="2026-08-12T18:13:34.327" v="143" actId="20577"/>
          <ac:spMkLst>
            <pc:docMk/>
            <pc:sldMk cId="0" sldId="547"/>
            <ac:spMk id="240" creationId="{00000000-0000-0000-0000-000000000000}"/>
          </ac:spMkLst>
        </pc:spChg>
      </pc:sldChg>
      <pc:sldChg chg="addSp modSp">
        <pc:chgData name="John Tittle" userId="c9414421e32e8042" providerId="LiveId" clId="{48C55722-1884-484D-BEBA-C6DAFFF89F9C}" dt="2026-08-13T18:04:10.115" v="145"/>
        <pc:sldMkLst>
          <pc:docMk/>
          <pc:sldMk cId="0" sldId="548"/>
        </pc:sldMkLst>
        <pc:picChg chg="add mod">
          <ac:chgData name="John Tittle" userId="c9414421e32e8042" providerId="LiveId" clId="{48C55722-1884-484D-BEBA-C6DAFFF89F9C}" dt="2026-08-13T18:04:10.115" v="145"/>
          <ac:picMkLst>
            <pc:docMk/>
            <pc:sldMk cId="0" sldId="548"/>
            <ac:picMk id="5" creationId="{57A95D7D-1063-6D30-607C-E5502D8C3B9D}"/>
          </ac:picMkLst>
        </pc:picChg>
      </pc:sldChg>
      <pc:sldChg chg="add">
        <pc:chgData name="John Tittle" userId="c9414421e32e8042" providerId="LiveId" clId="{48C55722-1884-484D-BEBA-C6DAFFF89F9C}" dt="2026-08-20T01:30:35.577" v="148"/>
        <pc:sldMkLst>
          <pc:docMk/>
          <pc:sldMk cId="2484547825" sldId="553"/>
        </pc:sldMkLst>
      </pc:sldChg>
      <pc:sldChg chg="modNotes">
        <pc:chgData name="John Tittle" userId="c9414421e32e8042" providerId="LiveId" clId="{48C55722-1884-484D-BEBA-C6DAFFF89F9C}" dt="2026-08-20T14:52:01.337" v="149" actId="20577"/>
        <pc:sldMkLst>
          <pc:docMk/>
          <pc:sldMk cId="0" sldId="55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DECK TITLE · pre-session · DIVIDER</a:t>
            </a:r>
          </a:p>
          <a:p>
            <a:r>
              <a:rPr lang="en-US" sz="1200"/>
              <a:t>On screen as the room assembles on night one. All Scripture ESV; the plans carry the scripts; these slides carry the room — and these notes carry you.</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S14 · WELCOME · LEAD: CONTAINER HOLDER · GROUNDING — every session opens on this map</a:t>
            </a:r>
          </a:p>
          <a:p>
            <a:r>
              <a:t>BEATS:</a:t>
            </a:r>
          </a:p>
          <a:p>
            <a:r>
              <a:t>1. Locate tonight on the map, plainly: Session 14 returns to the second and third boxes — Others and God — walked again, teen-led. Each connection makes the next one real (Matt. 22:37–40).</a:t>
            </a:r>
          </a:p>
          <a:p>
            <a:r>
              <a:t>2. The four boxes are one journey — each connection makes the next one real — rooted in the two great commandments: love God, love neighbor (Matt 22:37–40).</a:t>
            </a:r>
          </a:p>
          <a:p>
            <a:r>
              <a:t>3. This is also the 'where we are on the map' minute the welcome owes any newcomer.</a:t>
            </a:r>
          </a:p>
          <a:p>
            <a:r>
              <a:t>CUES: Two minutes at most; then tonight's road.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S14 · COMMISSIONING · LEAD: CONTENT PRESENTER</a:t>
            </a:r>
          </a:p>
          <a:p>
            <a:r>
              <a:t>BEATS:</a:t>
            </a:r>
          </a:p>
          <a:p>
            <a:r>
              <a:t>1. The sheet on the screen is the sheet in their hands — walk it, don't read it.</a:t>
            </a:r>
          </a:p>
          <a:p>
            <a:r>
              <a:t>2. The standing rhythm first: the morning question, the evening journal line — one box per day on the week-grids.</a:t>
            </a:r>
          </a:p>
          <a:p>
            <a:r>
              <a:t>3. A missed box is never a failure — it is an invitation to return.</a:t>
            </a:r>
          </a:p>
          <a:p>
            <a:r>
              <a:t>CUES: The four parts are the next slide.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S14 · COMMISSIONING · LEAD: CONTENT PRESENTER</a:t>
            </a:r>
          </a:p>
          <a:p>
            <a:r>
              <a:t>BEATS:</a:t>
            </a:r>
          </a:p>
          <a:p>
            <a:r>
              <a:t>1. The four parts, in order: the homework practice, week one; the end-of-week-one check-in; the homework practice, week two; one sentence of preparation.</a:t>
            </a:r>
          </a:p>
          <a:p>
            <a:r>
              <a:t>2. Check-in partners are named aloud before leaving this slide — the sheet has the line to write the name.</a:t>
            </a:r>
          </a:p>
          <a:p>
            <a:r>
              <a:t>GUARD: The sheet-walk, not a re-teach.</a:t>
            </a: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S14 · pre-session · DIVIDER</a:t>
            </a:r>
          </a:p>
          <a:p>
            <a:r>
              <a:rPr lang="en-US" sz="1200"/>
              <a:t>On screen through dinner and as the circle forms. Greet at the door — the slide holds the room.</a:t>
            </a: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S14 · 7:00–7:08 · LEAD: CONTAINER HOLDER · TEEN-LED</a:t>
            </a:r>
          </a:p>
          <a:p>
            <a:r>
              <a:rPr lang="en-US" sz="1200"/>
              <a:t>BEATS: 1. Today a willing teen leads end to end; nothing new is taught — the every-teen rotation is the curriculum. 2. The middle runs ONE of two options, decided at the prep meeting with the leading teen — never improvised on the night: Option 1 = PROAPT in pairs on a fresh passage (chosen if the daily practice thinned); Option 2 = the full opening container from memory plus a Family Conversation Cards round (chosen if the room needs warmth). Confirm before the door opens which was called, and who today's catch adult is.</a:t>
            </a:r>
          </a:p>
          <a:p>
            <a:r>
              <a:rPr lang="en-US" sz="1200"/>
              <a:t>CUES: Adults sit outside the circle, eyes on the teen, faces warm and unhelpful; the catch sits where the teen can find their eyes.</a:t>
            </a:r>
          </a:p>
          <a:p>
            <a:r>
              <a:rPr lang="en-US" sz="1200"/>
              <a:t>GUARD: The teen leads practices only — anything heavy hands to the adult immediately, and the handoff is honored publicly as leadership, not failure.</a:t>
            </a: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S14 · 7:00–7:08 · LEAD: CONTAINER HOLDER · TEEN-LED</a:t>
            </a:r>
          </a:p>
          <a:p>
            <a:r>
              <a:t>BEATS: 1. The leading teen opens: phones away, blessing first. 2. Option 1: the short container restatement — Safe, Present, Clear, Intentional — then straight to the check-in word. Option 2: this IS half the rep — the full protocol from memory: standing circle, one-word check-in, put out / bring in, the spoken commitment, prayer naming the Holy Spirit. Measure completeness, not polish.</a:t>
            </a:r>
          </a:p>
          <a:p>
            <a:r>
              <a:t>CUES: From the teen's first word, sit back outside the circle — the room learns who is leading from where the adults look. If the teen freezes: the catch counts silently to ten, steps in warm and seamless at the next one-liner, offers the lead back at the next step. No flag on the play.</a:t>
            </a:r>
          </a:p>
          <a:p>
            <a:r>
              <a:t>PAIR LEAD: name the leading pair in the welcome — two leaders hold tonight, and the room will see the evening handed back and forth between them; that is the design. The pair practices the session together beforehand.</a:t>
            </a: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S14 · 7:25–7:27 · LEAD: CONTENT PRESENTER · TEEN-LED</a:t>
            </a:r>
          </a:p>
          <a:p>
            <a:r>
              <a:rPr lang="en-US" sz="1200"/>
              <a:t>BEATS: 1. One round on Week 13's assignment: one small act aligned with your downhill mission. 2. One sentence each, entirely optional — 'I didn't get to it' is an honest sentence. 3. Receive them all the same way; the close: the works were prepared beforehand — the assignment doesn't expire.</a:t>
            </a:r>
          </a:p>
          <a:p>
            <a:r>
              <a:rPr lang="en-US" sz="1200"/>
              <a:t>CUES: The arranged parent opens (Run Card) — never a cold call on a teen; pass anytime.</a:t>
            </a:r>
          </a:p>
          <a:p>
            <a:r>
              <a:rPr lang="en-US" sz="1200"/>
              <a:t>GUARD: An acknowledgment, not a debrief — don't let it become a testimony hour or a guilt audit.</a:t>
            </a: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S14 · 7:27–7:28 · LEAD: CONTENT PRESENTER · TEEN-LED</a:t>
            </a:r>
          </a:p>
          <a:p>
            <a:r>
              <a:rPr lang="en-US" sz="1200"/>
              <a:t>BEATS: 1. Say it plainly: nothing new today, on purpose — everything we do, this room has already done; one more of us leads it. 2. 1 Timothy 4:12 is the charter: let no one despise your youth; set the believers an example. 3. Name the score-keeping out loud: not a competition, no ranking — the room's job for every leader is the same: receive them.</a:t>
            </a:r>
          </a:p>
          <a:p>
            <a:r>
              <a:rPr lang="en-US" sz="1200"/>
              <a:t>GUARD: Today is not filler between the Mission week and the Rhythm week — it is the mechanism. Say so.</a:t>
            </a: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W14 · 8:24–8:26, blessing 8:29–8:30 · TEEN-LED</a:t>
            </a:r>
          </a:p>
          <a:p>
            <a:r>
              <a:t>BEATS: 1. The teen runs the closing protocol: standing circle, one-word landing, the one thing, the one practice spoken aloud. 2. After the feedback round the teen returns for the send: when we gather is the Rhythm night — today was a rep of exactly that, the practice working without the team at the front. 3. Aaronic blessing, hands up; sent.</a:t>
            </a:r>
          </a:p>
          <a:p>
            <a:r>
              <a:t>CUES: In Option 2, closing from memory completes the container half of the rep — let the teen carry all of it.</a:t>
            </a:r>
          </a:p>
          <a:p>
            <a:r>
              <a:t>BLESSINGS: eyes on the person, not the screen — nothing to read; say what is on your heart for them, specific and short.</a:t>
            </a: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sz="1200"/>
              <a:t>S14 · 8:26–8:29 · LEAD: BOTH LEADERS (Lead Companion runs)</a:t>
            </a:r>
          </a:p>
          <a:p>
            <a:r>
              <a:rPr lang="en-US" sz="1200"/>
              <a:t>BEATS: 1. The leading teen answers first: went well / do differently / what I'd tell someone teaching this. 2. The adult answers the two questions second, adds ONE specific affirmation of the lead and at most one growth item. 3. The room only by the teen's consent — ask aloud; popcorn, 'for you' language; two or three voices each. 4. Receive without defending — 'thank you' is the whole response.</a:t>
            </a:r>
          </a:p>
          <a:p>
            <a:r>
              <a:rPr lang="en-US" sz="1200"/>
              <a:t>GUARD: If the catch stepped in today, name what the teen did well FIRST; the stepping-in was the team working, not the teen failing. If the teen declines the room's round, it ends after the adult — no pressure, no exposure.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4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4c-trail.jpg"/>
          <p:cNvPicPr>
            <a:picLocks noChangeAspect="1"/>
          </p:cNvPicPr>
          <p:nvPr/>
        </p:nvPicPr>
        <p:blipFill>
          <a:blip r:embed="rId3"/>
          <a:stretch>
            <a:fillRect/>
          </a:stretch>
        </p:blipFill>
        <p:spPr>
          <a:xfrm>
            <a:off x="8412480" y="1418285"/>
            <a:ext cx="3291840" cy="4021429"/>
          </a:xfrm>
          <a:prstGeom prst="rect">
            <a:avLst/>
          </a:prstGeom>
          <a:ln w="76200">
            <a:solidFill>
              <a:srgbClr val="FFFFFF"/>
            </a:solidFill>
          </a:ln>
          <a:effectLst>
            <a:outerShdw blurRad="63500" dist="25400" dir="5400000" rotWithShape="0">
              <a:srgbClr val="000000">
                <a:alpha val="35000"/>
              </a:srgbClr>
            </a:outerShdw>
          </a:effectLst>
        </p:spPr>
      </p:pic>
      <p:sp>
        <p:nvSpPr>
          <p:cNvPr id="4" name="TextBox 3"/>
          <p:cNvSpPr txBox="1"/>
          <p:nvPr/>
        </p:nvSpPr>
        <p:spPr>
          <a:xfrm>
            <a:off x="914400" y="1920240"/>
            <a:ext cx="7223760" cy="2651760"/>
          </a:xfrm>
          <a:prstGeom prst="rect">
            <a:avLst/>
          </a:prstGeom>
          <a:noFill/>
        </p:spPr>
        <p:txBody>
          <a:bodyPr wrap="square">
            <a:spAutoFit/>
          </a:bodyPr>
          <a:lstStyle/>
          <a:p>
            <a:pPr algn="l">
              <a:spcAft>
                <a:spcPts val="600"/>
              </a:spcAft>
            </a:pPr>
            <a:r>
              <a:rPr sz="4000" b="1" i="0">
                <a:solidFill>
                  <a:srgbClr val="FFFFFF"/>
                </a:solidFill>
                <a:latin typeface="Cambria"/>
              </a:rPr>
              <a:t>Fellowship of the Heart</a:t>
            </a:r>
          </a:p>
          <a:p>
            <a:pPr algn="l">
              <a:spcAft>
                <a:spcPts val="600"/>
              </a:spcAft>
            </a:pPr>
            <a:r>
              <a:rPr sz="2000" b="0" i="1">
                <a:solidFill>
                  <a:srgbClr val="E4EFDA"/>
                </a:solidFill>
                <a:latin typeface="Calibri"/>
              </a:rPr>
              <a:t>Getting Started — the Four Connects, walked around the table on alternating evenings</a:t>
            </a:r>
          </a:p>
          <a:p>
            <a:pPr algn="l">
              <a:spcAft>
                <a:spcPts val="600"/>
              </a:spcAft>
            </a:pPr>
            <a:r>
              <a:rPr sz="1800" b="0" i="0">
                <a:solidFill>
                  <a:srgbClr val="97BC62"/>
                </a:solidFill>
                <a:latin typeface="Calibri"/>
              </a:rPr>
              <a:t>Evening Series 2026–27  ·  at the Tittle home  ·  v1.5E DRAFT</a:t>
            </a:r>
          </a:p>
        </p:txBody>
      </p:sp>
      <p:sp>
        <p:nvSpPr>
          <p:cNvPr id="5" name="TextBox 4"/>
          <p:cNvSpPr txBox="1"/>
          <p:nvPr/>
        </p:nvSpPr>
        <p:spPr>
          <a:xfrm>
            <a:off x="1097280" y="5943600"/>
            <a:ext cx="9966960" cy="548640"/>
          </a:xfrm>
          <a:prstGeom prst="rect">
            <a:avLst/>
          </a:prstGeom>
          <a:noFill/>
        </p:spPr>
        <p:txBody>
          <a:bodyPr wrap="square">
            <a:spAutoFit/>
          </a:bodyPr>
          <a:lstStyle/>
          <a:p>
            <a:pPr algn="l">
              <a:spcAft>
                <a:spcPts val="600"/>
              </a:spcAft>
            </a:pPr>
            <a:r>
              <a:rPr sz="1800" b="0" i="1">
                <a:solidFill>
                  <a:srgbClr val="E4EFDA"/>
                </a:solidFill>
                <a:latin typeface="Calibri"/>
              </a:rPr>
              <a:t>All Scripture: ESV  ·  The Companion lesson plans carry the full scripts — these slides carry the room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1</a:t>
            </a:r>
            <a:endParaRPr sz="1000" b="1">
              <a:solidFill>
                <a:srgbClr val="F1F6EC"/>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28800"/>
            <a:ext cx="5212080" cy="3291840"/>
          </a:xfrm>
          <a:prstGeom prst="rect">
            <a:avLst/>
          </a:prstGeom>
          <a:noFill/>
        </p:spPr>
        <p:txBody>
          <a:bodyPr wrap="square">
            <a:spAutoFit/>
          </a:bodyPr>
          <a:lstStyle/>
          <a:p>
            <a:pPr algn="l">
              <a:spcAft>
                <a:spcPts val="600"/>
              </a:spcAft>
            </a:pPr>
            <a:r>
              <a:rPr sz="1800" b="1" i="0">
                <a:solidFill>
                  <a:srgbClr val="97BC62"/>
                </a:solidFill>
                <a:latin typeface="Calibri"/>
              </a:rPr>
              <a:t>SESSION 14</a:t>
            </a:r>
          </a:p>
          <a:p>
            <a:pPr algn="l">
              <a:spcAft>
                <a:spcPts val="1000"/>
              </a:spcAft>
            </a:pPr>
            <a:r>
              <a:rPr sz="3300" b="1" i="0">
                <a:solidFill>
                  <a:srgbClr val="2C5F2D"/>
                </a:solidFill>
                <a:latin typeface="Cambria"/>
              </a:rPr>
              <a:t>Second Running: Block A</a:t>
            </a:r>
          </a:p>
          <a:p>
            <a:pPr algn="l">
              <a:spcAft>
                <a:spcPts val="600"/>
              </a:spcAft>
            </a:pPr>
            <a:r>
              <a:rPr sz="1800" b="0" i="1">
                <a:solidFill>
                  <a:srgbClr val="595959"/>
                </a:solidFill>
                <a:latin typeface="Calibri"/>
              </a:rPr>
              <a:t>The rotation’s evening — another willing teen takes a full leading rep with a practice the room already owns</a:t>
            </a:r>
          </a:p>
        </p:txBody>
      </p:sp>
      <p:sp>
        <p:nvSpPr>
          <p:cNvPr id="5" name="TextBox 4"/>
          <p:cNvSpPr txBox="1"/>
          <p:nvPr/>
        </p:nvSpPr>
        <p:spPr>
          <a:xfrm>
            <a:off x="822960" y="6126480"/>
            <a:ext cx="7315200" cy="457200"/>
          </a:xfrm>
          <a:prstGeom prst="rect">
            <a:avLst/>
          </a:prstGeom>
          <a:noFill/>
        </p:spPr>
        <p:txBody>
          <a:bodyPr wrap="square">
            <a:spAutoFit/>
          </a:bodyPr>
          <a:lstStyle/>
          <a:p>
            <a:pPr algn="l">
              <a:spcAft>
                <a:spcPts val="600"/>
              </a:spcAft>
            </a:pPr>
            <a:r>
              <a:rPr sz="1800" b="0" i="0">
                <a:solidFill>
                  <a:srgbClr val="595959"/>
                </a:solidFill>
                <a:latin typeface="Calibri"/>
              </a:rPr>
              <a:t>Quarter 3: Mission &amp; Rhythm</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205</a:t>
            </a:r>
            <a:endParaRPr sz="1000" b="1">
              <a:solidFill>
                <a:srgbClr val="7A8A6E"/>
              </a:solidFill>
              <a:latin typeface="Calibri"/>
            </a:endParaRPr>
          </a:p>
        </p:txBody>
      </p:sp>
      <p:pic>
        <p:nvPicPr>
          <p:cNvPr id="91" name="Picture 91" descr="a baton passed from a grown hand into a younger hand, sun behind"/>
          <p:cNvPicPr>
            <a:picLocks noChangeAspect="1"/>
          </p:cNvPicPr>
          <p:nvPr/>
        </p:nvPicPr>
        <p:blipFill>
          <a:blip r:embed="rId3"/>
          <a:stretch>
            <a:fillRect/>
          </a:stretch>
        </p:blipFill>
        <p:spPr>
          <a:xfrm>
            <a:off x="6309360" y="1630118"/>
            <a:ext cx="5394960" cy="3597763"/>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Where We Are — the Four Connects</a:t>
            </a:r>
          </a:p>
        </p:txBody>
      </p:sp>
      <p:sp>
        <p:nvSpPr>
          <p:cNvPr id="5" name="TextBox 4"/>
          <p:cNvSpPr txBox="1"/>
          <p:nvPr/>
        </p:nvSpPr>
        <p:spPr>
          <a:xfrm>
            <a:off x="822960" y="5623560"/>
            <a:ext cx="10515600" cy="914400"/>
          </a:xfrm>
          <a:prstGeom prst="rect">
            <a:avLst/>
          </a:prstGeom>
          <a:noFill/>
        </p:spPr>
        <p:txBody>
          <a:bodyPr wrap="square">
            <a:spAutoFit/>
          </a:bodyPr>
          <a:lstStyle/>
          <a:p>
            <a:r>
              <a:rPr sz="1800" b="0">
                <a:solidFill>
                  <a:srgbClr val="222B22"/>
                </a:solidFill>
                <a:latin typeface="Calibri"/>
              </a:rPr>
              <a:t>Session 14 returns to the second and third boxes — </a:t>
            </a:r>
            <a:r>
              <a:rPr sz="1800" b="1">
                <a:solidFill>
                  <a:srgbClr val="2C5F2D"/>
                </a:solidFill>
                <a:latin typeface="Calibri"/>
              </a:rPr>
              <a:t>Others and God</a:t>
            </a:r>
            <a:r>
              <a:rPr sz="1800" b="0">
                <a:solidFill>
                  <a:srgbClr val="222B22"/>
                </a:solidFill>
                <a:latin typeface="Calibri"/>
              </a:rPr>
              <a:t> — walked again, teen-led. Each connection makes the next one real (Matt. 22:37–40).</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206</a:t>
            </a:r>
            <a:endParaRPr sz="1000" b="1">
              <a:solidFill>
                <a:srgbClr val="7A8A6E"/>
              </a:solidFill>
              <a:latin typeface="Calibri"/>
            </a:endParaRPr>
          </a:p>
        </p:txBody>
      </p:sp>
      <p:pic>
        <p:nvPicPr>
          <p:cNvPr id="91" name="Picture 90" descr="four-connects.png"/>
          <p:cNvPicPr>
            <a:picLocks noChangeAspect="1"/>
          </p:cNvPicPr>
          <p:nvPr/>
        </p:nvPicPr>
        <p:blipFill>
          <a:blip r:embed="rId6"/>
          <a:stretch>
            <a:fillRect/>
          </a:stretch>
        </p:blipFill>
        <p:spPr>
          <a:xfrm>
            <a:off x="932688" y="1645920"/>
            <a:ext cx="10332720" cy="37086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Session 14 — Tonight’s Road</a:t>
            </a:r>
          </a:p>
        </p:txBody>
      </p:sp>
      <p:sp>
        <p:nvSpPr>
          <p:cNvPr id="4" name="TextBox 3"/>
          <p:cNvSpPr txBox="1"/>
          <p:nvPr/>
        </p:nvSpPr>
        <p:spPr>
          <a:xfrm>
            <a:off x="822960" y="1508760"/>
            <a:ext cx="7040880" cy="4754880"/>
          </a:xfrm>
          <a:prstGeom prst="rect">
            <a:avLst/>
          </a:prstGeom>
          <a:noFill/>
        </p:spPr>
        <p:txBody>
          <a:bodyPr wrap="square">
            <a:spAutoFit/>
          </a:bodyPr>
          <a:lstStyle/>
          <a:p>
            <a:pPr>
              <a:spcAft>
                <a:spcPts val="800"/>
              </a:spcAft>
            </a:pPr>
            <a:r>
              <a:rPr sz="2800" b="1">
                <a:solidFill>
                  <a:srgbClr val="97BC62"/>
                </a:solidFill>
                <a:latin typeface="Calibri"/>
              </a:rPr>
              <a:t>1   </a:t>
            </a:r>
            <a:r>
              <a:rPr sz="2800">
                <a:solidFill>
                  <a:srgbClr val="222B22"/>
                </a:solidFill>
                <a:latin typeface="Calibri"/>
              </a:rPr>
              <a:t>Welcome and opening container</a:t>
            </a:r>
          </a:p>
          <a:p>
            <a:pPr>
              <a:spcAft>
                <a:spcPts val="800"/>
              </a:spcAft>
            </a:pPr>
            <a:r>
              <a:rPr sz="2800" b="1">
                <a:solidFill>
                  <a:srgbClr val="97BC62"/>
                </a:solidFill>
                <a:latin typeface="Calibri"/>
              </a:rPr>
              <a:t>2   </a:t>
            </a:r>
            <a:r>
              <a:rPr sz="2800">
                <a:solidFill>
                  <a:srgbClr val="222B22"/>
                </a:solidFill>
                <a:latin typeface="Calibri"/>
              </a:rPr>
              <a:t>The mission round</a:t>
            </a:r>
          </a:p>
          <a:p>
            <a:pPr>
              <a:spcAft>
                <a:spcPts val="800"/>
              </a:spcAft>
            </a:pPr>
            <a:r>
              <a:rPr sz="2800" b="1">
                <a:solidFill>
                  <a:srgbClr val="97BC62"/>
                </a:solidFill>
                <a:latin typeface="Calibri"/>
              </a:rPr>
              <a:t>3   </a:t>
            </a:r>
            <a:r>
              <a:rPr sz="2800">
                <a:solidFill>
                  <a:srgbClr val="222B22"/>
                </a:solidFill>
                <a:latin typeface="Calibri"/>
              </a:rPr>
              <a:t>Why tonight — the rotation’s charter</a:t>
            </a:r>
          </a:p>
          <a:p>
            <a:pPr>
              <a:spcAft>
                <a:spcPts val="800"/>
              </a:spcAft>
            </a:pPr>
            <a:r>
              <a:rPr sz="2800" b="1">
                <a:solidFill>
                  <a:srgbClr val="97BC62"/>
                </a:solidFill>
                <a:latin typeface="Calibri"/>
              </a:rPr>
              <a:t>4   </a:t>
            </a:r>
            <a:r>
              <a:rPr sz="2800">
                <a:solidFill>
                  <a:srgbClr val="222B22"/>
                </a:solidFill>
                <a:latin typeface="Calibri"/>
              </a:rPr>
              <a:t>Closing container</a:t>
            </a:r>
          </a:p>
          <a:p>
            <a:pPr>
              <a:spcAft>
                <a:spcPts val="800"/>
              </a:spcAft>
            </a:pPr>
            <a:r>
              <a:rPr sz="2800" b="1">
                <a:solidFill>
                  <a:srgbClr val="97BC62"/>
                </a:solidFill>
                <a:latin typeface="Calibri"/>
              </a:rPr>
              <a:t>5   </a:t>
            </a:r>
            <a:r>
              <a:rPr sz="2800">
                <a:solidFill>
                  <a:srgbClr val="222B22"/>
                </a:solidFill>
                <a:latin typeface="Calibri"/>
              </a:rPr>
              <a:t>Leader Feedback Round</a:t>
            </a:r>
          </a:p>
          <a:p>
            <a:pPr>
              <a:spcAft>
                <a:spcPts val="800"/>
              </a:spcAft>
            </a:pPr>
            <a:r>
              <a:rPr sz="2800" b="1">
                <a:solidFill>
                  <a:srgbClr val="97BC62"/>
                </a:solidFill>
                <a:latin typeface="Calibri"/>
              </a:rPr>
              <a:t>6   </a:t>
            </a:r>
            <a:r>
              <a:rPr sz="2800">
                <a:solidFill>
                  <a:srgbClr val="222B22"/>
                </a:solidFill>
                <a:latin typeface="Calibri"/>
              </a:rPr>
              <a:t>Aaronic blessing and sending</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207</a:t>
            </a:r>
            <a:endParaRPr sz="1000" b="1">
              <a:solidFill>
                <a:srgbClr val="7A8A6E"/>
              </a:solidFill>
              <a:latin typeface="Calibri"/>
            </a:endParaRPr>
          </a:p>
        </p:txBody>
      </p:sp>
      <p:pic>
        <p:nvPicPr>
          <p:cNvPr id="31" name="Picture 31" descr="the open container bowl"/>
          <p:cNvPicPr>
            <a:picLocks noChangeAspect="1"/>
          </p:cNvPicPr>
          <p:nvPr/>
        </p:nvPicPr>
        <p:blipFill>
          <a:blip r:embed="rId3"/>
          <a:stretch>
            <a:fillRect/>
          </a:stretch>
        </p:blipFill>
        <p:spPr>
          <a:xfrm>
            <a:off x="8001000" y="1554480"/>
            <a:ext cx="3017520" cy="452628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Opening Container — the Eight Steps</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342900" indent="-342900">
              <a:spcAft>
                <a:spcPts val="650"/>
              </a:spcAft>
            </a:pPr>
            <a:r>
              <a:rPr sz="2400" b="1" i="0">
                <a:solidFill>
                  <a:srgbClr val="97BC62"/>
                </a:solidFill>
                <a:latin typeface="Calibri"/>
              </a:rPr>
              <a:t>1   </a:t>
            </a:r>
            <a:r>
              <a:rPr sz="2400" b="0" i="0">
                <a:solidFill>
                  <a:srgbClr val="222B22"/>
                </a:solidFill>
                <a:latin typeface="Calibri"/>
              </a:rPr>
              <a:t>Welcome — five minutes to open the container</a:t>
            </a:r>
          </a:p>
          <a:p>
            <a:pPr marL="342900" indent="-342900">
              <a:spcAft>
                <a:spcPts val="650"/>
              </a:spcAft>
            </a:pPr>
            <a:r>
              <a:rPr sz="2400" b="1" i="0">
                <a:solidFill>
                  <a:srgbClr val="97BC62"/>
                </a:solidFill>
                <a:latin typeface="Calibri"/>
              </a:rPr>
              <a:t>2   </a:t>
            </a:r>
            <a:r>
              <a:rPr sz="2400" b="0" i="0">
                <a:solidFill>
                  <a:srgbClr val="222B22"/>
                </a:solidFill>
                <a:latin typeface="Calibri"/>
              </a:rPr>
              <a:t>Phones silenced and put away</a:t>
            </a:r>
          </a:p>
          <a:p>
            <a:pPr marL="342900" indent="-342900">
              <a:spcAft>
                <a:spcPts val="650"/>
              </a:spcAft>
            </a:pPr>
            <a:r>
              <a:rPr sz="2400" b="1" i="0">
                <a:solidFill>
                  <a:srgbClr val="97BC62"/>
                </a:solidFill>
                <a:latin typeface="Calibri"/>
              </a:rPr>
              <a:t>3   </a:t>
            </a:r>
            <a:r>
              <a:rPr sz="2400" b="0" i="0">
                <a:solidFill>
                  <a:srgbClr val="222B22"/>
                </a:solidFill>
                <a:latin typeface="Calibri"/>
              </a:rPr>
              <a:t>Stand in a circle</a:t>
            </a:r>
          </a:p>
          <a:p>
            <a:pPr marL="342900" indent="-342900">
              <a:spcAft>
                <a:spcPts val="650"/>
              </a:spcAft>
            </a:pPr>
            <a:r>
              <a:rPr sz="2400" b="1" i="0">
                <a:solidFill>
                  <a:srgbClr val="97BC62"/>
                </a:solidFill>
                <a:latin typeface="Calibri"/>
              </a:rPr>
              <a:t>4   </a:t>
            </a:r>
            <a:r>
              <a:rPr sz="2400" b="0" i="0">
                <a:solidFill>
                  <a:srgbClr val="222B22"/>
                </a:solidFill>
                <a:latin typeface="Calibri"/>
              </a:rPr>
              <a:t>One-word check-in — how you actually are, right now</a:t>
            </a:r>
          </a:p>
          <a:p>
            <a:pPr marL="342900" indent="-342900">
              <a:spcAft>
                <a:spcPts val="650"/>
              </a:spcAft>
            </a:pPr>
            <a:r>
              <a:rPr sz="2400" b="1" i="0">
                <a:solidFill>
                  <a:srgbClr val="97BC62"/>
                </a:solidFill>
                <a:latin typeface="Calibri"/>
              </a:rPr>
              <a:t>5   </a:t>
            </a:r>
            <a:r>
              <a:rPr sz="2400" b="0" i="0">
                <a:solidFill>
                  <a:srgbClr val="222B22"/>
                </a:solidFill>
                <a:latin typeface="Calibri"/>
              </a:rPr>
              <a:t>Put out / bring in — set something down; bring a blessing in</a:t>
            </a:r>
          </a:p>
          <a:p>
            <a:pPr marL="342900" indent="-342900">
              <a:spcAft>
                <a:spcPts val="650"/>
              </a:spcAft>
            </a:pPr>
            <a:r>
              <a:rPr sz="2400" b="1" i="0">
                <a:solidFill>
                  <a:srgbClr val="97BC62"/>
                </a:solidFill>
                <a:latin typeface="Calibri"/>
              </a:rPr>
              <a:t>6   </a:t>
            </a:r>
            <a:r>
              <a:rPr sz="2400" b="0" i="0">
                <a:solidFill>
                  <a:srgbClr val="222B22"/>
                </a:solidFill>
                <a:latin typeface="Calibri"/>
              </a:rPr>
              <a:t>Spoken commitment: “I am here. I am paying attention. I am willing to be moved.”</a:t>
            </a:r>
          </a:p>
          <a:p>
            <a:pPr marL="342900" indent="-342900">
              <a:spcAft>
                <a:spcPts val="650"/>
              </a:spcAft>
            </a:pPr>
            <a:r>
              <a:rPr sz="2400" b="1" i="0">
                <a:solidFill>
                  <a:srgbClr val="97BC62"/>
                </a:solidFill>
                <a:latin typeface="Calibri"/>
              </a:rPr>
              <a:t>7   </a:t>
            </a:r>
            <a:r>
              <a:rPr sz="2400" b="0" i="0">
                <a:solidFill>
                  <a:srgbClr val="222B22"/>
                </a:solidFill>
                <a:latin typeface="Calibri"/>
              </a:rPr>
              <a:t>Opening prayer — “Holy Spirit, you are welcome here. Speak. We are listening.”</a:t>
            </a:r>
          </a:p>
          <a:p>
            <a:pPr marL="342900" indent="-342900">
              <a:spcAft>
                <a:spcPts val="650"/>
              </a:spcAft>
            </a:pPr>
            <a:r>
              <a:rPr sz="2400" b="1" i="0">
                <a:solidFill>
                  <a:srgbClr val="97BC62"/>
                </a:solidFill>
                <a:latin typeface="Calibri"/>
              </a:rPr>
              <a:t>8   </a:t>
            </a:r>
            <a:r>
              <a:rPr sz="2400" b="0" i="0">
                <a:solidFill>
                  <a:srgbClr val="222B22"/>
                </a:solidFill>
                <a:latin typeface="Calibri"/>
              </a:rPr>
              <a:t>Sit. Begin.</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208</a:t>
            </a:r>
            <a:endParaRPr sz="1000" b="1">
              <a:solidFill>
                <a:srgbClr val="7A8A6E"/>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Mission Round</a:t>
            </a:r>
          </a:p>
        </p:txBody>
      </p:sp>
      <p:sp>
        <p:nvSpPr>
          <p:cNvPr id="4" name="TextBox 4"/>
          <p:cNvSpPr txBox="1"/>
          <p:nvPr/>
        </p:nvSpPr>
        <p:spPr>
          <a:xfrm>
            <a:off x="822960" y="1554480"/>
            <a:ext cx="1051560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The Mission night sent us home with one assignment — one small act, lined up with your downhill mission</a:t>
            </a:r>
          </a:p>
          <a:p>
            <a:pPr marL="274320" indent="-274320">
              <a:spcAft>
                <a:spcPts val="900"/>
              </a:spcAft>
            </a:pPr>
            <a:r>
              <a:rPr sz="2800" b="1" i="0">
                <a:solidFill>
                  <a:srgbClr val="97BC62"/>
                </a:solidFill>
                <a:latin typeface="Calibri"/>
              </a:rPr>
              <a:t>•  </a:t>
            </a:r>
            <a:r>
              <a:rPr sz="2800" b="0" i="0">
                <a:solidFill>
                  <a:srgbClr val="222B22"/>
                </a:solidFill>
                <a:latin typeface="Calibri"/>
              </a:rPr>
              <a:t>“One sentence each, whoever wants: what was your one act, or what got in the way?”</a:t>
            </a:r>
          </a:p>
          <a:p>
            <a:pPr marL="274320" indent="-274320">
              <a:spcAft>
                <a:spcPts val="900"/>
              </a:spcAft>
            </a:pPr>
            <a:r>
              <a:rPr sz="2800" b="1" i="0">
                <a:solidFill>
                  <a:srgbClr val="97BC62"/>
                </a:solidFill>
                <a:latin typeface="Calibri"/>
              </a:rPr>
              <a:t>•  </a:t>
            </a:r>
            <a:r>
              <a:rPr sz="2800" b="0" i="0">
                <a:solidFill>
                  <a:srgbClr val="222B22"/>
                </a:solidFill>
                <a:latin typeface="Calibri"/>
              </a:rPr>
              <a:t>“‘I didn’t get to it’ is an honest sentence.” A parent opens; pass anytime</a:t>
            </a:r>
          </a:p>
          <a:p>
            <a:pPr marL="274320" indent="-274320">
              <a:spcAft>
                <a:spcPts val="900"/>
              </a:spcAft>
            </a:pPr>
            <a:r>
              <a:rPr sz="2800" b="1" i="0">
                <a:solidFill>
                  <a:srgbClr val="97BC62"/>
                </a:solidFill>
                <a:latin typeface="Calibri"/>
              </a:rPr>
              <a:t>•  </a:t>
            </a:r>
            <a:r>
              <a:rPr sz="2800" b="0" i="0">
                <a:solidFill>
                  <a:srgbClr val="222B22"/>
                </a:solidFill>
                <a:latin typeface="Calibri"/>
              </a:rPr>
              <a:t>“The works were prepared beforehand; we keep walking into them. That assignment doesn’t expire.”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209</a:t>
            </a:r>
            <a:endParaRPr sz="1000" b="1">
              <a:solidFill>
                <a:srgbClr val="7A8A6E"/>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Why Tonight — the Rotation’s Charter</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800"/>
              </a:spcAft>
            </a:pPr>
            <a:r>
              <a:rPr sz="2000" b="1" i="0">
                <a:solidFill>
                  <a:srgbClr val="97BC62"/>
                </a:solidFill>
                <a:latin typeface="Calibri"/>
              </a:rPr>
              <a:t>•  </a:t>
            </a:r>
            <a:r>
              <a:rPr sz="2000" b="0" i="0">
                <a:solidFill>
                  <a:srgbClr val="222B22"/>
                </a:solidFill>
                <a:latin typeface="Calibri"/>
              </a:rPr>
              <a:t>Nothing new gets taught tonight — on purpose. Everything we do, this room has already done</a:t>
            </a:r>
          </a:p>
          <a:p>
            <a:pPr marL="274320" indent="-274320">
              <a:spcAft>
                <a:spcPts val="800"/>
              </a:spcAft>
            </a:pPr>
            <a:r>
              <a:rPr sz="2000" b="1" i="0">
                <a:solidFill>
                  <a:srgbClr val="97BC62"/>
                </a:solidFill>
                <a:latin typeface="Calibri"/>
              </a:rPr>
              <a:t>•  </a:t>
            </a:r>
            <a:r>
              <a:rPr sz="2000" b="0" i="0">
                <a:solidFill>
                  <a:srgbClr val="222B22"/>
                </a:solidFill>
                <a:latin typeface="Calibri"/>
              </a:rPr>
              <a:t>See one, do one, in front of each other — every one of us who is willing, not just the seniors headed for commissioning</a:t>
            </a:r>
          </a:p>
          <a:p>
            <a:pPr marL="274320" indent="-274320">
              <a:spcAft>
                <a:spcPts val="800"/>
              </a:spcAft>
            </a:pPr>
            <a:r>
              <a:rPr sz="2000" b="1" i="0">
                <a:solidFill>
                  <a:srgbClr val="97BC62"/>
                </a:solidFill>
                <a:latin typeface="Calibri"/>
              </a:rPr>
              <a:t>•  </a:t>
            </a:r>
            <a:r>
              <a:rPr sz="2000" b="0" i="0">
                <a:solidFill>
                  <a:srgbClr val="222B22"/>
                </a:solidFill>
                <a:latin typeface="Calibri"/>
              </a:rPr>
              <a:t>“My turn is tonight. Somebody else’s turn is coming.”</a:t>
            </a:r>
          </a:p>
          <a:p>
            <a:pPr marL="274320" indent="-274320">
              <a:spcAft>
                <a:spcPts val="800"/>
              </a:spcAft>
            </a:pPr>
            <a:r>
              <a:rPr sz="2000" b="1" i="0">
                <a:solidFill>
                  <a:srgbClr val="97BC62"/>
                </a:solidFill>
                <a:latin typeface="Calibri"/>
              </a:rPr>
              <a:t>•  </a:t>
            </a:r>
            <a:r>
              <a:rPr sz="2000" b="0" i="0">
                <a:solidFill>
                  <a:srgbClr val="222B22"/>
                </a:solidFill>
                <a:latin typeface="Calibri"/>
              </a:rPr>
              <a:t>This is not a competition — no ranking. The room’s job for every leader is the same: receive them</a:t>
            </a:r>
          </a:p>
          <a:p>
            <a:pPr marL="274320" indent="-274320">
              <a:spcAft>
                <a:spcPts val="800"/>
              </a:spcAft>
            </a:pPr>
            <a:r>
              <a:rPr sz="2000" b="1" i="0">
                <a:solidFill>
                  <a:srgbClr val="97BC62"/>
                </a:solidFill>
                <a:latin typeface="Calibri"/>
              </a:rPr>
              <a:t>•  </a:t>
            </a:r>
            <a:r>
              <a:rPr sz="2000" b="0" i="0">
                <a:solidFill>
                  <a:srgbClr val="222B22"/>
                </a:solidFill>
                <a:latin typeface="Calibri"/>
              </a:rPr>
              <a:t>“The team is here. But the practice is ours now.”</a:t>
            </a:r>
          </a:p>
        </p:txBody>
      </p:sp>
      <p:sp>
        <p:nvSpPr>
          <p:cNvPr id="6" name="TextBox 6"/>
          <p:cNvSpPr txBox="1"/>
          <p:nvPr/>
        </p:nvSpPr>
        <p:spPr>
          <a:xfrm>
            <a:off x="6766560" y="1737360"/>
            <a:ext cx="4663440" cy="219456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1 TIMOTHY 4:12</a:t>
            </a:r>
          </a:p>
          <a:p>
            <a:pPr>
              <a:spcAft>
                <a:spcPts val="600"/>
              </a:spcAft>
            </a:pPr>
            <a:r>
              <a:rPr sz="2400" b="0" i="1">
                <a:solidFill>
                  <a:srgbClr val="222B22"/>
                </a:solidFill>
                <a:latin typeface="Cambria"/>
              </a:rPr>
              <a:t>“Let no one despise you for your youth, but set the believers an example in speech, in conduct, in love, in faith, in purity.”</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210</a:t>
            </a:r>
            <a:endParaRPr sz="1000" b="1">
              <a:solidFill>
                <a:srgbClr val="7A8A6E"/>
              </a:solidFill>
              <a:latin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Daily Rhythm</a:t>
            </a:r>
          </a:p>
        </p:txBody>
      </p:sp>
      <p:pic>
        <p:nvPicPr>
          <p:cNvPr id="4" name="Picture 3" descr="s14_part1.png"/>
          <p:cNvPicPr>
            <a:picLocks noChangeAspect="1"/>
          </p:cNvPicPr>
          <p:nvPr/>
        </p:nvPicPr>
        <p:blipFill>
          <a:blip r:embed="rId2"/>
          <a:stretch>
            <a:fillRect/>
          </a:stretch>
        </p:blipFill>
        <p:spPr>
          <a:xfrm>
            <a:off x="1798167" y="1463040"/>
            <a:ext cx="8595360" cy="4039819"/>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Handed out now — this is the sheet in your hands.</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211</a:t>
            </a:r>
            <a:endParaRPr sz="1000" b="1">
              <a:solidFill>
                <a:srgbClr val="7A8A6E"/>
              </a:solidFill>
              <a:latin typeface="Calibri"/>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822960"/>
          </a:xfrm>
          <a:prstGeom prst="rect">
            <a:avLst/>
          </a:prstGeom>
          <a:noFill/>
        </p:spPr>
        <p:txBody>
          <a:bodyPr wrap="square">
            <a:spAutoFit/>
          </a:bodyPr>
          <a:lstStyle/>
          <a:p>
            <a:r>
              <a:rPr sz="2800" b="1">
                <a:solidFill>
                  <a:srgbClr val="2C5F2D"/>
                </a:solidFill>
                <a:latin typeface="Cambria"/>
              </a:rPr>
              <a:t>The Take-Home Sheet — the Four Parts</a:t>
            </a:r>
          </a:p>
        </p:txBody>
      </p:sp>
      <p:pic>
        <p:nvPicPr>
          <p:cNvPr id="4" name="Picture 3" descr="s14_part2.png"/>
          <p:cNvPicPr>
            <a:picLocks noChangeAspect="1"/>
          </p:cNvPicPr>
          <p:nvPr/>
        </p:nvPicPr>
        <p:blipFill>
          <a:blip r:embed="rId4"/>
          <a:stretch>
            <a:fillRect/>
          </a:stretch>
        </p:blipFill>
        <p:spPr>
          <a:xfrm>
            <a:off x="2809295" y="1463040"/>
            <a:ext cx="6573104" cy="4709160"/>
          </a:xfrm>
          <a:prstGeom prst="rect">
            <a:avLst/>
          </a:prstGeom>
          <a:ln w="12700">
            <a:solidFill>
              <a:srgbClr val="C8C8C8"/>
            </a:solidFill>
          </a:ln>
        </p:spPr>
      </p:pic>
      <p:sp>
        <p:nvSpPr>
          <p:cNvPr id="5" name="TextBox 4"/>
          <p:cNvSpPr txBox="1"/>
          <p:nvPr/>
        </p:nvSpPr>
        <p:spPr>
          <a:xfrm>
            <a:off x="822960" y="6355080"/>
            <a:ext cx="10515600" cy="411480"/>
          </a:xfrm>
          <a:prstGeom prst="rect">
            <a:avLst/>
          </a:prstGeom>
          <a:noFill/>
        </p:spPr>
        <p:txBody>
          <a:bodyPr wrap="square">
            <a:spAutoFit/>
          </a:bodyPr>
          <a:lstStyle/>
          <a:p>
            <a:r>
              <a:rPr sz="1400" i="1">
                <a:solidFill>
                  <a:srgbClr val="595959"/>
                </a:solidFill>
                <a:latin typeface="Calibri"/>
              </a:rPr>
              <a:t>One practice at a time — and a partner expecting you at the end of week one.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212</a:t>
            </a:r>
            <a:endParaRPr sz="1000" b="1">
              <a:solidFill>
                <a:srgbClr val="7A8A6E"/>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Closing the Container + Aaronic Blessing</a:t>
            </a:r>
          </a:p>
        </p:txBody>
      </p:sp>
      <p:sp>
        <p:nvSpPr>
          <p:cNvPr id="4" name="TextBox 4"/>
          <p:cNvSpPr txBox="1"/>
          <p:nvPr/>
        </p:nvSpPr>
        <p:spPr>
          <a:xfrm>
            <a:off x="822960" y="1600200"/>
            <a:ext cx="5669280" cy="4572000"/>
          </a:xfrm>
          <a:prstGeom prst="rect">
            <a:avLst/>
          </a:prstGeom>
          <a:noFill/>
        </p:spPr>
        <p:txBody>
          <a:bodyPr wrap="square" lIns="91440" tIns="91440" rIns="91440" bIns="91440"/>
          <a:lstStyle/>
          <a:p>
            <a:pPr marL="274320" indent="-274320">
              <a:spcAft>
                <a:spcPts val="900"/>
              </a:spcAft>
            </a:pPr>
            <a:r>
              <a:rPr sz="2200" b="1" i="0">
                <a:solidFill>
                  <a:srgbClr val="97BC62"/>
                </a:solidFill>
                <a:latin typeface="Calibri"/>
              </a:rPr>
              <a:t>•  </a:t>
            </a:r>
            <a:r>
              <a:rPr sz="2200" b="0" i="0">
                <a:solidFill>
                  <a:srgbClr val="222B22"/>
                </a:solidFill>
                <a:latin typeface="Calibri"/>
              </a:rPr>
              <a:t>We close the way we opened — the container, six steps:</a:t>
            </a:r>
          </a:p>
          <a:p>
            <a:pPr marL="685800" indent="-274320">
              <a:spcAft>
                <a:spcPts val="700"/>
              </a:spcAft>
            </a:pPr>
            <a:r>
              <a:rPr sz="2000" b="1" i="0">
                <a:solidFill>
                  <a:srgbClr val="97BC62"/>
                </a:solidFill>
                <a:latin typeface="Calibri"/>
              </a:rPr>
              <a:t>1   </a:t>
            </a:r>
            <a:r>
              <a:rPr sz="2000" b="0" i="0">
                <a:solidFill>
                  <a:srgbClr val="222B22"/>
                </a:solidFill>
                <a:latin typeface="Calibri"/>
              </a:rPr>
              <a:t>Stand again — same circle, same posture as the open</a:t>
            </a:r>
          </a:p>
          <a:p>
            <a:pPr marL="685800" indent="-274320">
              <a:spcAft>
                <a:spcPts val="700"/>
              </a:spcAft>
            </a:pPr>
            <a:r>
              <a:rPr sz="2000" b="1" i="0">
                <a:solidFill>
                  <a:srgbClr val="97BC62"/>
                </a:solidFill>
                <a:latin typeface="Calibri"/>
              </a:rPr>
              <a:t>2   </a:t>
            </a:r>
            <a:r>
              <a:rPr sz="2000" b="0" i="0">
                <a:solidFill>
                  <a:srgbClr val="222B22"/>
                </a:solidFill>
                <a:latin typeface="Calibri"/>
              </a:rPr>
              <a:t>One-word landing — compare it to your opening word</a:t>
            </a:r>
          </a:p>
          <a:p>
            <a:pPr marL="685800" indent="-274320">
              <a:spcAft>
                <a:spcPts val="700"/>
              </a:spcAft>
            </a:pPr>
            <a:r>
              <a:rPr sz="2000" b="1" i="0">
                <a:solidFill>
                  <a:srgbClr val="97BC62"/>
                </a:solidFill>
                <a:latin typeface="Calibri"/>
              </a:rPr>
              <a:t>3   </a:t>
            </a:r>
            <a:r>
              <a:rPr sz="2000" b="0" i="0">
                <a:solidFill>
                  <a:srgbClr val="222B22"/>
                </a:solidFill>
                <a:latin typeface="Calibri"/>
              </a:rPr>
              <a:t>The one thing you are taking from tonight</a:t>
            </a:r>
          </a:p>
          <a:p>
            <a:pPr marL="685800" indent="-274320">
              <a:spcAft>
                <a:spcPts val="700"/>
              </a:spcAft>
            </a:pPr>
            <a:r>
              <a:rPr sz="2000" b="1" i="0">
                <a:solidFill>
                  <a:srgbClr val="97BC62"/>
                </a:solidFill>
                <a:latin typeface="Calibri"/>
              </a:rPr>
              <a:t>4   </a:t>
            </a:r>
            <a:r>
              <a:rPr sz="2000" b="0" i="0">
                <a:solidFill>
                  <a:srgbClr val="222B22"/>
                </a:solidFill>
                <a:latin typeface="Calibri"/>
              </a:rPr>
              <a:t>The one practice — committed aloud, or modified to one you will actually keep</a:t>
            </a:r>
          </a:p>
          <a:p>
            <a:pPr marL="685800" indent="-274320">
              <a:spcAft>
                <a:spcPts val="700"/>
              </a:spcAft>
            </a:pPr>
            <a:r>
              <a:rPr sz="2000" b="1" i="0">
                <a:solidFill>
                  <a:srgbClr val="97BC62"/>
                </a:solidFill>
                <a:latin typeface="Calibri"/>
              </a:rPr>
              <a:t>5   </a:t>
            </a:r>
            <a:r>
              <a:rPr sz="2000" b="0" i="0">
                <a:solidFill>
                  <a:srgbClr val="222B22"/>
                </a:solidFill>
                <a:latin typeface="Calibri"/>
              </a:rPr>
              <a:t>Blessings — eyes on the person, not the screen: say what is on your heart for them. Specific, witnessed, short</a:t>
            </a:r>
          </a:p>
          <a:p>
            <a:pPr marL="685800" indent="-274320">
              <a:spcAft>
                <a:spcPts val="700"/>
              </a:spcAft>
            </a:pPr>
            <a:r>
              <a:rPr sz="2000" b="1" i="0">
                <a:solidFill>
                  <a:srgbClr val="97BC62"/>
                </a:solidFill>
                <a:latin typeface="Calibri"/>
              </a:rPr>
              <a:t>6   </a:t>
            </a:r>
            <a:r>
              <a:rPr sz="2000" b="0" i="0">
                <a:solidFill>
                  <a:srgbClr val="222B22"/>
                </a:solidFill>
                <a:latin typeface="Calibri"/>
              </a:rPr>
              <a:t>Closing prayer — and the Aaronic blessing, spoken over each other, face to face</a:t>
            </a:r>
          </a:p>
        </p:txBody>
      </p:sp>
      <p:sp>
        <p:nvSpPr>
          <p:cNvPr id="6" name="TextBox 6"/>
          <p:cNvSpPr txBox="1"/>
          <p:nvPr/>
        </p:nvSpPr>
        <p:spPr>
          <a:xfrm>
            <a:off x="6766560" y="1737360"/>
            <a:ext cx="4663440" cy="2926080"/>
          </a:xfrm>
          <a:prstGeom prst="rect">
            <a:avLst/>
          </a:prstGeom>
          <a:solidFill>
            <a:srgbClr val="F1F6EC"/>
          </a:solidFill>
        </p:spPr>
        <p:txBody>
          <a:bodyPr wrap="square" lIns="91440" tIns="91440" rIns="91440" bIns="91440" anchor="ctr"/>
          <a:lstStyle/>
          <a:p>
            <a:pPr>
              <a:spcAft>
                <a:spcPts val="900"/>
              </a:spcAft>
            </a:pPr>
            <a:r>
              <a:rPr sz="1200" b="1" i="0">
                <a:solidFill>
                  <a:srgbClr val="97BC62"/>
                </a:solidFill>
                <a:latin typeface="Calibri"/>
              </a:rPr>
              <a:t>THE AARONIC BLESSING — NUMBERS 6:24–26</a:t>
            </a:r>
          </a:p>
          <a:p>
            <a:pPr>
              <a:spcAft>
                <a:spcPts val="600"/>
              </a:spcAft>
            </a:pPr>
            <a:r>
              <a:rPr sz="2400" b="0" i="1">
                <a:solidFill>
                  <a:srgbClr val="222B22"/>
                </a:solidFill>
                <a:latin typeface="Cambria"/>
              </a:rPr>
              <a:t>“The Lord bless you and keep you;</a:t>
            </a:r>
          </a:p>
          <a:p>
            <a:pPr>
              <a:spcAft>
                <a:spcPts val="600"/>
              </a:spcAft>
            </a:pPr>
            <a:r>
              <a:rPr sz="2400" b="0" i="1">
                <a:solidFill>
                  <a:srgbClr val="222B22"/>
                </a:solidFill>
                <a:latin typeface="Cambria"/>
              </a:rPr>
              <a:t>the Lord make his face to shine upon you, and be gracious to you;</a:t>
            </a:r>
          </a:p>
          <a:p>
            <a:pPr>
              <a:spcAft>
                <a:spcPts val="600"/>
              </a:spcAft>
            </a:pPr>
            <a:r>
              <a:rPr sz="2400" b="0" i="1">
                <a:solidFill>
                  <a:srgbClr val="222B22"/>
                </a:solidFill>
                <a:latin typeface="Cambria"/>
              </a:rPr>
              <a:t>the Lord lift up his countenance upon you, and give you peace.”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213</a:t>
            </a:r>
            <a:endParaRPr sz="1000" b="1">
              <a:solidFill>
                <a:srgbClr val="7A8A6E"/>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txBody>
          <a:bodyPr/>
          <a:lstStyle/>
          <a:p>
            <a:endParaRPr/>
          </a:p>
        </p:txBody>
      </p:sp>
      <p:sp>
        <p:nvSpPr>
          <p:cNvPr id="3" name="TextBox 2"/>
          <p:cNvSpPr txBox="1"/>
          <p:nvPr/>
        </p:nvSpPr>
        <p:spPr>
          <a:xfrm>
            <a:off x="822960" y="502920"/>
            <a:ext cx="10515600" cy="822960"/>
          </a:xfrm>
          <a:prstGeom prst="rect">
            <a:avLst/>
          </a:prstGeom>
          <a:noFill/>
        </p:spPr>
        <p:txBody>
          <a:bodyPr wrap="square">
            <a:spAutoFit/>
          </a:bodyPr>
          <a:lstStyle/>
          <a:p>
            <a:pPr algn="l">
              <a:spcAft>
                <a:spcPts val="600"/>
              </a:spcAft>
            </a:pPr>
            <a:r>
              <a:rPr sz="2800" b="1" i="0">
                <a:solidFill>
                  <a:srgbClr val="2C5F2D"/>
                </a:solidFill>
                <a:latin typeface="Cambria"/>
              </a:rPr>
              <a:t>The Leader Feedback Round</a:t>
            </a:r>
          </a:p>
        </p:txBody>
      </p:sp>
      <p:sp>
        <p:nvSpPr>
          <p:cNvPr id="4" name="TextBox 4"/>
          <p:cNvSpPr txBox="1"/>
          <p:nvPr/>
        </p:nvSpPr>
        <p:spPr>
          <a:xfrm>
            <a:off x="822960" y="1554480"/>
            <a:ext cx="6675120" cy="4892040"/>
          </a:xfrm>
          <a:prstGeom prst="rect">
            <a:avLst/>
          </a:prstGeom>
          <a:noFill/>
        </p:spPr>
        <p:txBody>
          <a:bodyPr wrap="square" lIns="91440" tIns="91440" rIns="91440" bIns="91440"/>
          <a:lstStyle/>
          <a:p>
            <a:pPr marL="274320" indent="-274320">
              <a:spcAft>
                <a:spcPts val="900"/>
              </a:spcAft>
            </a:pPr>
            <a:r>
              <a:rPr sz="2800" b="1" i="0">
                <a:solidFill>
                  <a:srgbClr val="97BC62"/>
                </a:solidFill>
                <a:latin typeface="Calibri"/>
              </a:rPr>
              <a:t>•  </a:t>
            </a:r>
            <a:r>
              <a:rPr sz="2800" b="0" i="0">
                <a:solidFill>
                  <a:srgbClr val="222B22"/>
                </a:solidFill>
                <a:latin typeface="Calibri"/>
              </a:rPr>
              <a:t>Two rounds, same as every session — the container holder first, then the content presenter: three things each</a:t>
            </a:r>
          </a:p>
          <a:p>
            <a:pPr marL="685800" indent="-274320">
              <a:spcAft>
                <a:spcPts val="700"/>
              </a:spcAft>
            </a:pPr>
            <a:r>
              <a:rPr sz="2000" b="1" i="0">
                <a:solidFill>
                  <a:srgbClr val="97BC62"/>
                </a:solidFill>
                <a:latin typeface="Calibri"/>
              </a:rPr>
              <a:t>–  </a:t>
            </a:r>
            <a:r>
              <a:rPr sz="2000" b="0" i="1">
                <a:solidFill>
                  <a:srgbClr val="222B22"/>
                </a:solidFill>
                <a:latin typeface="Calibri"/>
              </a:rPr>
              <a:t>“What I think went well tonight: ______”</a:t>
            </a:r>
          </a:p>
          <a:p>
            <a:pPr marL="685800" indent="-274320">
              <a:spcAft>
                <a:spcPts val="700"/>
              </a:spcAft>
            </a:pPr>
            <a:r>
              <a:rPr sz="2000" b="1" i="0">
                <a:solidFill>
                  <a:srgbClr val="97BC62"/>
                </a:solidFill>
                <a:latin typeface="Calibri"/>
              </a:rPr>
              <a:t>–  </a:t>
            </a:r>
            <a:r>
              <a:rPr sz="2000" b="0" i="1">
                <a:solidFill>
                  <a:srgbClr val="222B22"/>
                </a:solidFill>
                <a:latin typeface="Calibri"/>
              </a:rPr>
              <a:t>“What I’d do differently next time: ______”</a:t>
            </a:r>
          </a:p>
          <a:p>
            <a:pPr marL="685800" indent="-274320">
              <a:spcAft>
                <a:spcPts val="700"/>
              </a:spcAft>
            </a:pPr>
            <a:r>
              <a:rPr sz="2000" b="1" i="0">
                <a:solidFill>
                  <a:srgbClr val="97BC62"/>
                </a:solidFill>
                <a:latin typeface="Calibri"/>
              </a:rPr>
              <a:t>–  </a:t>
            </a:r>
            <a:r>
              <a:rPr sz="2000" b="0" i="1">
                <a:solidFill>
                  <a:srgbClr val="222B22"/>
                </a:solidFill>
                <a:latin typeface="Calibri"/>
              </a:rPr>
              <a:t>“If I were to teach tonight’s process to someone, I would tell them: ______”</a:t>
            </a:r>
          </a:p>
          <a:p>
            <a:pPr marL="274320" indent="-274320">
              <a:spcAft>
                <a:spcPts val="900"/>
              </a:spcAft>
            </a:pPr>
            <a:r>
              <a:rPr sz="2800" b="1" i="0">
                <a:solidFill>
                  <a:srgbClr val="97BC62"/>
                </a:solidFill>
                <a:latin typeface="Calibri"/>
              </a:rPr>
              <a:t>•  </a:t>
            </a:r>
            <a:r>
              <a:rPr sz="2800" b="0" i="0">
                <a:solidFill>
                  <a:srgbClr val="222B22"/>
                </a:solidFill>
                <a:latin typeface="Calibri"/>
              </a:rPr>
              <a:t>Then the room — the same two questions about tonight</a:t>
            </a:r>
          </a:p>
          <a:p>
            <a:pPr marL="274320" indent="-274320">
              <a:spcAft>
                <a:spcPts val="900"/>
              </a:spcAft>
            </a:pPr>
            <a:r>
              <a:rPr sz="2800" b="1" i="0">
                <a:solidFill>
                  <a:srgbClr val="97BC62"/>
                </a:solidFill>
                <a:latin typeface="Calibri"/>
              </a:rPr>
              <a:t>•  </a:t>
            </a:r>
            <a:r>
              <a:rPr sz="2800" b="0" i="0">
                <a:solidFill>
                  <a:srgbClr val="222B22"/>
                </a:solidFill>
                <a:latin typeface="Calibri"/>
              </a:rPr>
              <a:t>The leaders receive without defending — “thank you” is the whole response</a:t>
            </a:r>
          </a:p>
        </p:txBody>
      </p:sp>
      <p:sp>
        <p:nvSpPr>
          <p:cNvPr id="90" name="SlideNum"/>
          <p:cNvSpPr txBox="1"/>
          <p:nvPr/>
        </p:nvSpPr>
        <p:spPr>
          <a:xfrm>
            <a:off x="11384280" y="6446520"/>
            <a:ext cx="640080" cy="292608"/>
          </a:xfrm>
          <a:prstGeom prst="rect">
            <a:avLst/>
          </a:prstGeom>
          <a:noFill/>
        </p:spPr>
        <p:txBody>
          <a:bodyPr wrap="none" lIns="0" tIns="0" rIns="45720" bIns="0" anchor="ctr"/>
          <a:lstStyle/>
          <a:p>
            <a:pPr algn="r"/>
            <a:r>
              <a:t>214</a:t>
            </a:r>
            <a:endParaRPr sz="1000" b="1">
              <a:solidFill>
                <a:srgbClr val="7A8A6E"/>
              </a:solidFill>
              <a:latin typeface="Calibri"/>
            </a:endParaRPr>
          </a:p>
        </p:txBody>
      </p:sp>
      <p:pic>
        <p:nvPicPr>
          <p:cNvPr id="33" name="Picture 33" descr="compass on the trail - the weekly bearing check"/>
          <p:cNvPicPr>
            <a:picLocks noChangeAspect="1"/>
          </p:cNvPicPr>
          <p:nvPr/>
        </p:nvPicPr>
        <p:blipFill>
          <a:blip r:embed="rId3"/>
          <a:stretch>
            <a:fillRect/>
          </a:stretch>
        </p:blipFill>
        <p:spPr>
          <a:xfrm>
            <a:off x="8106160" y="1463040"/>
            <a:ext cx="3259831" cy="4892040"/>
          </a:xfrm>
          <a:prstGeom prst="rect">
            <a:avLst/>
          </a:prstGeom>
          <a:ln w="76200">
            <a:solidFill>
              <a:srgbClr val="FFFFFF"/>
            </a:solidFill>
          </a:ln>
          <a:effectLst>
            <a:outerShdw blurRad="63500" dist="25400" dir="5400000" rotWithShape="0">
              <a:srgbClr val="000000">
                <a:alpha val="3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TotalTime>
  <Words>55817</Words>
  <Application>Microsoft Office PowerPoint</Application>
  <PresentationFormat>Widescreen</PresentationFormat>
  <Paragraphs>3274</Paragraphs>
  <Slides>277</Slides>
  <Notes>275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277</vt:i4>
      </vt:variant>
    </vt:vector>
  </HeadingPairs>
  <TitlesOfParts>
    <vt:vector size="28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Tittle</cp:lastModifiedBy>
  <cp:revision>2</cp:revision>
  <dcterms:created xsi:type="dcterms:W3CDTF">2013-01-27T09:14:16Z</dcterms:created>
  <dcterms:modified xsi:type="dcterms:W3CDTF">2026-08-20T14:52:01Z</dcterms:modified>
  <cp:category/>
</cp:coreProperties>
</file>