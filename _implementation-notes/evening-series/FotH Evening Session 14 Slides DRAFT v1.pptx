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8.xml"/><Relationship Id="rId20" Type="http://schemas.openxmlformats.org/officeDocument/2006/relationships/slide" Target="slides/slide9.xml"/><Relationship Id="rId178" Type="http://schemas.openxmlformats.org/officeDocument/2006/relationships/slide" Target="slides/slide2.xml"/><Relationship Id="rId179" Type="http://schemas.openxmlformats.org/officeDocument/2006/relationships/slide" Target="slides/slide4.xml"/><Relationship Id="rId180" Type="http://schemas.openxmlformats.org/officeDocument/2006/relationships/slide" Target="slides/slide5.xml"/><Relationship Id="rId181" Type="http://schemas.openxmlformats.org/officeDocument/2006/relationships/slide" Target="slides/slide6.xml"/><Relationship Id="rId182" Type="http://schemas.openxmlformats.org/officeDocument/2006/relationships/slide" Target="slides/slide7.xml"/><Relationship Id="rId184" Type="http://schemas.openxmlformats.org/officeDocument/2006/relationships/slide" Target="slides/slide10.xml"/><Relationship Id="rId185" Type="http://schemas.openxmlformats.org/officeDocument/2006/relationships/slide" Target="slides/slide11.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5:19–5:23, blessing 5:27–5:30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8:24–8:28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203</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204</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208</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209</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210</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211</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