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W14 · 8:24–8:26, blessing 8:29–8:30 · TEEN-LED</a:t>
            </a:r>
          </a:p>
          <a:p>
            <a:r>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t>CUES: In Option 2, closing from memory completes the container half of the rep — let the teen carry all of it.</a:t>
            </a:r>
          </a:p>
          <a:p>
            <a:r>
              <a:t>BLESSINGS: eyes on the person, not the screen — nothing to read; say what is on your heart for them, specific and short.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8:26–8:29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4"/>
          <a:stretch>
            <a:fillRect/>
          </a:stretch>
        </p:blipFill>
        <p:spPr>
          <a:xfrm>
            <a:off x="2809295" y="1463040"/>
            <a:ext cx="6573104"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