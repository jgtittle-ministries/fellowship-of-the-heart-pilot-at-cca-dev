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301" r:id="rId179"/>
    <p:sldId id="446" r:id="rId180"/>
    <p:sldId id="447" r:id="rId181"/>
    <p:sldId id="448" r:id="rId182"/>
    <p:sldId id="537" r:id="rId183"/>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81" Type="http://schemas.openxmlformats.org/officeDocument/2006/relationships/slide" Target="slides/slide180.xml"/><Relationship Id="rId279" Type="http://schemas.openxmlformats.org/officeDocument/2006/relationships/notesMaster" Target="notesMasters/notesMaster1.xml"/><Relationship Id="rId280" Type="http://schemas.openxmlformats.org/officeDocument/2006/relationships/presProps" Target="presProps.xml"/><Relationship Id="rId182" Type="http://schemas.openxmlformats.org/officeDocument/2006/relationships/slide" Target="slides/slide181.xml"/><Relationship Id="rId281" Type="http://schemas.openxmlformats.org/officeDocument/2006/relationships/viewProps" Target="viewProps.xml"/><Relationship Id="rId183" Type="http://schemas.openxmlformats.org/officeDocument/2006/relationships/slide" Target="slides/slide182.xml"/><Relationship Id="rId282" Type="http://schemas.openxmlformats.org/officeDocument/2006/relationships/theme" Target="theme/theme1.xml"/><Relationship Id="rId184" Type="http://schemas.openxmlformats.org/officeDocument/2006/relationships/slide" Target="slides/slide183.xml"/><Relationship Id="rId283" Type="http://schemas.openxmlformats.org/officeDocument/2006/relationships/tableStyles" Target="tableStyles.xml"/><Relationship Id="rId185" Type="http://schemas.openxmlformats.org/officeDocument/2006/relationships/slide" Target="slides/slide184.xml"/><Relationship Id="rId284" Type="http://schemas.microsoft.com/office/2016/11/relationships/changesInfo" Target="changesInfos/changesInfo1.xml"/><Relationship Id="rId285" Type="http://schemas.microsoft.com/office/2015/10/relationships/revisionInfo" Target="revisionInfo.xml"/><Relationship Id="rId1" Type="http://schemas.openxmlformats.org/officeDocument/2006/relationships/slideMaster" Target="slideMasters/slideMaster1.xml"/><Relationship Id="rId2" Type="http://schemas.openxmlformats.org/officeDocument/2006/relationships/slide" Target="slides/slide1.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rPr lang="en-US" sz="1200"/>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~5:12–5:19 · TEEN-LED (the merge block)</a:t>
            </a:r>
          </a:p>
          <a:p>
            <a:r>
              <a:rPr lang="en-US" sz="1200"/>
              <a:t>BEATS: 1. The daily rhythm continues: the morning question, the session note, PROAPT one short passage. 2. Option 1 nights: the Tell you gave your pair, said once more at your own table this week. Option 2 nights: the family deck comes off the shelf once — one card, ten minutes; the car works, the table works. 3. A missed box is never failure — an invitation to return.</a:t>
            </a:r>
          </a:p>
          <a:p>
            <a:r>
              <a:rPr lang="en-US" sz="1200"/>
              <a:t>CUES: This lands in the teen's merge block (5:16 in Option 1, 5:12 in Option 2) — the teen says it, not you.</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8:24–8:28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75.xml"/><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6.xml"/><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Session’s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pic>
        <p:nvPicPr>
          <p:cNvPr id="270" name="CardImage" descr="the Week 14 check-off card, as handed out"/>
          <p:cNvPicPr>
            <a:picLocks noChangeAspect="1"/>
          </p:cNvPicPr>
          <p:nvPr/>
        </p:nvPicPr>
        <p:blipFill>
          <a:blip r:embed="rId3"/>
          <a:stretch>
            <a:fillRect/>
          </a:stretch>
        </p:blipFill>
        <p:spPr>
          <a:xfrm>
            <a:off x="1621175" y="1554480"/>
            <a:ext cx="894934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