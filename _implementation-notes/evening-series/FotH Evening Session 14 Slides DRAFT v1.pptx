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00" r:id="rId178"/>
    <p:sldId id="538" r:id="rId18"/>
    <p:sldId id="301" r:id="rId179"/>
    <p:sldId id="446" r:id="rId180"/>
    <p:sldId id="447" r:id="rId181"/>
    <p:sldId id="448" r:id="rId182"/>
    <p:sldId id="539" r:id="rId19"/>
    <p:sldId id="540" r:id="rId20"/>
    <p:sldId id="449" r:id="rId184"/>
    <p:sldId id="450" r:id="rId1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8.xml"/><Relationship Id="rId20" Type="http://schemas.openxmlformats.org/officeDocument/2006/relationships/slide" Target="slides/slide9.xml"/><Relationship Id="rId178" Type="http://schemas.openxmlformats.org/officeDocument/2006/relationships/slide" Target="slides/slide2.xml"/><Relationship Id="rId179" Type="http://schemas.openxmlformats.org/officeDocument/2006/relationships/slide" Target="slides/slide4.xml"/><Relationship Id="rId180" Type="http://schemas.openxmlformats.org/officeDocument/2006/relationships/slide" Target="slides/slide5.xml"/><Relationship Id="rId181" Type="http://schemas.openxmlformats.org/officeDocument/2006/relationships/slide" Target="slides/slide6.xml"/><Relationship Id="rId182" Type="http://schemas.openxmlformats.org/officeDocument/2006/relationships/slide" Target="slides/slide7.xml"/><Relationship Id="rId184" Type="http://schemas.openxmlformats.org/officeDocument/2006/relationships/slide" Target="slides/slide10.xml"/><Relationship Id="rId185" Type="http://schemas.openxmlformats.org/officeDocument/2006/relationships/slide" Target="slides/slide11.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WELCOME · LEAD: CONTAINER HOLDER · GROUNDING — every session opens on this map</a:t>
            </a:r>
          </a:p>
          <a:p>
            <a:r>
              <a:t>BEATS:</a:t>
            </a:r>
          </a:p>
          <a:p>
            <a:r>
              <a:t>1. Locate tonight on the map, plainly: Session 14 returns to the second and third boxes — Others and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pre-session · DIVIDER</a:t>
            </a:r>
          </a:p>
          <a:p>
            <a:r>
              <a:rPr lang="en-US" sz="1200"/>
              <a:t>On screen through dinner and as the circle forms.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7:00–7:08 · LEAD: CONTAINER HOLDER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7:00–7:08 · LEAD: CONTAINER HOLDER · TEEN-LED</a:t>
            </a:r>
          </a:p>
          <a:p>
            <a:r>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7:25–7:27 · LEAD: CONTENT PRESENTER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7:27–7:28 · LEAD: CONTENT PRESENTER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8:24–8:26, blessing 8:29–8:30 · TEEN-LED</a:t>
            </a:r>
          </a:p>
          <a:p>
            <a:r>
              <a:rPr lang="en-US" sz="1200"/>
              <a:t>BEATS: 1. The teen runs the closing protocol: standing circle, one-word landing, the one thing, the one practice spoken aloud. 2. After the feedback round the teen returns for the send: when we gather is the Rhythm night — today was a rep of exactly that, the practice working without the team at the front. 3. Aaronic blessing, hands up; sent.</a:t>
            </a:r>
          </a:p>
          <a:p>
            <a:r>
              <a:rPr lang="en-US" sz="1200"/>
              <a:t>CUES: In Option 2, closing from memory completes the container half of the rep — let the teen carry all of it.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8:26–8:29 · LEAD: BOTH LEADERS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4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204</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14 returns to the second and third boxes — </a:t>
            </a:r>
            <a:r>
              <a:rPr sz="1800" b="1">
                <a:solidFill>
                  <a:srgbClr val="2C5F2D"/>
                </a:solidFill>
                <a:latin typeface="Calibri"/>
              </a:rPr>
              <a:t>Others and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205</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206</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207</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208</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209</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4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210</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4_part2.png"/>
          <p:cNvPicPr>
            <a:picLocks noChangeAspect="1"/>
          </p:cNvPicPr>
          <p:nvPr/>
        </p:nvPicPr>
        <p:blipFill>
          <a:blip r:embed="rId4"/>
          <a:stretch>
            <a:fillRect/>
          </a:stretch>
        </p:blipFill>
        <p:spPr>
          <a:xfrm>
            <a:off x="2809295" y="1463040"/>
            <a:ext cx="6573104"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211</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212</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