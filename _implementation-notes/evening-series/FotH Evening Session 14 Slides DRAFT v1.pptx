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178" Type="http://schemas.openxmlformats.org/officeDocument/2006/relationships/slide" Target="slides/slide2.xml"/><Relationship Id="rId179" Type="http://schemas.openxmlformats.org/officeDocument/2006/relationships/slide" Target="slides/slide3.xml"/><Relationship Id="rId180" Type="http://schemas.openxmlformats.org/officeDocument/2006/relationships/slide" Target="slides/slide4.xml"/><Relationship Id="rId181" Type="http://schemas.openxmlformats.org/officeDocument/2006/relationships/slide" Target="slides/slide5.xml"/><Relationship Id="rId182" Type="http://schemas.openxmlformats.org/officeDocument/2006/relationships/slide" Target="slides/slide6.xml"/><Relationship Id="rId184" Type="http://schemas.openxmlformats.org/officeDocument/2006/relationships/slide" Target="slides/slide8.xml"/><Relationship Id="rId185" Type="http://schemas.openxmlformats.org/officeDocument/2006/relationships/slide" Target="slides/slide9.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8:24–8:28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pic>
        <p:nvPicPr>
          <p:cNvPr id="4" name="Picture 3" descr="four-connects.png"/>
          <p:cNvPicPr>
            <a:picLocks noChangeAspect="1"/>
          </p:cNvPicPr>
          <p:nvPr/>
        </p:nvPicPr>
        <p:blipFill>
          <a:blip r:embed="rId2"/>
          <a:stretch>
            <a:fillRect/>
          </a:stretch>
        </p:blipFill>
        <p:spPr>
          <a:xfrm>
            <a:off x="932688" y="1645920"/>
            <a:ext cx="10332720" cy="3708663"/>
          </a:xfrm>
          <a:prstGeom prst="rect">
            <a:avLst/>
          </a:prstGeom>
        </p:spPr>
      </p:pic>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