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30" r:id="rId99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96" Type="http://schemas.openxmlformats.org/officeDocument/2006/relationships/slide" Target="slides/slide95.xml"/><Relationship Id="rId281" Type="http://schemas.openxmlformats.org/officeDocument/2006/relationships/viewProps" Target="viewProps.xml"/><Relationship Id="rId97" Type="http://schemas.openxmlformats.org/officeDocument/2006/relationships/slide" Target="slides/slide96.xml"/><Relationship Id="rId87" Type="http://schemas.openxmlformats.org/officeDocument/2006/relationships/slide" Target="slides/slide86.xml"/><Relationship Id="rId100" Type="http://schemas.openxmlformats.org/officeDocument/2006/relationships/slide" Target="slides/slide99.xml"/><Relationship Id="rId282" Type="http://schemas.openxmlformats.org/officeDocument/2006/relationships/theme" Target="theme/theme1.xml"/><Relationship Id="rId98" Type="http://schemas.openxmlformats.org/officeDocument/2006/relationships/slide" Target="slides/slide97.xml"/><Relationship Id="rId88" Type="http://schemas.openxmlformats.org/officeDocument/2006/relationships/slide" Target="slides/slide87.xml"/><Relationship Id="rId283" Type="http://schemas.openxmlformats.org/officeDocument/2006/relationships/tableStyles" Target="tableStyles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89" Type="http://schemas.openxmlformats.org/officeDocument/2006/relationships/slide" Target="slides/slide88.xml"/><Relationship Id="rId284" Type="http://schemas.microsoft.com/office/2016/11/relationships/changesInfo" Target="changesInfos/changesInfo1.xml"/><Relationship Id="rId90" Type="http://schemas.openxmlformats.org/officeDocument/2006/relationships/slide" Target="slides/slide89.xml"/><Relationship Id="rId285" Type="http://schemas.microsoft.com/office/2015/10/relationships/revisionInfo" Target="revisionInfo.xml"/><Relationship Id="rId91" Type="http://schemas.openxmlformats.org/officeDocument/2006/relationships/slide" Target="slides/slide90.xml"/><Relationship Id="rId1" Type="http://schemas.openxmlformats.org/officeDocument/2006/relationships/slideMaster" Target="slideMasters/slideMaster1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rPr lang="en-US" sz="1200"/>
              <a:t>CUES: Run the re-entry gently; let the room land before moving on.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Send the check-off card home — fridge, mirror, journal pocket. 2. Four rows this week: daily PROAPT (the new anchor practice), morning question, evening note, Five-Minute Examen. 3. A missed box is never a failure — it is an invitation to return. 4. Ask each person to name a specific time of day for their PROAPT aloud — the spoken commitment makes the practice happen.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between-session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Between-Session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7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43098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168349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