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Walk the road briefly: re-entry check-in, Romans 10:17, PROAPT walked together, then family pairs and the Tell step. 2. Frame the turn: six weeks of Self and Others behind us; today the channel goes vertical — hearing God in scripture. 3. Name it now: PROAPT is a hearing practice, not a Bible study technique.</a:t>
            </a:r>
          </a:p>
          <a:p>
            <a:r>
              <a:rPr lang="en-US" sz="1200"/>
              <a:t>CUES: First night back — Session 6’s three questions are answered together tonight, in the 7:25 block.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 Companions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7:50–8:13 · LEAD: CONTENT PRESENTER · PAIRS</a:t>
            </a:r>
          </a:p>
          <a:p>
            <a:r>
              <a:rPr lang="en-US" sz="1200"/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rPr lang="en-US" sz="1200"/>
              <a:t>CUES: If something heavy surfaces, honor it briefly and follow up after the close — do not process it in the pair.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Stay in the pair you worked in: the Tell happens where you heard, before anyone moves.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  <a:p>
            <a:r>
              <a:rPr lang="en-US" sz="1200"/>
              <a:t>IF TIME RAN SHORT: If only one of you walked the six steps, that one still tells. The Listener tells one thing they noticed while listening.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CONTAINER HOLDER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8:28–8:30 · LEAD: CONTAINER HOLDER</a:t>
            </a:r>
          </a:p>
          <a:p>
            <a:r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t>CUES: Stay accessible after the close for anyone still carrying Week 6.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the first walk-through, received before it is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new passage or stay with Mark 1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Still in your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