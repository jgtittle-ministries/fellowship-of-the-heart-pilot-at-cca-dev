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77" r:id="rId87"/>
    <p:sldId id="551" r:id="rId25"/>
    <p:sldId id="278" r:id="rId88"/>
    <p:sldId id="279" r:id="rId89"/>
    <p:sldId id="381" r:id="rId90"/>
    <p:sldId id="382" r:id="rId91"/>
    <p:sldId id="550" r:id="rId92"/>
    <p:sldId id="383" r:id="rId93"/>
    <p:sldId id="384" r:id="rId94"/>
    <p:sldId id="385" r:id="rId95"/>
    <p:sldId id="386" r:id="rId96"/>
    <p:sldId id="387" r:id="rId97"/>
    <p:sldId id="388" r:id="rId98"/>
    <p:sldId id="552" r:id="rId26"/>
    <p:sldId id="553" r:id="rId27"/>
    <p:sldId id="389" r:id="rId100"/>
    <p:sldId id="390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5" Type="http://schemas.openxmlformats.org/officeDocument/2006/relationships/slide" Target="slides/slide3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87" Type="http://schemas.openxmlformats.org/officeDocument/2006/relationships/slide" Target="slides/slide2.xml"/><Relationship Id="rId88" Type="http://schemas.openxmlformats.org/officeDocument/2006/relationships/slide" Target="slides/slide4.xml"/><Relationship Id="rId89" Type="http://schemas.openxmlformats.org/officeDocument/2006/relationships/slide" Target="slides/slide5.xml"/><Relationship Id="rId90" Type="http://schemas.openxmlformats.org/officeDocument/2006/relationships/slide" Target="slides/slide6.xml"/><Relationship Id="rId91" Type="http://schemas.openxmlformats.org/officeDocument/2006/relationships/slide" Target="slides/slide7.xml"/><Relationship Id="rId92" Type="http://schemas.openxmlformats.org/officeDocument/2006/relationships/slide" Target="slides/slide8.xml"/><Relationship Id="rId93" Type="http://schemas.openxmlformats.org/officeDocument/2006/relationships/slide" Target="slides/slide9.xml"/><Relationship Id="rId94" Type="http://schemas.openxmlformats.org/officeDocument/2006/relationships/slide" Target="slides/slide10.xml"/><Relationship Id="rId95" Type="http://schemas.openxmlformats.org/officeDocument/2006/relationships/slide" Target="slides/slide11.xml"/><Relationship Id="rId96" Type="http://schemas.openxmlformats.org/officeDocument/2006/relationships/slide" Target="slides/slide12.xml"/><Relationship Id="rId97" Type="http://schemas.openxmlformats.org/officeDocument/2006/relationships/slide" Target="slides/slide13.xml"/><Relationship Id="rId98" Type="http://schemas.openxmlformats.org/officeDocument/2006/relationships/slide" Target="slides/slide14.xml"/><Relationship Id="rId100" Type="http://schemas.openxmlformats.org/officeDocument/2006/relationships/slide" Target="slides/slide17.xml"/><Relationship Id="rId101" Type="http://schemas.openxmlformats.org/officeDocument/2006/relationships/slide" Target="slides/slide18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7 stands in the third box — Connect with God.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pre-session · DIVIDER</a:t>
            </a:r>
          </a:p>
          <a:p>
            <a:r>
              <a:rPr lang="en-US" sz="1200"/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7:00–7:08 · LEAD: CONTAINER HOLDER</a:t>
            </a:r>
          </a:p>
          <a:p>
            <a:r>
              <a:rPr lang="en-US" sz="1200"/>
              <a:t>BEATS: 1. This is John's personal eye-test story — his own testimony of learning to hear God, framing today's turn from Self and Others toward God. 2. Keep it to about one minute; the story serves the practice, not the reverse. 3. Land it and move to Today's Road.</a:t>
            </a:r>
          </a:p>
          <a:p>
            <a:r>
              <a:rPr lang="en-US" sz="1200"/>
              <a:t>SUB: Never perform someone else's testimony. Tell your own hearing-growth story in one minute — or skip straight to the pull-quote on the slide, read it, and move.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7:00–7:08 · LEAD: CONTAINER HOLDER</a:t>
            </a:r>
          </a:p>
          <a:p>
            <a:r>
              <a:rPr lang="en-US" sz="1200"/>
              <a:t>BEATS: 1. Walk the road briefly: re-entry check-in, Romans 10:17, PROAPT walked together, then family pairs and the Tell step. 2. Frame the turn: six weeks of Self and Others behind us; today the channel goes vertical — hearing God in scripture. 3. Name it now: PROAPT is a hearing practice, not a Bible study technique.</a:t>
            </a:r>
          </a:p>
          <a:p>
            <a:r>
              <a:rPr lang="en-US" sz="1200"/>
              <a:t>CUES: First night back — Session 6’s three questions are answered together tonight, in the 7:25 block.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 · 7:00–7:08 · LEAD: CONTAINER HOLDER</a:t>
            </a:r>
          </a:p>
          <a:p>
            <a:r>
              <a:t>BEATS: 1. Aaronic blessing first. 2. Container restated SLOWLY — Safe, Present, Clear, Intentional; a container that sat empty over a break needs a minute to hold again. 3. Frame Week 7 as a turn: the interior work prepared us; today hearing God becomes a learnable skill — six steps, a practice that works.</a:t>
            </a:r>
          </a:p>
          <a:p>
            <a:r>
              <a:t>CUES: Run the re-entry gently; let the room land before moving on.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7:25–7:34 · LEAD: CONTENT PRESENTER</a:t>
            </a:r>
          </a:p>
          <a:p>
            <a:r>
              <a:rPr lang="en-US" sz="1200"/>
              <a:t>BEATS: 1. Ninety seconds each: one sentence on the Examen, how the break treated the practice, or anything shifted. 2. Say it: 'thinned out over the break' is a completely normal answer — the practice picks up where you are. 3. Take 2–3 contributions, then move. 4. Open door: anyone still carrying Week 6, find a Companion before leaving today.</a:t>
            </a:r>
          </a:p>
          <a:p>
            <a:r>
              <a:rPr lang="en-US" sz="1200"/>
              <a:t>CUES: Arranged parent opens (check the Run Card) — never cold-call a teen; pass-anytime holds.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7:25–7:34 · LEAD: CONTENT PRESENTER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After the break check-in: 'the three questions that went home two weeks ago — let's apply the process we use for the leader reflection to ourselves, as a group.' One rule, warmly: the group, never any one person.</a:t>
            </a:r>
          </a:p>
          <a:p>
            <a:r>
              <a:rPr lang="en-US" sz="1200"/>
              <a:t>2. The leader answers FIRST — all three, briefly, a story or moment attached to each. Modeling that answers come with what you saw is the whole teaching.</a:t>
            </a:r>
          </a:p>
          <a:p>
            <a:r>
              <a:rPr lang="en-US" sz="1200"/>
              <a:t>3. The room answers, any question, any order; the Co-Companion scribes keep · change · tell for tonight's debrief sheet. Thursday's Call maps their answers to the three signs — the team's side of the paper, never the room's.</a:t>
            </a:r>
          </a:p>
          <a:p>
            <a:r>
              <a:rPr lang="en-US" sz="1200"/>
              <a:t>CUES: a bare verdict → 'say more — what did that look like?' · drifts toward a person → 'the group, never any one person — if something needs a name, bring it to one of us after.'</a:t>
            </a:r>
          </a:p>
          <a:p>
            <a:r>
              <a:rPr lang="en-US" sz="1200"/>
              <a:t>POCKET (only if a gap matters): 'when hard things landed this quarter, how did we do?' · 'what would a brand-new family feel in their first ten minutes with us?'</a:t>
            </a:r>
          </a:p>
          <a:p>
            <a:r>
              <a:rPr lang="en-US" sz="1200"/>
              <a:t>GUARD: receive everything without correcting — glowing or grim, it is data, not a draft the team edits. Close: 'a group that knows what it has can choose to keep it.'</a:t>
            </a:r>
          </a:p>
          <a:p>
            <a:r>
              <a:rPr lang="en-US" sz="1200"/>
              <a:t>SUB: the answers modeled first are the leader's own — a substitute answers honestly for themselves.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7:34–7:40 · LEAD: CONTENT PRESENTER</a:t>
            </a:r>
          </a:p>
          <a:p>
            <a:r>
              <a:rPr lang="en-US" sz="1200"/>
              <a:t>BEATS: 1. Read Romans 10:17 aloud, slow. 2. Teach the chain: Word, Hearing, Faith — faith is the fruit of a practice, not of trying harder. 3. John 10:27 — the sheep hear because they are His; the quiet road is still open, any evenings, any Companion. 4. Hearing is a skill; write PROAPT on the board: Pray, Read, Observe, Apply, Pray again, Tell. 5. Preview: whole room works Mark 1:14–20 together, then family pairs work the same passage.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7:40–7:49 · LEAD: CONTENT PRESENTER</a:t>
            </a:r>
          </a:p>
          <a:p>
            <a:r>
              <a:rPr lang="en-US" sz="1200"/>
              <a:t>BEATS: 1. The most important teaching block of the night — walk all six steps on Mark 1:14–20, everyone on handout H7.2. 2. PRAY 90s (silence, then invite the Spirit aloud). READ 90s. OBSERVE 3 min — data first, then what surprises; take 3–4 shares, receive without evaluating. 3. APPLY 3 min — for YOU, today, specifically; 2–3 shares. 4. PRAY AGAIN 90s silence. TELL 60s — happens in the pairs later. 5. Hold the silences; do not rush.</a:t>
            </a:r>
          </a:p>
          <a:p>
            <a:r>
              <a:rPr lang="en-US" sz="1200"/>
              <a:t>CUES: If an Apply goes vague or grand, push gently for one specific concrete application.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7:49–7:50 · LEAD: CONTENT PRESENTER · TRANSITION</a:t>
            </a:r>
          </a:p>
          <a:p>
            <a:r>
              <a:rPr lang="en-US" sz="1200"/>
              <a:t>BEATS: 1. Explain the pair shape: parent with your own teen by default; one Reader, one Listener; switch at twelve minutes. 2. Name it: pairing inside your own family is the design working, not the consolation prize. 3. Pray and send.</a:t>
            </a:r>
          </a:p>
          <a:p>
            <a:r>
              <a:rPr lang="en-US" sz="1200"/>
              <a:t>CUES: Lead Companions settle odd numbers across families. If the room is about ten or fewer, skip the pairing — one circle, pair up in place.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7:50–8:13 · LEAD: CONTENT PRESENTER · PAIRS</a:t>
            </a:r>
          </a:p>
          <a:p>
            <a:r>
              <a:rPr lang="en-US" sz="1200"/>
              <a:t>BEATS: 1. First pass 12 min: Reader leads the six steps, Listener works alongside without interrupting; Reader's Tell goes to the Listener, one sentence. 2. Switch roles; second pass 12 min, same or new passage. 3. Companions float: stuck on Observe — 'one word or phrase that caught you'; stuck on Apply — 'one specific situation right now'; rushing — 'the Spirit isn't in a hurry'; finished early — another passage, get reps.</a:t>
            </a:r>
          </a:p>
          <a:p>
            <a:r>
              <a:rPr lang="en-US" sz="1200"/>
              <a:t>CUES: If something heavy surfaces, honor it briefly and follow up after the close — do not process it in the pair.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8:13–8:16 · LEAD: CONTENT PRESENTER · PAIRS</a:t>
            </a:r>
          </a:p>
          <a:p>
            <a:r>
              <a:rPr lang="en-US" sz="1200"/>
              <a:t>BEATS: 1. Stay in the pair you worked in: the Tell happens where you heard, before anyone moves. 2. Each person tells ONE specific thing they heard today — one sentence, witnessed. 3. Receive each with 'We hear that' or 'Thank you for naming that' — no preaching, no interpreting. 4. Close the pair: what we heard is given to be walked out this week.</a:t>
            </a:r>
          </a:p>
          <a:p>
            <a:r>
              <a:rPr lang="en-US" sz="1200"/>
              <a:t>CUES: Arranged parent opens the round (check the Run Card) — never cold-call a teen; teens choose their own depth; pass-anytime holds.</a:t>
            </a:r>
          </a:p>
          <a:p>
            <a:r>
              <a:rPr lang="en-US" sz="1200"/>
              <a:t>IF TIME RAN SHORT: If only one of you walked the steps, that one tells; the Listener tells what they noticed.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8:16–8:20 · LEAD: CONTAINER HOLDER</a:t>
            </a:r>
          </a:p>
          <a:p>
            <a:r>
              <a:rPr lang="en-US" sz="1200"/>
              <a:t>BEATS: 1. Each person says briefly what they heard tonight — the one sentence told in the pair. Receive it with 'We hear that'; no comment. On 26 October this was when the room came alive. 2. Introduce daily PROAPT: one short passage, five to ten minutes, every day — the journal Week 7 pages have the template. 3. Hold up H7.3: passage paths for teens and parents. 4. 'The chain only works if we work it.'</a:t>
            </a:r>
          </a:p>
          <a:p>
            <a:r>
              <a:rPr lang="en-US" sz="1200"/>
              <a:t>CUES: Arranged parent begins; anyone may pass; one sentence each.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S7 · 8:24–8:28 · LEAD: BOTH LEADERS</a:t>
            </a:r>
          </a:p>
          <a:p>
            <a:r>
              <a:rPr lang="en-US" sz="1200"/>
              <a:t>BEATS: 1. Same round every week, leader first: what went well today; what I'd do differently; what I'd tell someone teaching this process. 2. Then the room, same two questions — two or three voices is plenty. 3. Receive without defending — 'thank you' is the whole response.</a:t>
            </a:r>
          </a:p>
          <a:p>
            <a:r>
              <a:rPr lang="en-US" sz="1200"/>
              <a:t>CUES: May be dropped if the room's energy needs something else; dropping it twice running goes to the team debrief.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 · 8:28–8:30 · LEAD: CONTAINER HOLDER</a:t>
            </a:r>
          </a:p>
          <a:p>
            <a:r>
              <a:t>BEATS: 1. Bridge the weeks: last week we named hard places, today we practiced hearing — both are real, both are how the Father walks us home; the place named last week is the place PROAPT will keep speaking into. 2. Aaronic blessing, hands up. 3. Send: 'PROAPT one passage tomorrow. See you evenings.'</a:t>
            </a:r>
          </a:p>
          <a:p>
            <a:r>
              <a:t>CUES: Stay accessible after the close for anyone still carrying Week 6.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6-proap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05889"/>
            <a:ext cx="5394960" cy="404622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7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Hearing God in Scripture — PROAPT I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PROAPT — the systematic practice of hearing; the first walk-through, received before it is 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2: Connect with God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99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7 stands in the third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God</a:t>
            </a:r>
            <a:r>
              <a:rPr sz="1800" b="0">
                <a:solidFill>
                  <a:srgbClr val="222B22"/>
                </a:solidFill>
                <a:latin typeface="Calibri"/>
              </a:rPr>
              <a:t>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Week 7 — My Story: The Eye Test</a:t>
            </a:r>
          </a:p>
        </p:txBody>
      </p:sp>
      <p:pic>
        <p:nvPicPr>
          <p:cNvPr id="4" name="Picture 3" descr="4c-phorop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754880" cy="356616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5" name="Picture 4" descr="4c-eyecha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645920"/>
            <a:ext cx="2139696" cy="356616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503920" y="1737360"/>
            <a:ext cx="310896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1">
                <a:solidFill>
                  <a:srgbClr val="2C5F2D"/>
                </a:solidFill>
                <a:latin typeface="Calibri"/>
              </a:rPr>
              <a:t>“The more I obey what I have heard, the finer print I can read.”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— the founder’s story, told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222B22"/>
                </a:solidFill>
                <a:latin typeface="Calibri"/>
              </a:rPr>
              <a:t>Hearing God is a practice that grows with obedience — tonight we learn the practice.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7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Re-entry — and the room reads itself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Romans 10:17 — the chain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PROAPT walked together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Bridge to the pairs and pair structure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PROAPT in family pairs in pairs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Tell step — sharing in the pair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Merge and homework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10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Re-Entry Check-In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First gathering of Quarter 2 — the container re-held slowly after the break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“Take ninety seconds: one sentence about the Examen, or about how the break treated your practice, or anything that has shifted.”</a:t>
            </a:r>
          </a:p>
          <a:p>
            <a:pPr marL="685800" indent="-274320">
              <a:spcAft>
                <a:spcPts val="7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“Thinned out over the break is a completely normal answer — the practice picks up where you are.”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A parent starts the round — pass-anytime holds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Week 6 still sitting heavy? “The team is here. Find one of us before you leave tonight.”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Round, for All of Us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sp>
        <p:nvSpPr>
          <p:cNvPr id="290" name="RoomSelfRead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300"/>
              </a:spcAft>
            </a:pPr>
            <a:r>
              <a:rPr sz="1900" b="0" i="0">
                <a:solidFill>
                  <a:srgbClr val="222B22"/>
                </a:solidFill>
                <a:latin typeface="Calibri"/>
              </a:rPr>
              <a:t>Same process as every week’s leader reflection — now for the group: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What’s working well that we ought to keep doing next quarter?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 could we do differently that would make things even better?</a:t>
            </a:r>
          </a:p>
          <a:p>
            <a:pPr algn="l">
              <a:spcAft>
                <a:spcPts val="11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What would you tell somebody else about what this group is like?</a:t>
            </a:r>
          </a:p>
          <a:p>
            <a:pPr algn="l">
              <a:spcBef>
                <a:spcPts val="1300"/>
              </a:spcBef>
              <a:spcAft>
                <a:spcPts val="1000"/>
              </a:spcAft>
            </a:pPr>
            <a:r>
              <a:rPr sz="2000" b="0" i="1">
                <a:solidFill>
                  <a:srgbClr val="222B22"/>
                </a:solidFill>
                <a:latin typeface="Cambria"/>
              </a:rPr>
              <a:t>The leader answers first, same as always. Any question, any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Romans 10:17 — The Chain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 short verse, three steps: Word → Hearing → Faith — the order matters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 trying harder, not emotional experience — faith is a fruit of a particular practice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How much of our “Bible time” is actually hearing, and how much is reading without hearing?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Hearing is a skill — skills develop with practice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practice: PROAPT — Pray, Read, Observe, Apply, Pray again, Tell (Truro Church, 1980s)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ROMANS 10:17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“So faith comes from hearing, and hearing through the word of Christ.”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PROAPT Walked Together — Mark 1:14–20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Pray — “Holy Spirit, you are welcome here. Speak. We are listening.”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Read — slowly, to receive it; don’t analyze yet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Observe — two layers, in order: first the data (who, what, when, where — straight off the page), then the interpretation — what stands out or surprises you in it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Apply — “What does this passage mean FOR YOU, TODAY, in your specific life?” — logos becomes rhema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Pray again — tell God what you heard, what you are willing to do, what you’re struggling to be willing to do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Tell — the most-often-skipped step; hearing spoken aloud has a different staying power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an old wooden boat left ashore among moss and pi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62" y="1463040"/>
            <a:ext cx="3669030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pairs — Pair Structure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Pair up in your family pair — parent with teen, from your own family, by default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 Reader, one Listener — Reader leads the six steps; after twelve minutes, switch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“Pairing up with your own parent or your own teen is not the consolation-prize version — it is the design working.”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Your Lead Companion settles the pairs and completes any odd numbers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Small room (about ten or fewer)? Stay as one circle and pair up in place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PROAPT in Family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First pass (12 min) — Reader leads PROAPT; Listener works alongside without interrupting</a:t>
            </a:r>
          </a:p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Reader’s Tell at the end goes to the Listener — one sentence</a:t>
            </a:r>
          </a:p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Switch roles — new passage or stay with Mark 1</a:t>
            </a:r>
          </a:p>
          <a:p>
            <a:pPr marL="342900" indent="-34290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Second pass (12 min) — same structure, roles reversed</a:t>
            </a:r>
          </a:p>
          <a:p>
            <a:pPr marL="274320" indent="-27432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Stuck on Observe? “What’s one specific word or phrase that caught your attention?”</a:t>
            </a:r>
          </a:p>
          <a:p>
            <a:pPr marL="274320" indent="-274320">
              <a:spcAft>
                <a:spcPts val="75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“Slow down. The Spirit isn’t in a hurry.” — and if you finish early, get reps with another passage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109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Tell Step — Sharing in the pair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Still in your family pair — each of us tells ONE specific thing we heard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“Specific. One sentence. We listen to receive, like Week 3.”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 parent opens the round — arranged beforehand, never a cold call on a teen; pass-anytime holds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Receive without preaching — “We hear that.” “Thank you for naming that.”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“What we heard tonight is not just for us — it is given to us to walk out.”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110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Homework Practice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Back in the circle — each of us says briefly what we heard tonight: one sentence; a parent begins; pass-anytime holds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Daily PROAPT — one passage per day, every day, for the next week — five to ten minutes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journal Week 7 pages have a daily PROAPT template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Passage paths on the handout — the Gospel of Mark, the Sermon on the Mount, or Romans 8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Commit aloud to a specific time of day — “Morning before school” / “Right after dinner”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“The chain only works if we work it.”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111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7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112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7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04" y="1463040"/>
            <a:ext cx="805968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113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114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115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