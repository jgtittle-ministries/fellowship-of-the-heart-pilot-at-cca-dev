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— Session 6’s three questions are answered together tonight, in the 7:25 block.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 Companions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CONTAINER HOLDER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8:28–8:30 · LEAD: CONTAINER HOLDER</a:t>
            </a:r>
          </a:p>
          <a:p>
            <a:r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t>CUES: Stay accessible after the close for anyone still carrying Week 6.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