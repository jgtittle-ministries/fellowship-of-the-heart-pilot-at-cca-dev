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after the quarter break — Pulse 1 returns go in the bin at the door.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leadsanions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leadsanion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