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— Session 6’s three questions are answered together tonight, in the 7:25 block.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CONTAINER HOLDER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