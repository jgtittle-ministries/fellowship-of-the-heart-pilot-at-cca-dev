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3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57" Type="http://schemas.openxmlformats.org/officeDocument/2006/relationships/slide" Target="slides/slide2.xml"/><Relationship Id="rId258" Type="http://schemas.openxmlformats.org/officeDocument/2006/relationships/slide" Target="slides/slide4.xml"/><Relationship Id="rId259" Type="http://schemas.openxmlformats.org/officeDocument/2006/relationships/slide" Target="slides/slide5.xml"/><Relationship Id="rId260" Type="http://schemas.openxmlformats.org/officeDocument/2006/relationships/slide" Target="slides/slide6.xml"/><Relationship Id="rId261" Type="http://schemas.openxmlformats.org/officeDocument/2006/relationships/slide" Target="slides/slide7.xml"/><Relationship Id="rId262" Type="http://schemas.openxmlformats.org/officeDocument/2006/relationships/slide" Target="slides/slide8.xml"/><Relationship Id="rId263" Type="http://schemas.openxmlformats.org/officeDocument/2006/relationships/slide" Target="slides/slide9.xml"/><Relationship Id="rId264" Type="http://schemas.openxmlformats.org/officeDocument/2006/relationships/slide" Target="slides/slide10.xml"/><Relationship Id="rId26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21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pre-session · DIVIDER</a:t>
            </a:r>
          </a:p>
          <a:p>
            <a:r>
              <a:rPr lang="en-US" sz="1200"/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Family Commissioning — a 120-minute night, extended on purpose; everything serves the hour in the middle.</a:t>
            </a:r>
          </a:p>
          <a:p>
            <a:r>
              <a:rPr lang="en-US" sz="1200"/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rPr lang="en-US" sz="1200"/>
              <a:t>3. Hold the schedule — the time-keeper has real authority; 120 minutes must not become 150; the closing matters more than running long.</a:t>
            </a:r>
          </a:p>
          <a:p>
            <a:r>
              <a:rPr lang="en-US" sz="1200"/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Walk the three-sentence form aloud: what I have specifically seen God doing in you; what I bless in you today; what I commit to you moving forward.</a:t>
            </a:r>
          </a:p>
          <a:p>
            <a:r>
              <a:rPr lang="en-US" sz="1200"/>
              <a:t>2. Two Companions demo a real blessing — brief, specific, honest, never theatrical; the parents calibrate against this demo.</a:t>
            </a:r>
          </a:p>
          <a:p>
            <a:r>
              <a:rPr lang="en-US" sz="1200"/>
              <a:t>3. Brief Q&amp;A, one or two questions; do not over-explain — the worksheet and the demo already taught it. Trust the room.</a:t>
            </a:r>
          </a:p>
          <a:p>
            <a:r>
              <a:rPr lang="en-US" sz="1200"/>
              <a:t>CUES: Blessing form = one specific witnessed sentence per line, not a speech — the brevity is the discipline; say it twice before the commissionings begin.</a:t>
            </a:r>
          </a:p>
          <a:p>
            <a:r>
              <a:rPr lang="en-US" sz="1200"/>
              <a:t>SUB: The demo blessing must be the speakers' own — real words about a real person they know. A covering leader never performs a borrowed blessing; if you are new to this room, demo with a Companion you genuinely know, or let two leadsanions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7:31–7:37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Numbers 6:24–26, then Philippians 1:6, from the physical Bible.</a:t>
            </a:r>
          </a:p>
          <a:p>
            <a:r>
              <a:rPr lang="en-US" sz="1200"/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rPr lang="en-US" sz="1200"/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rPr lang="en-US" sz="1200"/>
              <a:t>2. Running long? Compress the framing — never the blessings.</a:t>
            </a:r>
          </a:p>
          <a:p>
            <a:r>
              <a:rPr lang="en-US" sz="1200"/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rPr lang="en-US" sz="1200"/>
              <a:t>CUES: Blessing form = one specific witnessed sentence per line, not a speech.</a:t>
            </a:r>
          </a:p>
          <a:p>
            <a:r>
              <a:rPr lang="en-US" sz="1200"/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rPr lang="en-US" sz="1200"/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8:07–8:13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rPr lang="en-US" sz="1200"/>
              <a:t>2. leadsanions go first to model; then the arranged parent opens for the families (Run Card) — never a cold call on a teen; pass-anytime holds; visitors may pass or share.</a:t>
            </a:r>
          </a:p>
          <a:p>
            <a:r>
              <a:rPr lang="en-US" sz="1200"/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rPr lang="en-US" sz="1200"/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rPr lang="en-US" sz="1200"/>
              <a:t>2. Final blessing (6:10): the whole community speaks the Aaronic over the whole community — hands up, together, slowly. Pause; let the silence land.</a:t>
            </a:r>
          </a:p>
          <a:p>
            <a:r>
              <a:rPr lang="en-US" sz="1200"/>
              <a:t>3. 'You are sent. Walk gently.' Then announce Week 22 — the commissioning of the Companions; it is their night, and everyone is wanted in the room for it.</a:t>
            </a:r>
          </a:p>
          <a:p>
            <a:r>
              <a:rPr lang="en-US" sz="1200"/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21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leadsanions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