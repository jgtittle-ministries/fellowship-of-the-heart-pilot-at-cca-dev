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22" r:id="rId257"/>
    <p:sldId id="545" r:id="rId20"/>
    <p:sldId id="323" r:id="rId258"/>
    <p:sldId id="502" r:id="rId259"/>
    <p:sldId id="503" r:id="rId260"/>
    <p:sldId id="504" r:id="rId261"/>
    <p:sldId id="505" r:id="rId262"/>
    <p:sldId id="506" r:id="rId263"/>
    <p:sldId id="507" r:id="rId264"/>
    <p:sldId id="546" r:id="rId21"/>
    <p:sldId id="547" r:id="rId22"/>
    <p:sldId id="508" r:id="rId2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0" Type="http://schemas.openxmlformats.org/officeDocument/2006/relationships/slide" Target="slides/slide3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57" Type="http://schemas.openxmlformats.org/officeDocument/2006/relationships/slide" Target="slides/slide2.xml"/><Relationship Id="rId258" Type="http://schemas.openxmlformats.org/officeDocument/2006/relationships/slide" Target="slides/slide4.xml"/><Relationship Id="rId259" Type="http://schemas.openxmlformats.org/officeDocument/2006/relationships/slide" Target="slides/slide5.xml"/><Relationship Id="rId260" Type="http://schemas.openxmlformats.org/officeDocument/2006/relationships/slide" Target="slides/slide6.xml"/><Relationship Id="rId261" Type="http://schemas.openxmlformats.org/officeDocument/2006/relationships/slide" Target="slides/slide7.xml"/><Relationship Id="rId262" Type="http://schemas.openxmlformats.org/officeDocument/2006/relationships/slide" Target="slides/slide8.xml"/><Relationship Id="rId263" Type="http://schemas.openxmlformats.org/officeDocument/2006/relationships/slide" Target="slides/slide9.xml"/><Relationship Id="rId264" Type="http://schemas.openxmlformats.org/officeDocument/2006/relationships/slide" Target="slides/slide10.xml"/><Relationship Id="rId266" Type="http://schemas.openxmlformats.org/officeDocument/2006/relationships/slide" Target="slides/slide13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16 carries the whole map into the sending — all four Connects, integrated.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pre-session · DIVIDER</a:t>
            </a:r>
          </a:p>
          <a:p>
            <a:r>
              <a:t>On screen through dinner and as the circle forms. Greet at the door — the slide holds the room. TONIGHT MAY RUN LONG: the school version is 120 minutes (food 4:00, session 4:15–6:15); the evening shape · standard 7:00–8:30 or a special longer evening · is decided at the lab. Visiting family without the twenty weeks of context get a warm brief at the door and a familiar Companion beside them. Survey return bin visible at the door.</a:t>
            </a:r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7:00–8:30 · LEAD: BOTH LEADERS CIRCLE</a:t>
            </a:r>
          </a:p>
          <a:p>
            <a:r>
              <a:t>BEATS:</a:t>
            </a:r>
          </a:p>
          <a:p>
            <a:r>
              <a:t>1. Name the night: the Family Commissioning — a 120-minute night, extended on purpose; everything serves the hour in the middle.</a:t>
            </a:r>
          </a:p>
          <a:p>
            <a:r>
              <a:t>2. Shape: integration teaching, blessing rehearsal, reading and prayer, the family commissionings (~55 min, the heart), reflection circle, Rhythm Card and Going Deeper bridge, feedback (droppable today), final blessing.</a:t>
            </a:r>
          </a:p>
          <a:p>
            <a:r>
              <a:t>3. Hold the schedule — the time-keeper has real authority; 120 minutes must not become 150; the closing matters more than running long.</a:t>
            </a:r>
          </a:p>
          <a:p>
            <a:r>
              <a:t>GUARD: Every absent-parent situation was pre-planned with the family — stand-in, cohort standing, or community blessing only. Decided in advance, never improvised on the night.</a:t>
            </a:r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7:00–7:08 · LEAD: CONTAINER HOLDER CIRCLE</a:t>
            </a:r>
          </a:p>
          <a:p>
            <a:r>
              <a:t>BEATS:</a:t>
            </a:r>
          </a:p>
          <a:p>
            <a:r>
              <a:t>1. Welcome the new alongside the old — 'find a seat with your family' — and speak the Aaronic blessing over the room first, as every week.</a:t>
            </a:r>
          </a:p>
          <a:p>
            <a:r>
              <a:t>2. Walk the year in one paragraph: the four Connects — Self, Others, God, Mission — a sequence and a way of life, done piece by piece across twenty evenings.</a:t>
            </a:r>
          </a:p>
          <a:p>
            <a:r>
              <a:t>3. Name today's specific act: each parent-and-teen pair stands center; each speaks a specific witnessed blessing over the other; the community seals each family with the Aaronic blessing.</a:t>
            </a:r>
          </a:p>
          <a:p>
            <a:r>
              <a:t>4. To the visitors: you may not have words for what was done here — that is fine; your presence is the gift; today you bear witness.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7:25–7:31 · LEAD: CONTENT PRESENTER CIRCLE</a:t>
            </a:r>
          </a:p>
          <a:p>
            <a:r>
              <a:t>BEATS:</a:t>
            </a:r>
          </a:p>
          <a:p>
            <a:r>
              <a:t>1. Walk the three-sentence form aloud: what I have specifically seen God doing in you; what I bless in you today; what I commit to you moving forward.</a:t>
            </a:r>
          </a:p>
          <a:p>
            <a:r>
              <a:t>2. Two Companions demo a real blessing — brief, specific, honest, never theatrical; the parents calibrate against this demo.</a:t>
            </a:r>
          </a:p>
          <a:p>
            <a:r>
              <a:t>3. Brief Q&amp;A, one or two questions; do not over-explain — the worksheet and the demo already taught it. Trust the room.</a:t>
            </a:r>
          </a:p>
          <a:p>
            <a:r>
              <a:t>CUES: Blessing form = one specific witnessed sentence per line, not a speech — the brevity is the discipline; say it twice before the commissionings begin.</a:t>
            </a:r>
          </a:p>
          <a:p>
            <a:r>
              <a:t>SUB: The demo blessing must be the speakers' own — real words about a real person they know. A covering leader never performs a borrowed blessing; if you are new to this room, demo with a Companion you genuinely know, or let two Lead Companions carry the demo.</a:t>
            </a:r>
          </a:p>
        </p:txBody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7:31–7:37 · LEAD: CONTENT PRESENTER CIRCLE</a:t>
            </a:r>
          </a:p>
          <a:p>
            <a:r>
              <a:t>BEATS:</a:t>
            </a:r>
          </a:p>
          <a:p>
            <a:r>
              <a:t>1. Read Numbers 6:24–26, then Philippians 1:6, from the physical Bible.</a:t>
            </a:r>
          </a:p>
          <a:p>
            <a:r>
              <a:t>2. Two framings, 90 seconds total: the Aaronic blessing is covenantal — the words God specifically authorized, not improvisation; and Getting Started is part of the beginning — the work is His to finish.</a:t>
            </a:r>
          </a:p>
          <a:p>
            <a:r>
              <a:t>3. Pray over the commissioning to come, then move — the families are ready.</a:t>
            </a:r>
          </a:p>
        </p:txBody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7:00–8:30 · LEAD: BOTH LEADERS CIRCLE</a:t>
            </a:r>
          </a:p>
          <a:p>
            <a:r>
              <a:t>BEATS:</a:t>
            </a:r>
          </a:p>
          <a:p>
            <a:r>
              <a:t>1. Per family (~5–7 min): call them center, family standing behind; ONE framing sentence per member; teen blesses parent FIRST; parent blesses teen; the room speaks the Aaronic over them; 30 seconds of breath between families.</a:t>
            </a:r>
          </a:p>
          <a:p>
            <a:r>
              <a:t>2. Running long? Compress the framing — never the blessings.</a:t>
            </a:r>
          </a:p>
          <a:p>
            <a:r>
              <a:t>3. A frozen teen: 'Take your time — or your mom can read it for you.' An overwhelmed parent: wait; most recover; if not, name the worksheet's heart with permission.</a:t>
            </a:r>
          </a:p>
          <a:p>
            <a:r>
              <a:t>CUES: Blessing form = one specific witnessed sentence per line, not a speech.</a:t>
            </a:r>
          </a:p>
          <a:p>
            <a:r>
              <a:t>GUARD: Absent-parent plans were pre-decided — stick to them. Real conflict surfacing: stop, step aside with the family, no interpreting in the room; Section 6, backup within the hour.</a:t>
            </a:r>
          </a:p>
          <a:p>
            <a:r>
              <a:t>SUB: The framing must be witnessed truth — speak the team's prepared line per family (Run Card) as theirs; never invent a witness you did not see.</a:t>
            </a:r>
          </a:p>
        </p:txBody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8:07–8:13 · LEAD: CONTENT PRESENTER CIRCLE</a:t>
            </a:r>
          </a:p>
          <a:p>
            <a:r>
              <a:t>BEATS:</a:t>
            </a:r>
          </a:p>
          <a:p>
            <a:r>
              <a:t>1. Around the circle: one specific takeaway, one specific next commitment — about thirty seconds each, brisk. Small counts: 'I will keep the morning question' is a real commitment.</a:t>
            </a:r>
          </a:p>
          <a:p>
            <a:r>
              <a:t>2. Lead Companions go first to model; then the arranged parent opens for the families (Run Card) — never a cold call on a teen; pass-anytime holds; visitors may pass or share.</a:t>
            </a:r>
          </a:p>
          <a:p>
            <a:r>
              <a:t>3. Receive without commentary — eye contact, slight nod; do not summarize anyone's sentence.</a:t>
            </a:r>
          </a:p>
        </p:txBody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8:13–8:19 · LEAD: CONTENT PRESENTER CIRCLE</a:t>
            </a:r>
          </a:p>
          <a:p>
            <a:r>
              <a:t>BEATS:</a:t>
            </a:r>
          </a:p>
          <a:p>
            <a:r>
              <a:t>1. Three practical things, warm and brief: the Daily/Weekly/Monthly Rhythm Card (H21.3 is a fresh copy — it is their card, in their handwriting); the Going Deeper bridge (H21.4 — dates, details, registration; decide on your own time); the Post-Series Survey — bin at the door today, or email this week.</a:t>
            </a:r>
          </a:p>
          <a:p>
            <a:r>
              <a:t>2. Today is a sending, not a recruiting pitch — some families will continue, some will not, and both are good. Say it plainly and leave it there.</a:t>
            </a:r>
          </a:p>
        </p:txBody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E16 · 8:24–8:28 · LEAD: BOTH LEADERS CIRCLE</a:t>
            </a:r>
          </a:p>
          <a:p>
            <a:r>
              <a:t>BEATS:</a:t>
            </a:r>
          </a:p>
          <a:p>
            <a:r>
              <a:t>1. Feedback round, standard shape — the leader's three answers, then the room, received undefended. On a commissioning night it may well be dropped: the ceremony is often the something-else the energy needs; dropping it twice running goes to the debrief.</a:t>
            </a:r>
          </a:p>
          <a:p>
            <a:r>
              <a:t>2. Final blessing (6:10): the whole community speaks the Aaronic over the whole community — hands up, together, slowly. Pause; let the silence land.</a:t>
            </a:r>
          </a:p>
          <a:p>
            <a:r>
              <a:t>3. 'You are sent. Walk gently.' Then announce Evening 17 — the commissioning of the Companions; it is their night, and everyone is wanted in the room for it.</a:t>
            </a:r>
          </a:p>
          <a:p>
            <a:r>
              <a:t>4. After the sending, do not pack up. Stay — some will not leave for an hour; the work after the closing is sometimes the work.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4.xml"/><Relationship Id="rId3" Type="http://schemas.openxmlformats.org/officeDocument/2006/relationships/image" Target="../media/image6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5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3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10-sen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1919"/>
            <a:ext cx="5394960" cy="3574161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16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Sending and Blessing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Family commissioning, the integration of the four Connects, and the bridge to Going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4: Consolidation &amp;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299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16 carries the whole map into the sending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all four Connects</a:t>
            </a:r>
            <a:r>
              <a:rPr sz="1800" b="0">
                <a:solidFill>
                  <a:srgbClr val="222B22"/>
                </a:solidFill>
                <a:latin typeface="Calibri"/>
              </a:rPr>
              <a:t>, integrated.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16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integration teaching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Brief blessing rehearsal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Reading and prayer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Family commissionings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Final reflection circle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Rhythm Card and Going Deeper bridge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Final blessing and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Welcome and Integration Teaching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Fifteen evenings — the soil of the heart, our stories, confession and restoration, hearing God in scripture, the gardens of our hearts, the quiet doubts, what was prepared for us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Tonight is the integration. The four Connects are not separate disciplines — they are a sequence: Self, Others, God, Mission. Each one creates the conditions for the next.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They are also a way of life — lived in family, witnessed in community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Tonight: each parent-and-teen pair stands in the center; each speaks a specific witnessed blessing over the other; the whole community speaks the Aaronic blessing over each family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If you are new tonight: your job is to bear witness. Your presence is the gift.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Brief Blessing Rehearsal — the Form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Three sentences. Just three. The worksheet you got Friday has the form.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“What I have specifically seen God doing in you across Getting Started is _____.” Something you actually noticed.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“What I bless in you tonight is _____.” Something true about who they are.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“What I commit to you in our relationship moving forward is _____.” Something you will actually do.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brevity is the discipline — we are not making speeches; we are speaking truth in front of witnesses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Two Companions demo a real blessing, then brief questions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Reading and Prayer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Two scriptures before we begin — the blessing itself, and what we are commissioning each other into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Aaronic blessing is not a generic prayer — it is the specific words God gave Aaron and his sons to speak over Israel. When we speak it over each other, we are not improvising.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Philippians 1:6 — Getting Started is not the completion; it is part of the beginning. The next stretch is a longer work that is His to finish, not ours.</a:t>
            </a:r>
          </a:p>
          <a:p>
            <a:pPr marL="685800" indent="-274320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“And I am sure of this, that he who began a good work in you will bring it to completion at the day of Jesus Christ.” — Philippians 1:6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Then prayer over the commissioning to come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Family Commissionings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Each family in turn — parent and teen stand in the center; the rest of the family stands behind them in support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Brief framing — “We have walked with [name] through Getting Started; we have seen _____.”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Teen blesses parent first — the three sentences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Parent blesses teen — the three sentences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“Family of [last name], the community now blesses you.” The whole room speaks the Aaronic blessing aloud together, slowly.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If you freeze — take your time, or ask the other person to read your worksheet for you. If you cry, that is fine. The room can wait.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Final Reflection Circle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Around the circle, each person: one specific takeaway from Getting Started, and one specific next commitment — about thirty seconds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The takeaway can be small — “I learned that I can name a doubt without losing my faith.” “I learned that my dad sees me.”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The commitment can be small too — “I will keep the morning question.” “I will tell my mom one true thing this week.”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You can pass. Visiting family can pass — or share if you want to. The Lead Companions go first; a parent opens for the families.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Rhythm Card and Going Deeper Bridge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Daily / Weekly / Monthly Rhythm Card — daily: the morning question and an evening journal note; weekly: one person who knows what you are working on; monthly: a clearing time. It is your card, in your handwriting.</a:t>
            </a:r>
          </a:p>
          <a:p>
            <a:pPr marL="342900" indent="-34290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Going Deeper bridge — twelve sessions. Decide on your own time. Tonight is not a recruiting pitch.</a:t>
            </a:r>
          </a:p>
          <a:p>
            <a:pPr marL="342900" indent="-34290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Post-Series Survey — the bin at the door tonight, or email it this week. The next group of families benefits from your honesty.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If a daily practice slips — do not start over from scratch; start the next day. Streaks are not the point. Returning is the point.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21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21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309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