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16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pre-session · DIVIDER</a:t>
            </a:r>
          </a:p>
          <a:p>
            <a:r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7:00–8:30 · LEAD: BOTH LEADERS CIRCLE</a:t>
            </a:r>
          </a:p>
          <a:p>
            <a:r>
              <a:t>BEATS:</a:t>
            </a:r>
          </a:p>
          <a:p>
            <a:r>
              <a:t>1. Name the night: the Family Commissioning — a 120-minute night, extended on purpose; everything serves the hour in the middle.</a:t>
            </a:r>
          </a:p>
          <a:p>
            <a:r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t>3. Hold the schedule — the time-keeper has real authority; 120 minutes must not become 150; the closing matters more than running long.</a:t>
            </a:r>
          </a:p>
          <a:p>
            <a:r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7:25–7:31 · LEAD: CONTENT PRESENTER CIRCLE</a:t>
            </a:r>
          </a:p>
          <a:p>
            <a:r>
              <a:t>BEATS:</a:t>
            </a:r>
          </a:p>
          <a:p>
            <a:r>
              <a:t>1. Walk the three-sentence form aloud: what I have specifically seen God doing in you; what I bless in you today; what I commit to you moving forward.</a:t>
            </a:r>
          </a:p>
          <a:p>
            <a:r>
              <a:t>2. Two Companions demo a real blessing — brief, specific, honest, never theatrical; the parents calibrate against this demo.</a:t>
            </a:r>
          </a:p>
          <a:p>
            <a:r>
              <a:t>3. Brief Q&amp;A, one or two questions; do not over-explain — the worksheet and the demo already taught it. Trust the room.</a:t>
            </a:r>
          </a:p>
          <a:p>
            <a:r>
              <a:t>CUES: Blessing form = one specific witnessed sentence per line, not a speech — the brevity is the discipline; say it twice before the commissionings begin.</a:t>
            </a:r>
          </a:p>
          <a:p>
            <a:r>
              <a:t>SUB: The demo blessing must be the speakers' own — real words about a real person they know. A covering leader never performs a borrowed blessing; if you are new to this room, demo with a Companion you genuinely know, or let two Lead Companions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7:31–7:37 · LEAD: CONTENT PRESENTER CIRCLE</a:t>
            </a:r>
          </a:p>
          <a:p>
            <a:r>
              <a:t>BEATS:</a:t>
            </a:r>
          </a:p>
          <a:p>
            <a:r>
              <a:t>1. Read Numbers 6:24–26, then Philippians 1:6, from the physical Bible.</a:t>
            </a:r>
          </a:p>
          <a:p>
            <a:r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7:00–8:30 · LEAD: BOTH LEADERS CIRCLE</a:t>
            </a:r>
          </a:p>
          <a:p>
            <a:r>
              <a:t>BEATS:</a:t>
            </a:r>
          </a:p>
          <a:p>
            <a:r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t>2. Running long? Compress the framing — never the blessings.</a:t>
            </a:r>
          </a:p>
          <a:p>
            <a:r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t>CUES: Blessing form = one specific witnessed sentence per line, not a speech.</a:t>
            </a:r>
          </a:p>
          <a:p>
            <a:r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8:07–8:13 · LEAD: CONTENT PRESENTER CIRCLE</a:t>
            </a:r>
          </a:p>
          <a:p>
            <a:r>
              <a:t>BEATS:</a:t>
            </a:r>
          </a:p>
          <a:p>
            <a:r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t>2. Lead Companions go first to model; then the arranged parent opens for the families (Run Card) — never a cold call on a teen; pass-anytime holds; visitors may pass or share.</a:t>
            </a:r>
          </a:p>
          <a:p>
            <a:r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8:13–8:19 · LEAD: CONTENT PRESENTER CIRCLE</a:t>
            </a:r>
          </a:p>
          <a:p>
            <a:r>
              <a:t>BEATS:</a:t>
            </a:r>
          </a:p>
          <a:p>
            <a:r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8:24–8:28 · LEAD: BOTH LEADERS CIRCLE</a:t>
            </a:r>
          </a:p>
          <a:p>
            <a:r>
              <a:t>BEATS:</a:t>
            </a:r>
          </a:p>
          <a:p>
            <a:r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t>2. Final blessing (6:10): the whole community speaks the Aaronic over the whole community — hands up, together, slowly. Pause; let the silence land.</a:t>
            </a:r>
          </a:p>
          <a:p>
            <a:r>
              <a:t>3. 'You are sent. Walk gently.' Then announce Evening 17 — the commissioning of the Companions; it is their night, and everyone is wanted in the room for it.</a:t>
            </a:r>
          </a:p>
          <a:p>
            <a:r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16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 Companions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