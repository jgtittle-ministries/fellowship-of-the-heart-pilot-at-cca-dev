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27" Type="http://schemas.openxmlformats.org/officeDocument/2006/relationships/slide" Target="slides/slide2.xml"/><Relationship Id="rId128" Type="http://schemas.openxmlformats.org/officeDocument/2006/relationships/slide" Target="slides/slide4.xml"/><Relationship Id="rId129" Type="http://schemas.openxmlformats.org/officeDocument/2006/relationships/slide" Target="slides/slide5.xml"/><Relationship Id="rId130" Type="http://schemas.openxmlformats.org/officeDocument/2006/relationships/slide" Target="slides/slide6.xml"/><Relationship Id="rId131" Type="http://schemas.openxmlformats.org/officeDocument/2006/relationships/slide" Target="slides/slide7.xml"/><Relationship Id="rId132" Type="http://schemas.openxmlformats.org/officeDocument/2006/relationships/slide" Target="slides/slide8.xml"/><Relationship Id="rId133" Type="http://schemas.openxmlformats.org/officeDocument/2006/relationships/slide" Target="slides/slide9.xml"/><Relationship Id="rId134" Type="http://schemas.openxmlformats.org/officeDocument/2006/relationships/slide" Target="slides/slide10.xml"/><Relationship Id="rId135" Type="http://schemas.openxmlformats.org/officeDocument/2006/relationships/slide" Target="slides/slide11.xml"/><Relationship Id="rId137" Type="http://schemas.openxmlformats.org/officeDocument/2006/relationships/slide" Target="slides/slide14.xml"/><Relationship Id="rId13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CONTAINER HOLDER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