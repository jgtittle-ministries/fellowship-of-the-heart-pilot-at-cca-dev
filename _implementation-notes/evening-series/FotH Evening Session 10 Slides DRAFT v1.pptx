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87" r:id="rId127"/>
    <p:sldId id="534" r:id="rId22"/>
    <p:sldId id="288" r:id="rId128"/>
    <p:sldId id="410" r:id="rId129"/>
    <p:sldId id="411" r:id="rId130"/>
    <p:sldId id="412" r:id="rId131"/>
    <p:sldId id="413" r:id="rId132"/>
    <p:sldId id="414" r:id="rId133"/>
    <p:sldId id="415" r:id="rId134"/>
    <p:sldId id="416" r:id="rId135"/>
    <p:sldId id="535" r:id="rId23"/>
    <p:sldId id="536" r:id="rId24"/>
    <p:sldId id="417" r:id="rId137"/>
    <p:sldId id="418" r:id="rId1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3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127" Type="http://schemas.openxmlformats.org/officeDocument/2006/relationships/slide" Target="slides/slide2.xml"/><Relationship Id="rId128" Type="http://schemas.openxmlformats.org/officeDocument/2006/relationships/slide" Target="slides/slide4.xml"/><Relationship Id="rId129" Type="http://schemas.openxmlformats.org/officeDocument/2006/relationships/slide" Target="slides/slide5.xml"/><Relationship Id="rId130" Type="http://schemas.openxmlformats.org/officeDocument/2006/relationships/slide" Target="slides/slide6.xml"/><Relationship Id="rId131" Type="http://schemas.openxmlformats.org/officeDocument/2006/relationships/slide" Target="slides/slide7.xml"/><Relationship Id="rId132" Type="http://schemas.openxmlformats.org/officeDocument/2006/relationships/slide" Target="slides/slide8.xml"/><Relationship Id="rId133" Type="http://schemas.openxmlformats.org/officeDocument/2006/relationships/slide" Target="slides/slide9.xml"/><Relationship Id="rId134" Type="http://schemas.openxmlformats.org/officeDocument/2006/relationships/slide" Target="slides/slide10.xml"/><Relationship Id="rId135" Type="http://schemas.openxmlformats.org/officeDocument/2006/relationships/slide" Target="slides/slide11.xml"/><Relationship Id="rId137" Type="http://schemas.openxmlformats.org/officeDocument/2006/relationships/slide" Target="slides/slide14.xml"/><Relationship Id="rId138" Type="http://schemas.openxmlformats.org/officeDocument/2006/relationships/slide" Target="slides/slide15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10 stands in the third box — Connect with God — walked again, teen-led.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7:00–7:08 · LEAD: CONTAINER HOLDER</a:t>
            </a:r>
          </a:p>
          <a:p>
            <a:r>
              <a:rPr lang="en-US" sz="1200"/>
              <a:t>BEATS: 1. Second garden run: nothing new is taught — today completes what Week 9 began, and a senior reads the walk-through for the whole room. 2. The bright line on display: the teen leads the scripted walk-through; the adults hold the sharing and anything that surfaces. 3. The first visit finds the garden; the second visit begins the tending.</a:t>
            </a:r>
          </a:p>
          <a:p>
            <a:r>
              <a:rPr lang="en-US" sz="1200"/>
              <a:t>CUES: Pre-session check-ins with anyone whose Week 9 garden was dark or empty — going back in is optional; sitting and praying instead is fully honored, no explanation owed.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 · 7:00–7:08 · LEAD: CONTAINER HOLDER</a:t>
            </a:r>
          </a:p>
          <a:p>
            <a:r>
              <a:t>BEATS: 1. Open even quieter than Week 9 — lights low if the room allows. Aaronic blessing. 2. Frame the second run: not a rerun — deeper. 3. Name the senior once, warmly, and move on: 'the words are the same words; they will read from the card, slowly, the same way I did.' No build-up — a spotlight distorts what the slot is meant to form. 4. Container unchanged: pair talk stays in the pair; nothing required — not even the exercise.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7:08–7:25 · LEAD: CONTAINER HOLDER</a:t>
            </a:r>
          </a:p>
          <a:p>
            <a:r>
              <a:rPr lang="en-US" sz="1200"/>
              <a:t>BEATS: 1. One sentence on how the going was this week — not what happened in the garden. 'I meant to and didn't' counts. 2. Receive each identically. 3. Land the line if comparison language surfaced: there is no junior varsity garden — Jesus meets each person in the garden they actually have, and the backyard He walks into is holy ground.</a:t>
            </a:r>
          </a:p>
          <a:p>
            <a:r>
              <a:rPr lang="en-US" sz="1200"/>
              <a:t>CUES: Arranged parent offers the first sentence (check the Run Card) — never cold-call a teen; pass-anytime holds.</a:t>
            </a: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7:25–7:34 · LEAD: CONTENT PRESENTER</a:t>
            </a:r>
          </a:p>
          <a:p>
            <a:r>
              <a:rPr lang="en-US" sz="1200"/>
              <a:t>BEATS: 1. Re-read Psalm 23 and John 15:1–11, slowly — same anchors on purpose; the room hears them differently now. 2. Keep the framing SHORT — the theology was laid last week. 3. The second-visit frame: the garden is a living place; going back changes things. 4. The open door, said clearly: anyone whose garden was hard may sit with eyes open and simply pray while the others walk — a faithful way to spend the half hour; nobody will ask why. 5. Today the guide talks less and the silences run longer — on purpose. You know the way now.</a:t>
            </a: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7:34–7:36 · LEAD: CONTENT PRESENTER · TRANSITION</a:t>
            </a:r>
          </a:p>
          <a:p>
            <a:r>
              <a:rPr lang="en-US" sz="1200"/>
              <a:t>BEATS: 1. Same shape as last week: walk-through 12–15 min, all together in this room, longer quiet than last time; then journaling; then pairs for sharing by invitation — silence is a complete answer. 2. Pray: 'Tend what You want to tend.' 3. No move yet — the room stays as one circle for the walk-through; the pairs come after the journaling.</a:t>
            </a: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7:36–8:13 · LEAD: CONTENT PRESENTER</a:t>
            </a:r>
          </a:p>
          <a:p>
            <a:r>
              <a:rPr lang="en-US" sz="1200"/>
              <a:t>BEATS: 1. Settle 2 min, then the senior reads the walk-through from H10.1 — two words per second; (pause) = 30 full seconds, (longer pause) = 60, longer than Week 9 on purpose. Reading from the card IS the design. 2. Mid-read distress: the senior keeps reading, same pace, same volume; the pre-named adult moves to the person. Neither covers for the other. 3. The visible handoff when it ends: senior — '[Name], the room is yours.' Adult — 'Thank you. That was well led.' From there the adults carry everything. 4. Journaling 5 min, then pairs: arranged parent opens; receive without interpreting.</a:t>
            </a:r>
          </a:p>
          <a:p>
            <a:r>
              <a:rPr lang="en-US" sz="1200"/>
              <a:t>GUARD: Settle Protocol if overwhelm exceeds the two-role hold — stop for them, not the circle; no return to the exercise today. The senior never takes a disclosure, even a fragment — hand it to the adult immediately.</a:t>
            </a: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8:13–8:20 · LEAD: CONTAINER HOLDER</a:t>
            </a:r>
          </a:p>
          <a:p>
            <a:r>
              <a:rPr lang="en-US" sz="1200"/>
              <a:t>BEATS: 1. Quieter than last week — honor it; wait. 2. One word each, optional: 'deeper', 'same', 'tender', 'harder', 'found'. Receive with eye contact and a slight nod; say nothing else. 3. Close: a garden visited twice is a garden being tended — whatever He is doing in yours, He will keep doing this week.</a:t>
            </a:r>
          </a:p>
          <a:p>
            <a:r>
              <a:rPr lang="en-US" sz="1200"/>
              <a:t>CUES: Arranged parent offers the first word; pass-anytime holds.</a:t>
            </a: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8:20–8:24 · LEAD: CONTENT PRESENTER</a:t>
            </a:r>
          </a:p>
          <a:p>
            <a:r>
              <a:rPr lang="en-US" sz="1200"/>
              <a:t>BEATS: 1. Co-Companion (Parent) leads. Two garden returns this week, 5–10 min each — the load drops from three on purpose; a rhythm that survives beats a sprint that impresses. 2. Journal each visit, even two sentences — the garden speaks slowly; the journal is how you hear it across weeks. 3. Same gentle word: if a return surfaces something heavy, stop, and tell a trusted adult. Fresh Garden Journal pages at the door.</a:t>
            </a: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8:24–8:28 · LEAD: BOTH LEADERS</a:t>
            </a:r>
          </a:p>
          <a:p>
            <a:r>
              <a:rPr lang="en-US" sz="1200"/>
              <a:t>BEATS: 1. Merged round — a teen led the deepest practice: the senior answers first, the adult second, the room by consent, covering both. 2. For a first-time guide, pace and the held silences are the honest headline; ONE thing to try differently — one, not a list. 3. If the debrief ran heavy — something still visibly in the room — DROP the round entirely; it moves to the team debrief, and the senior is told why in these words: protecting the room came first today. That sentence is the lesson, not a consolation. The blessing still closes either way.</a:t>
            </a: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S10 · 8:28–8:30 · LEAD: CONTAINER HOLDER</a:t>
            </a:r>
          </a:p>
          <a:p>
            <a:r>
              <a:rPr lang="en-US" sz="1200"/>
              <a:t>BEATS: 1. What happened in your pair is yours; carry it gently — no car-ride debrief unless the heart is fully ready. 2. If something heavy surfaced, reach out — the team is walking with you. 3. Aaronic blessing, hands up.</a:t>
            </a:r>
          </a:p>
          <a:p>
            <a:r>
              <a:rPr lang="en-US" sz="1200"/>
              <a:t>CUES: Stay accessible fifteen minutes after; two-adult rule for any teen. Afterward, a brief specific word of thanks to the senior, separate from the feedback round — leading deep water for the first time costs something; name that it was seen.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3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gard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08493"/>
            <a:ext cx="5394960" cy="4041012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10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Garden of Your Heart II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second guided run — the room returns to the garden deeper for a week of practice; a Companion-in-Formation leads the walk-through, and the adults hold the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2: Connect with God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10 stands in the third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God</a:t>
            </a:r>
            <a:r>
              <a:rPr sz="1800" b="0">
                <a:solidFill>
                  <a:srgbClr val="222B22"/>
                </a:solidFill>
                <a:latin typeface="Calibri"/>
              </a:rPr>
              <a:t> — walked again, teen-led.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10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Garden week check-in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Scripture and brief re-framing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Bridge to the exercise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The Garden exercise — whole room, then pairs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one-word landing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Leader Feedback Round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Garden Week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“One sentence about a garden visit this week? Not what happened in it — just how the going was.”</a:t>
            </a:r>
          </a:p>
          <a:p>
            <a:pPr marL="685800" indent="-274320">
              <a:spcAft>
                <a:spcPts val="7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“I went twice and it was quieter than Wednesday.” “I meant to and didn’t.” “I went once and it was hard.”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A parent offers the first sentence — never a cold call on a teen; each one received identically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“There is no junior varsity garden. Jesus meets each person in the garden they actually have.”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Scripture and Brief Re-Framing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Same two anchors as last week — Psalm 23 and John 15:1–11 — “Listen as if for the first time anyway.”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 vinedresser does not visit a vine once — abiding is a rhythm, not an event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Going back changes things — the garden is not a photograph; it is a living place, because your heart is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A hard garden last week? Going back in tonight is optional — sit and pray instead, fully honored, no explanation owed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“The words get you to the gate; the silence is where He meets you.”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PSALM 23:1–3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is my shepherd; I shall not want. He makes me lie down in green pastures. He leads me beside still waters. He restores my soul.”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Exercise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Same shape as last week — guided walk-through, about twelve to fifteen minutes, all of us together in this room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Read slowly, with longer quiet than last time — then five minutes with your journal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pairs for sharing by invitation only — “Silence is a complete answer.”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“Father, You are the vinedresser. We are going back into the gardens You already know. Walk where You want to walk. Tend what You want to tend.”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Garden Exercise — Whole Room, then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Settle (2 min) — then, simply: “[Name] will read for us tonight.”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Guided walk-through, senior-led (12–15 min) — same protocol as Week 9, longer pauses; the card carries the room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visible handoff — “[Name], the room is yours.” / “Thank you, [name]. That was well led.”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Silent journaling (5 min) — what was the same as last week, what was different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Sharing in pairs (10–12 min) — by invitation only; a parent opens; silence is a complete answer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bright line — the teen leads the walk-through; the adults hold the sharing and anything that surfaces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a stone-lined path into a tended gard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62" y="1463040"/>
            <a:ext cx="3669030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One-Word Landing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“What happened in your pair stays in your pair.”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word each, when you’re ready — not what was said, but what you noticed; you can pass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“Deeper.” “Same.” “Tender.” “Quiet.” “Harder.” “Found.”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offers the first word — each one received without commentary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“A garden visited twice is a garden being tended. Whatever He is doing in yours, He will keep doing it this week.”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Keep the garden rhythm — two returns this week, five to ten minutes each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“You know the way now — you don’t need the script.” Go back, walk a little, notice where He is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Journal each visit — even two sentences — “the garden speaks slowly, and the journal is how you hear it across weeks”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a return surfaces something heavy — stop, open your eyes, come back another day; tell a trusted adult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Three visits drops to two on purpose — a rhythm that survives, not a sprint that impresses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0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0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253" y="1463040"/>
            <a:ext cx="8463188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158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