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534" r:id="rId22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5" r:id="rId23"/>
    <p:sldId id="536" r:id="rId24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27" Type="http://schemas.openxmlformats.org/officeDocument/2006/relationships/slide" Target="slides/slide2.xml"/><Relationship Id="rId128" Type="http://schemas.openxmlformats.org/officeDocument/2006/relationships/slide" Target="slides/slide4.xml"/><Relationship Id="rId129" Type="http://schemas.openxmlformats.org/officeDocument/2006/relationships/slide" Target="slides/slide5.xml"/><Relationship Id="rId130" Type="http://schemas.openxmlformats.org/officeDocument/2006/relationships/slide" Target="slides/slide6.xml"/><Relationship Id="rId131" Type="http://schemas.openxmlformats.org/officeDocument/2006/relationships/slide" Target="slides/slide7.xml"/><Relationship Id="rId132" Type="http://schemas.openxmlformats.org/officeDocument/2006/relationships/slide" Target="slides/slide8.xml"/><Relationship Id="rId133" Type="http://schemas.openxmlformats.org/officeDocument/2006/relationships/slide" Target="slides/slide9.xml"/><Relationship Id="rId134" Type="http://schemas.openxmlformats.org/officeDocument/2006/relationships/slide" Target="slides/slide10.xml"/><Relationship Id="rId135" Type="http://schemas.openxmlformats.org/officeDocument/2006/relationships/slide" Target="slides/slide11.xml"/><Relationship Id="rId137" Type="http://schemas.openxmlformats.org/officeDocument/2006/relationships/slide" Target="slides/slide14.xml"/><Relationship Id="rId13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10 stands in the third box — Connect with God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7:00–7:08 · LEAD: CONTAINER HOLDER</a:t>
            </a:r>
          </a:p>
          <a:p>
            <a:r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CONTENT PRESENTER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8:28–8:30 · LEAD: CONTAINER HOLDER</a:t>
            </a:r>
          </a:p>
          <a:p>
            <a:r>
              <a:rPr lang="en-US" sz="1200"/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rPr lang="en-US" sz="1200"/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10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0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0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253" y="1463040"/>
            <a:ext cx="8463188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