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CONTENT PRESENTER CIRCLE</a:t>
            </a:r>
          </a:p>
          <a:p>
            <a:r>
              <a:rPr lang="en-US" sz="1200"/>
              <a:t>BEATS: 1. Ask no one to repeat their downhill answer — what was named in the pair stays there. 2. One sentence per leadsanion: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leadsanion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