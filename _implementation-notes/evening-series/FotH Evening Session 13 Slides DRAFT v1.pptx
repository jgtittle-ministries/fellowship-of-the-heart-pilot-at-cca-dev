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13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7:00–7:08 · LEAD: CONTAINER HOLDER CIRCLE</a:t>
            </a:r>
          </a:p>
          <a:p>
            <a:r>
              <a:rPr lang="en-US" sz="1200"/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rPr lang="en-US" sz="1200"/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7:08–7:25 · LEAD: CONTAINER HOLDER CIRCLE</a:t>
            </a:r>
          </a:p>
          <a:p>
            <a:r>
              <a:rPr lang="en-US" sz="1200"/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rPr lang="en-US" sz="1200"/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 CIRCLE</a:t>
            </a:r>
          </a:p>
          <a:p>
            <a:r>
              <a:rPr lang="en-US" sz="1200"/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rPr lang="en-US" sz="1200"/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7:25–7:35 · LEAD: CONTENT PRESENTER</a:t>
            </a:r>
          </a:p>
          <a:p>
            <a:r>
              <a:rPr lang="en-US" sz="1200"/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uphill/downhill lands, show the chart: the straight line to God's goal is unsailable — headwinds, direct opposition.</a:t>
            </a:r>
          </a:p>
          <a:p>
            <a:r>
              <a:rPr lang="en-US" sz="1200"/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rPr lang="en-US" sz="1200"/>
              <a:t>3. The turns are heard, not seen. Stop listening mid-leg and you don't crash — you drift past the turn, competent and off-course.</a:t>
            </a:r>
          </a:p>
          <a:p>
            <a:r>
              <a:rPr lang="en-US" sz="1200"/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rPr lang="en-US" sz="1200"/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S13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7:36–8:18 · LEAD: CONTENT PRESENTER · FAMILY PAIRS</a:t>
            </a:r>
          </a:p>
          <a:p>
            <a:r>
              <a:rPr lang="en-US" sz="1200"/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rPr lang="en-US" sz="1200"/>
              <a:t>CUES: The arranged parent goes first in each round (Run Card); never cold-call a teen; pass anytime.</a:t>
            </a:r>
          </a:p>
          <a:p>
            <a:r>
              <a:rPr lang="en-US" sz="1200"/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8:18–8:20 · LEAD: CONTENT PRESENTER CIRCLE</a:t>
            </a:r>
          </a:p>
          <a:p>
            <a:r>
              <a:rPr lang="en-US" sz="1200"/>
              <a:t>BEATS: 1. Ask no one to repeat their downhill answer — what was named in the pair stays there. 2. One sentence per leadsanion: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rPr lang="en-US" sz="1200"/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8:20–8:24 · LEAD: CONTENT PRESENTER CIRCLE (Parent Co-Companion leads if present)</a:t>
            </a:r>
          </a:p>
          <a:p>
            <a:r>
              <a:rPr lang="en-US" sz="1200"/>
              <a:t>BEATS: 1. The practice: ONE small action this week aligned with your downhill answer — specific, small, not a campaign; journal what happens (H13.3). 2. The road ahead: Week 15 is the Rhythm night and finishes today's mission work; Week 21 is the family commissioning — bring the whole family, 6:30 start, light food at 6:00, details by email; Week 22 commissions the Companions-in-Formation — come to witness.</a:t>
            </a:r>
          </a:p>
          <a:p>
            <a:r>
              <a:rPr lang="en-US" sz="1200"/>
              <a:t>GUARD: Be explicit and warm about Week 21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8:24–8:28 · LEAD: BOTH LEADERS CIRCLE</a:t>
            </a:r>
          </a:p>
          <a:p>
            <a:r>
              <a:rPr lang="en-US" sz="1200"/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rPr lang="en-US" sz="1200"/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S13 · 8:28–8:30 · LEAD: CONTAINER HOLDER CIRCLE</a:t>
            </a:r>
          </a:p>
          <a:p>
            <a:r>
              <a:rPr lang="en-US" sz="1200"/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13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11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11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leadsanion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21 — the family commissioning: bring your whole family, even members who have not been here. We run to 6:15 that night — light food from 4:00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 22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