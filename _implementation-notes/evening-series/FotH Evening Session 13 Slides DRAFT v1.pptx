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4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97" r:id="rId165"/>
    <p:sldId id="549" r:id="rId23"/>
    <p:sldId id="298" r:id="rId166"/>
    <p:sldId id="437" r:id="rId167"/>
    <p:sldId id="438" r:id="rId168"/>
    <p:sldId id="439" r:id="rId169"/>
    <p:sldId id="548" r:id="rId170"/>
    <p:sldId id="440" r:id="rId171"/>
    <p:sldId id="441" r:id="rId172"/>
    <p:sldId id="442" r:id="rId173"/>
    <p:sldId id="443" r:id="rId174"/>
    <p:sldId id="550" r:id="rId24"/>
    <p:sldId id="551" r:id="rId25"/>
    <p:sldId id="444" r:id="rId176"/>
    <p:sldId id="445" r:id="rId17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165" Type="http://schemas.openxmlformats.org/officeDocument/2006/relationships/slide" Target="slides/slide2.xml"/><Relationship Id="rId166" Type="http://schemas.openxmlformats.org/officeDocument/2006/relationships/slide" Target="slides/slide4.xml"/><Relationship Id="rId167" Type="http://schemas.openxmlformats.org/officeDocument/2006/relationships/slide" Target="slides/slide5.xml"/><Relationship Id="rId168" Type="http://schemas.openxmlformats.org/officeDocument/2006/relationships/slide" Target="slides/slide6.xml"/><Relationship Id="rId169" Type="http://schemas.openxmlformats.org/officeDocument/2006/relationships/slide" Target="slides/slide7.xml"/><Relationship Id="rId170" Type="http://schemas.openxmlformats.org/officeDocument/2006/relationships/slide" Target="slides/slide8.xml"/><Relationship Id="rId171" Type="http://schemas.openxmlformats.org/officeDocument/2006/relationships/slide" Target="slides/slide9.xml"/><Relationship Id="rId172" Type="http://schemas.openxmlformats.org/officeDocument/2006/relationships/slide" Target="slides/slide10.xml"/><Relationship Id="rId173" Type="http://schemas.openxmlformats.org/officeDocument/2006/relationships/slide" Target="slides/slide11.xml"/><Relationship Id="rId174" Type="http://schemas.openxmlformats.org/officeDocument/2006/relationships/slide" Target="slides/slide12.xml"/><Relationship Id="rId176" Type="http://schemas.openxmlformats.org/officeDocument/2006/relationships/slide" Target="slides/slide15.xml"/><Relationship Id="rId177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E10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Evening 10 stands in the fourth box — Connect with Mission: the works He prepared (Eph. 2:10).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E10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E10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E10 · pre-session · DIVIDER</a:t>
            </a:r>
          </a:p>
          <a:p>
            <a:r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E10 · 7:00–7:08 · LEAD: CONTAINER HOLDER CIRCLE</a:t>
            </a:r>
          </a:p>
          <a:p>
            <a:r>
              <a:t>BEATS: 1. Aaronic blessing first. 2. Container reminder: what is said here stays here; nothing is required. 3. Frame the turn: eleven weeks looked inward and upward — today we turn outward to Mission: what was prepared for us to do, and to be. 4. Walk today's road briefly: teaching, two pair exercises, merge, practice, blessing.</a:t>
            </a:r>
          </a:p>
          <a:p>
            <a:r>
              <a:t>GUARD: Mission is bigger than career — say it early; today is not a what-will-you-do-for-a-living night.</a:t>
            </a:r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E10 · 7:00–7:08 · LEAD: CONTAINER HOLDER CIRCLE</a:t>
            </a:r>
          </a:p>
          <a:p>
            <a:r>
              <a:t>BEATS: 1. Run the familiar open, unhurried: blessing; the four conditions — Safe, Present, Clear, Intentional; phones away. 2. Keep the container reminder brief today: what is said here stays here; nothing is required. 3. Settle the room before moving on — settled beats punctual.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E10 · 7:08–7:25 · LEAD: CONTAINER HOLDER CIRCLE</a:t>
            </a:r>
          </a:p>
          <a:p>
            <a:r>
              <a:t>BEATS: 1. Name the thread: Any Doubts? and the Personal Doubts Inventory carried since the break. 2. Invite one sentence on how it landed — 'I didn't get to it' counts. 3. Take two or three voluntary contributions; receive without commentary.</a:t>
            </a:r>
          </a:p>
          <a:p>
            <a:r>
              <a:t>CUES: The arranged parent (Run Card) offers the first sentence — never a cold call on a teen; pass anytime.</a:t>
            </a:r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E10 · 7:25–7:35 · LEAD: CONTENT PRESENTER CIRCLE</a:t>
            </a:r>
          </a:p>
          <a:p>
            <a:r>
              <a:t>BEATS: 1. Read Ephesians 2:10 slowly — the works were prepared; our job is to walk in them. 2. Whiteboard both columns: UPHILL = what I do (goal, plan, effort); DOWNHILL = what I am — what the room gets when I am most myself and most aligned with the Spirit. 3. The test: when I am not performing, what do the people around me get to be? 4. End with your OWN downhill answer — 90 seconds, specific, unpolished; the teens calibrate against your honesty. Give the version a spouse would recognize, not the resume.</a:t>
            </a:r>
          </a:p>
          <a:p>
            <a:r>
              <a:t>GUARD: Mission is not career — reframe career drift on the spot.</a:t>
            </a:r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E10 · 7:25–7:35 · LEAD: CONTENT PRESENTER</a:t>
            </a:r>
          </a:p>
          <a:p>
            <a:r>
              <a:t>SUB: the founder's own diagram — his life drawn as a sailing chart. A substitute may teach it simply from the slide, or let it stand while running the plan's Block 3 script.</a:t>
            </a:r>
          </a:p>
          <a:p>
            <a:r>
              <a:t>BEATS:</a:t>
            </a:r>
          </a:p>
          <a:p>
            <a:r>
              <a:t>1. After uphill/downhill lands, show the chart: the straight line to God's goal is unsailable — headwinds, direct opposition.</a:t>
            </a:r>
          </a:p>
          <a:p>
            <a:r>
              <a:t>2. A sailor gains against a headwind by tacking, leg by leg at forty-five degrees. Each leg IS God's direction — and each is a transformative learning path (Ephesians 2:10: works prepared beforehand, walked into leg by leg).</a:t>
            </a:r>
          </a:p>
          <a:p>
            <a:r>
              <a:t>3. The turns are heard, not seen. Stop listening mid-leg and you don't crash — you drift past the turn, competent and off-course.</a:t>
            </a:r>
          </a:p>
          <a:p>
            <a:r>
              <a:t>4. The threads: what leg A taught, leg C needed. Nobody sees that forward; everybody sees it looking back. Invite one backward look — name a past leg that trained you for a later one.</a:t>
            </a:r>
          </a:p>
          <a:p>
            <a:r>
              <a:t>GUARD: testimony architecture, not a demand for a tidy life-map — some in the room are mid-leg and cannot see any pattern yet; say so.</a:t>
            </a:r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E10 · 7:35–7:36 · LEAD: CONTENT PRESENTER CIRCLE</a:t>
            </a:r>
          </a:p>
          <a:p>
            <a:r>
              <a:t>BEATS: 1. Frame the two exercises: Gifts and Passions (~20 min, H13.1), then Downhill Mission (~20 min, H13.2) — each person ends by naming one downhill sentence to the pair. 2. Pray the sending prayer. 3. Name each pair's families and its Companion; send them for forty minutes.</a:t>
            </a:r>
          </a:p>
          <a:p>
            <a:r>
              <a:t>CUES: A parent opens each sharing round — arranged this week (Run Card), never a cold call on a teen; teens choose their own depth; pass holds. About ten or fewer today? Skip the split — one circle.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E10 · 7:36–8:18 · LEAD: CONTENT PRESENTER · FAMILY PAIRS</a:t>
            </a:r>
          </a:p>
          <a:p>
            <a:r>
              <a:t>BEATS: 1. Phase 1 — Gifts (~20): ten quiet minutes on H13.1, then 60-second shares; the pair affirms briefly and specifically. 2. Phase 2 — Downhill (~20): five minutes on H13.2, then 90-second rounds: the person names their answer, the pair adds what it has actually seen; family speaking to family lands deepest. 3. If time compresses, compress the gifts, never the downhill.</a:t>
            </a:r>
          </a:p>
          <a:p>
            <a:r>
              <a:t>CUES: The arranged parent goes first in each round (Run Card); never cold-call a teen; pass anytime.</a:t>
            </a:r>
          </a:p>
          <a:p>
            <a:r>
              <a:t>GUARD: Push generic to specific — what does the person you're helping get to be? Witness means concrete moments, not flattery. If grief surfaces ('I haven't been doing this for years'), receive without rushing — it is part of the recognition.</a:t>
            </a:r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E10 · 8:18–8:20 · LEAD: CONTAINER HOLDER CIRCLE</a:t>
            </a:r>
          </a:p>
          <a:p>
            <a:r>
              <a:t>BEATS: 1. Ask no one to repeat their downhill answer — what was named in the pair stays there. 2. One sentence per Lead Companion: a general observation, no names. 3. One brief observation from you across the room. 4. Land it: today's answer is a working draft — closer to true than the resume version, and it will deepen.</a:t>
            </a:r>
          </a:p>
          <a:p>
            <a:r>
              <a:t>GUARD: Five minutes only — this block gave its other five to the feedback round; a sentence each.</a:t>
            </a:r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E10 · 8:20–8:24 · LEAD: CONTENT PRESENTER CIRCLE (Parent Co-Companion leads if present)</a:t>
            </a:r>
          </a:p>
          <a:p>
            <a:r>
              <a:t>BEATS: 1. The practice: ONE small action this week aligned with your downhill answer — specific, small, not a campaign; journal what happens (H13.3). 2. The road ahead: Evening 11 is the Rhythm night and finishes today's mission work; Evening 16 is the family commissioning — bring the whole family, 6:30 start, light food at 6:00, details by email; Evening 17 commissions the Companions-in-Formation — come to witness.</a:t>
            </a:r>
          </a:p>
          <a:p>
            <a:r>
              <a:t>GUARD: Be explicit and warm about Evening 16 — people leave today deciding who to bring. Adjust specifics to the actual closing-weeks plan.</a:t>
            </a:r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E10 · 8:24–8:28 · LEAD: BOTH LEADERS CIRCLE</a:t>
            </a:r>
          </a:p>
          <a:p>
            <a:r>
              <a:t>BEATS: 1. The leader's three, same as every week: what went well; what I'd do differently; what I'd tell someone teaching today's process. 2. Then the room, same two questions — two or three voices each is plenty. 3. Receive without defending — 'thank you' is the whole response.</a:t>
            </a:r>
          </a:p>
          <a:p>
            <a:r>
              <a:t>CUES: If a teen led today, they answer first, the adult second; the room's feedback covers both. The round may be dropped if the room needs something else — dropping it twice running goes to the team debrief.</a:t>
            </a:r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E10 · 8:28–8:30 · LEAD: CONTAINER HOLDER CIRCLE</a:t>
            </a:r>
          </a:p>
          <a:p>
            <a:r>
              <a:t>BEATS: 1. What was named in your pair is yours — carry it gently; the downhill answer keeps deepening across the week. 2. Open the door for the heavy: shadow-mission recognition or mid-life vocational grief — reach out; the team is walking with you, especially before when we gather. 3. Aaronic blessing, hands up if you want; send them warmly.</a:t>
            </a:r>
          </a:p>
          <a:p>
            <a:r>
              <a:t>BLESSINGS: eyes on the person, not the screen — nothing to read; say what is on your heart for them, specific and short.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Relationship Id="rId3" Type="http://schemas.openxmlformats.org/officeDocument/2006/relationships/image" Target="../media/image4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47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9-miss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937" y="822960"/>
            <a:ext cx="3475805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EVENING 10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What Was Prepared for You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Connecting with Mission — uphill, downhill, and the works prepared beforehand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Evening 10 stands in the fourth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Mission</a:t>
            </a:r>
            <a:r>
              <a:rPr sz="1800" b="0">
                <a:solidFill>
                  <a:srgbClr val="222B22"/>
                </a:solidFill>
                <a:latin typeface="Calibri"/>
              </a:rPr>
              <a:t>: the works He prepared (Eph. 2:10).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Evening 10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Evening 8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Ephesians 2:10 and the uphill/downhill distinction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Gifts and Downhill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surface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Between-session practice and closing-weeks logistics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Evening 8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Before the break: Any Doubts? — and last time, The Return read what the break did with our practices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practice carried across: the Personal Doubts Inventory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“Anyone want to say one sentence about how that landed — the inventory, or anything that surfaced, or that you didn’t get to it?”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sentence each, voluntary — received without commentary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Uphill and Downhill — Ephesians 2:10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works were prepared — beforehand, not by us, not for us to invent. Our job is to walk in them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UPHILL mission — what I do: a goal, a plan, measurable steps. Good and real — and the smaller half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DOWNHILL mission — what I am: the effect I have on the people around me when I am most aligned with the Spirit and most genuinely myself. It flows; you don’t have to push it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test: “When I am at my most genuinely myself — not performing, not managing, just present and open — what do the people around me get to be?”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Eleven weeks of uphill clearing behind us — tonight we ask the downhill question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EPHESIANS 2:10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“For we are his workmanship, created in Christ Jesus for good works, which God prepared beforehand, that we should walk in them.”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Traveling the Mission — Tacking Against the Headwind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7A95D7D-1063-6D30-607C-E5502D8C3B9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44700" y="889000"/>
            <a:ext cx="8089900" cy="5397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 — Two Exercises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Gifts and Passions — about twenty minutes: ten alone, ten sharing. Where are you alive? What comes naturally? Where do others tell you you have something to offer?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Share frame: “The three things I noticed are ______. The one I’m most surprised by is ______.”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Downhill Mission — about twenty minutes: five alone, then name your answer to the pair. “When I am at my best, what the room gets is ___.”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The pair adds: “What I’ve seen in you is ______.” — specific, brief, something actually seen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In each round a parent goes first — teens choose their own depth, and passing holds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pair may add what they have noticed — a parent may speak to a teen’s gifts, and a teen to a parent’s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Gifts and Downhill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Phase 1 — Gifts and Passions: quiet writing (10 min), then 60 seconds each: “The three things I noticed are ___. The one I’m most surprised by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After each share the pair affirms what it has seen — specific and brief: “Yes — we see that in you. Specifically: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Phase 2 — Downhill Mission: five quiet minutes, then around the circle, 90 seconds each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“What I noticed is that when I’m at my best, what the room gets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or two voices add what they have actually seen across Getting Started — especially each other’s family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naming is the gift — no over-processing. Pass-anytime holds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Surface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was named in your pair stays in your pair — nobody repeats their downhill answer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from each Lead Companion — one general thing they noticed, not a specific person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one observation across the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downhill mission you named is not a final answer. It is the working draft you are walking in this season.” It will deepen. It will sharpen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Practice This Week — and the Road Ahead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small action this week, aligned with your downhill answer. One. Not a campaign. Specific — then journal what happens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If your downhill is “the room gets calmer” — sit with a friend in distress this week instead of trying to fix them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Ahead: the Rhythm week — we build the practices you will carry when the evenings stop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Evening 16 — the family commissioning: bring your whole family, even members who have not been here. We run to 8:30 that night — light food from 6:00 as the room builds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Evening 17 — the commissioning of our Companions-in-Formation. Their night; come to witness it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3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3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924" y="1463040"/>
            <a:ext cx="8049846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