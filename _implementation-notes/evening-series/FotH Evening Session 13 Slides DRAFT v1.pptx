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165" Type="http://schemas.openxmlformats.org/officeDocument/2006/relationships/slide" Target="slides/slide2.xml"/><Relationship Id="rId166" Type="http://schemas.openxmlformats.org/officeDocument/2006/relationships/slide" Target="slides/slide3.xml"/><Relationship Id="rId167" Type="http://schemas.openxmlformats.org/officeDocument/2006/relationships/slide" Target="slides/slide4.xml"/><Relationship Id="rId168" Type="http://schemas.openxmlformats.org/officeDocument/2006/relationships/slide" Target="slides/slide5.xml"/><Relationship Id="rId169" Type="http://schemas.openxmlformats.org/officeDocument/2006/relationships/slide" Target="slides/slide6.xml"/><Relationship Id="rId170" Type="http://schemas.openxmlformats.org/officeDocument/2006/relationships/slide" Target="slides/slide7.xml"/><Relationship Id="rId171" Type="http://schemas.openxmlformats.org/officeDocument/2006/relationships/slide" Target="slides/slide8.xml"/><Relationship Id="rId172" Type="http://schemas.openxmlformats.org/officeDocument/2006/relationships/slide" Target="slides/slide9.xml"/><Relationship Id="rId173" Type="http://schemas.openxmlformats.org/officeDocument/2006/relationships/slide" Target="slides/slide10.xml"/><Relationship Id="rId174" Type="http://schemas.openxmlformats.org/officeDocument/2006/relationships/slide" Target="slides/slide11.xml"/><Relationship Id="rId176" Type="http://schemas.openxmlformats.org/officeDocument/2006/relationships/slide" Target="slides/slide13.xml"/><Relationship Id="rId17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