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slides/slide105.xml" ContentType="application/vnd.openxmlformats-officedocument.presentationml.slide+xml"/>
  <Override PartName="/ppt/slides/slide106.xml" ContentType="application/vnd.openxmlformats-officedocument.presentationml.slide+xml"/>
  <Override PartName="/ppt/slides/slide107.xml" ContentType="application/vnd.openxmlformats-officedocument.presentationml.slide+xml"/>
  <Override PartName="/ppt/slides/slide108.xml" ContentType="application/vnd.openxmlformats-officedocument.presentationml.slide+xml"/>
  <Override PartName="/ppt/slides/slide109.xml" ContentType="application/vnd.openxmlformats-officedocument.presentationml.slide+xml"/>
  <Override PartName="/ppt/slides/slide110.xml" ContentType="application/vnd.openxmlformats-officedocument.presentationml.slide+xml"/>
  <Override PartName="/ppt/slides/slide111.xml" ContentType="application/vnd.openxmlformats-officedocument.presentationml.slide+xml"/>
  <Override PartName="/ppt/slides/slide112.xml" ContentType="application/vnd.openxmlformats-officedocument.presentationml.slide+xml"/>
  <Override PartName="/ppt/slides/slide113.xml" ContentType="application/vnd.openxmlformats-officedocument.presentationml.slide+xml"/>
  <Override PartName="/ppt/slides/slide114.xml" ContentType="application/vnd.openxmlformats-officedocument.presentationml.slide+xml"/>
  <Override PartName="/ppt/slides/slide115.xml" ContentType="application/vnd.openxmlformats-officedocument.presentationml.slide+xml"/>
  <Override PartName="/ppt/slides/slide116.xml" ContentType="application/vnd.openxmlformats-officedocument.presentationml.slide+xml"/>
  <Override PartName="/ppt/slides/slide117.xml" ContentType="application/vnd.openxmlformats-officedocument.presentationml.slide+xml"/>
  <Override PartName="/ppt/slides/slide118.xml" ContentType="application/vnd.openxmlformats-officedocument.presentationml.slide+xml"/>
  <Override PartName="/ppt/slides/slide119.xml" ContentType="application/vnd.openxmlformats-officedocument.presentationml.slide+xml"/>
  <Override PartName="/ppt/slides/slide120.xml" ContentType="application/vnd.openxmlformats-officedocument.presentationml.slide+xml"/>
  <Override PartName="/ppt/slides/slide121.xml" ContentType="application/vnd.openxmlformats-officedocument.presentationml.slide+xml"/>
  <Override PartName="/ppt/slides/slide122.xml" ContentType="application/vnd.openxmlformats-officedocument.presentationml.slide+xml"/>
  <Override PartName="/ppt/slides/slide123.xml" ContentType="application/vnd.openxmlformats-officedocument.presentationml.slide+xml"/>
  <Override PartName="/ppt/slides/slide124.xml" ContentType="application/vnd.openxmlformats-officedocument.presentationml.slide+xml"/>
  <Override PartName="/ppt/slides/slide125.xml" ContentType="application/vnd.openxmlformats-officedocument.presentationml.slide+xml"/>
  <Override PartName="/ppt/slides/slide126.xml" ContentType="application/vnd.openxmlformats-officedocument.presentationml.slide+xml"/>
  <Override PartName="/ppt/slides/slide127.xml" ContentType="application/vnd.openxmlformats-officedocument.presentationml.slide+xml"/>
  <Override PartName="/ppt/slides/slide128.xml" ContentType="application/vnd.openxmlformats-officedocument.presentationml.slide+xml"/>
  <Override PartName="/ppt/slides/slide129.xml" ContentType="application/vnd.openxmlformats-officedocument.presentationml.slide+xml"/>
  <Override PartName="/ppt/slides/slide130.xml" ContentType="application/vnd.openxmlformats-officedocument.presentationml.slide+xml"/>
  <Override PartName="/ppt/slides/slide131.xml" ContentType="application/vnd.openxmlformats-officedocument.presentationml.slide+xml"/>
  <Override PartName="/ppt/slides/slide132.xml" ContentType="application/vnd.openxmlformats-officedocument.presentationml.slide+xml"/>
  <Override PartName="/ppt/slides/slide133.xml" ContentType="application/vnd.openxmlformats-officedocument.presentationml.slide+xml"/>
  <Override PartName="/ppt/slides/slide134.xml" ContentType="application/vnd.openxmlformats-officedocument.presentationml.slide+xml"/>
  <Override PartName="/ppt/slides/slide135.xml" ContentType="application/vnd.openxmlformats-officedocument.presentationml.slide+xml"/>
  <Override PartName="/ppt/slides/slide136.xml" ContentType="application/vnd.openxmlformats-officedocument.presentationml.slide+xml"/>
  <Override PartName="/ppt/slides/slide137.xml" ContentType="application/vnd.openxmlformats-officedocument.presentationml.slide+xml"/>
  <Override PartName="/ppt/slides/slide138.xml" ContentType="application/vnd.openxmlformats-officedocument.presentationml.slide+xml"/>
  <Override PartName="/ppt/slides/slide139.xml" ContentType="application/vnd.openxmlformats-officedocument.presentationml.slide+xml"/>
  <Override PartName="/ppt/slides/slide140.xml" ContentType="application/vnd.openxmlformats-officedocument.presentationml.slide+xml"/>
  <Override PartName="/ppt/slides/slide141.xml" ContentType="application/vnd.openxmlformats-officedocument.presentationml.slide+xml"/>
  <Override PartName="/ppt/slides/slide142.xml" ContentType="application/vnd.openxmlformats-officedocument.presentationml.slide+xml"/>
  <Override PartName="/ppt/slides/slide143.xml" ContentType="application/vnd.openxmlformats-officedocument.presentationml.slide+xml"/>
  <Override PartName="/ppt/slides/slide144.xml" ContentType="application/vnd.openxmlformats-officedocument.presentationml.slide+xml"/>
  <Override PartName="/ppt/slides/slide145.xml" ContentType="application/vnd.openxmlformats-officedocument.presentationml.slide+xml"/>
  <Override PartName="/ppt/slides/slide146.xml" ContentType="application/vnd.openxmlformats-officedocument.presentationml.slide+xml"/>
  <Override PartName="/ppt/slides/slide147.xml" ContentType="application/vnd.openxmlformats-officedocument.presentationml.slide+xml"/>
  <Override PartName="/ppt/slides/slide148.xml" ContentType="application/vnd.openxmlformats-officedocument.presentationml.slide+xml"/>
  <Override PartName="/ppt/slides/slide149.xml" ContentType="application/vnd.openxmlformats-officedocument.presentationml.slide+xml"/>
  <Override PartName="/ppt/slides/slide150.xml" ContentType="application/vnd.openxmlformats-officedocument.presentationml.slide+xml"/>
  <Override PartName="/ppt/slides/slide151.xml" ContentType="application/vnd.openxmlformats-officedocument.presentationml.slide+xml"/>
  <Override PartName="/ppt/slides/slide152.xml" ContentType="application/vnd.openxmlformats-officedocument.presentationml.slide+xml"/>
  <Override PartName="/ppt/slides/slide153.xml" ContentType="application/vnd.openxmlformats-officedocument.presentationml.slide+xml"/>
  <Override PartName="/ppt/slides/slide154.xml" ContentType="application/vnd.openxmlformats-officedocument.presentationml.slide+xml"/>
  <Override PartName="/ppt/slides/slide155.xml" ContentType="application/vnd.openxmlformats-officedocument.presentationml.slide+xml"/>
  <Override PartName="/ppt/slides/slide156.xml" ContentType="application/vnd.openxmlformats-officedocument.presentationml.slide+xml"/>
  <Override PartName="/ppt/slides/slide157.xml" ContentType="application/vnd.openxmlformats-officedocument.presentationml.slide+xml"/>
  <Override PartName="/ppt/slides/slide158.xml" ContentType="application/vnd.openxmlformats-officedocument.presentationml.slide+xml"/>
  <Override PartName="/ppt/slides/slide159.xml" ContentType="application/vnd.openxmlformats-officedocument.presentationml.slide+xml"/>
  <Override PartName="/ppt/slides/slide160.xml" ContentType="application/vnd.openxmlformats-officedocument.presentationml.slide+xml"/>
  <Override PartName="/ppt/slides/slide161.xml" ContentType="application/vnd.openxmlformats-officedocument.presentationml.slide+xml"/>
  <Override PartName="/ppt/slides/slide162.xml" ContentType="application/vnd.openxmlformats-officedocument.presentationml.slide+xml"/>
  <Override PartName="/ppt/slides/slide163.xml" ContentType="application/vnd.openxmlformats-officedocument.presentationml.slide+xml"/>
  <Override PartName="/ppt/slides/slide164.xml" ContentType="application/vnd.openxmlformats-officedocument.presentationml.slide+xml"/>
  <Override PartName="/ppt/slides/slide165.xml" ContentType="application/vnd.openxmlformats-officedocument.presentationml.slide+xml"/>
  <Override PartName="/ppt/slides/slide166.xml" ContentType="application/vnd.openxmlformats-officedocument.presentationml.slide+xml"/>
  <Override PartName="/ppt/slides/slide167.xml" ContentType="application/vnd.openxmlformats-officedocument.presentationml.slide+xml"/>
  <Override PartName="/ppt/slides/slide168.xml" ContentType="application/vnd.openxmlformats-officedocument.presentationml.slide+xml"/>
  <Override PartName="/ppt/slides/slide169.xml" ContentType="application/vnd.openxmlformats-officedocument.presentationml.slide+xml"/>
  <Override PartName="/ppt/slides/slide170.xml" ContentType="application/vnd.openxmlformats-officedocument.presentationml.slide+xml"/>
  <Override PartName="/ppt/slides/slide171.xml" ContentType="application/vnd.openxmlformats-officedocument.presentationml.slide+xml"/>
  <Override PartName="/ppt/slides/slide172.xml" ContentType="application/vnd.openxmlformats-officedocument.presentationml.slide+xml"/>
  <Override PartName="/ppt/slides/slide173.xml" ContentType="application/vnd.openxmlformats-officedocument.presentationml.slide+xml"/>
  <Override PartName="/ppt/slides/slide174.xml" ContentType="application/vnd.openxmlformats-officedocument.presentationml.slide+xml"/>
  <Override PartName="/ppt/slides/slide175.xml" ContentType="application/vnd.openxmlformats-officedocument.presentationml.slide+xml"/>
  <Override PartName="/ppt/slides/slide176.xml" ContentType="application/vnd.openxmlformats-officedocument.presentationml.slide+xml"/>
  <Override PartName="/ppt/slides/slide177.xml" ContentType="application/vnd.openxmlformats-officedocument.presentationml.slide+xml"/>
  <Override PartName="/ppt/slides/slide178.xml" ContentType="application/vnd.openxmlformats-officedocument.presentationml.slide+xml"/>
  <Override PartName="/ppt/slides/slide179.xml" ContentType="application/vnd.openxmlformats-officedocument.presentationml.slide+xml"/>
  <Override PartName="/ppt/slides/slide180.xml" ContentType="application/vnd.openxmlformats-officedocument.presentationml.slide+xml"/>
  <Override PartName="/ppt/slides/slide181.xml" ContentType="application/vnd.openxmlformats-officedocument.presentationml.slide+xml"/>
  <Override PartName="/ppt/slides/slide182.xml" ContentType="application/vnd.openxmlformats-officedocument.presentationml.slide+xml"/>
  <Override PartName="/ppt/slides/slide183.xml" ContentType="application/vnd.openxmlformats-officedocument.presentationml.slide+xml"/>
  <Override PartName="/ppt/slides/slide184.xml" ContentType="application/vnd.openxmlformats-officedocument.presentationml.slide+xml"/>
  <Override PartName="/ppt/slides/slide185.xml" ContentType="application/vnd.openxmlformats-officedocument.presentationml.slide+xml"/>
  <Override PartName="/ppt/slides/slide186.xml" ContentType="application/vnd.openxmlformats-officedocument.presentationml.slide+xml"/>
  <Override PartName="/ppt/slides/slide187.xml" ContentType="application/vnd.openxmlformats-officedocument.presentationml.slide+xml"/>
  <Override PartName="/ppt/slides/slide188.xml" ContentType="application/vnd.openxmlformats-officedocument.presentationml.slide+xml"/>
  <Override PartName="/ppt/slides/slide189.xml" ContentType="application/vnd.openxmlformats-officedocument.presentationml.slide+xml"/>
  <Override PartName="/ppt/slides/slide190.xml" ContentType="application/vnd.openxmlformats-officedocument.presentationml.slide+xml"/>
  <Override PartName="/ppt/slides/slide191.xml" ContentType="application/vnd.openxmlformats-officedocument.presentationml.slide+xml"/>
  <Override PartName="/ppt/slides/slide192.xml" ContentType="application/vnd.openxmlformats-officedocument.presentationml.slide+xml"/>
  <Override PartName="/ppt/slides/slide193.xml" ContentType="application/vnd.openxmlformats-officedocument.presentationml.slide+xml"/>
  <Override PartName="/ppt/slides/slide194.xml" ContentType="application/vnd.openxmlformats-officedocument.presentationml.slide+xml"/>
  <Override PartName="/ppt/slides/slide195.xml" ContentType="application/vnd.openxmlformats-officedocument.presentationml.slide+xml"/>
  <Override PartName="/ppt/slides/slide196.xml" ContentType="application/vnd.openxmlformats-officedocument.presentationml.slide+xml"/>
  <Override PartName="/ppt/slides/slide197.xml" ContentType="application/vnd.openxmlformats-officedocument.presentationml.slide+xml"/>
  <Override PartName="/ppt/slides/slide198.xml" ContentType="application/vnd.openxmlformats-officedocument.presentationml.slide+xml"/>
  <Override PartName="/ppt/slides/slide199.xml" ContentType="application/vnd.openxmlformats-officedocument.presentationml.slide+xml"/>
  <Override PartName="/ppt/slides/slide200.xml" ContentType="application/vnd.openxmlformats-officedocument.presentationml.slide+xml"/>
  <Override PartName="/ppt/slides/slide201.xml" ContentType="application/vnd.openxmlformats-officedocument.presentationml.slide+xml"/>
  <Override PartName="/ppt/slides/slide202.xml" ContentType="application/vnd.openxmlformats-officedocument.presentationml.slide+xml"/>
  <Override PartName="/ppt/slides/slide203.xml" ContentType="application/vnd.openxmlformats-officedocument.presentationml.slide+xml"/>
  <Override PartName="/ppt/slides/slide204.xml" ContentType="application/vnd.openxmlformats-officedocument.presentationml.slide+xml"/>
  <Override PartName="/ppt/slides/slide205.xml" ContentType="application/vnd.openxmlformats-officedocument.presentationml.slide+xml"/>
  <Override PartName="/ppt/slides/slide206.xml" ContentType="application/vnd.openxmlformats-officedocument.presentationml.slide+xml"/>
  <Override PartName="/ppt/slides/slide207.xml" ContentType="application/vnd.openxmlformats-officedocument.presentationml.slide+xml"/>
  <Override PartName="/ppt/slides/slide208.xml" ContentType="application/vnd.openxmlformats-officedocument.presentationml.slide+xml"/>
  <Override PartName="/ppt/slides/slide209.xml" ContentType="application/vnd.openxmlformats-officedocument.presentationml.slide+xml"/>
  <Override PartName="/ppt/slides/slide210.xml" ContentType="application/vnd.openxmlformats-officedocument.presentationml.slide+xml"/>
  <Override PartName="/ppt/slides/slide211.xml" ContentType="application/vnd.openxmlformats-officedocument.presentationml.slide+xml"/>
  <Override PartName="/ppt/slides/slide212.xml" ContentType="application/vnd.openxmlformats-officedocument.presentationml.slide+xml"/>
  <Override PartName="/ppt/slides/slide213.xml" ContentType="application/vnd.openxmlformats-officedocument.presentationml.slide+xml"/>
  <Override PartName="/ppt/slides/slide214.xml" ContentType="application/vnd.openxmlformats-officedocument.presentationml.slide+xml"/>
  <Override PartName="/ppt/slides/slide215.xml" ContentType="application/vnd.openxmlformats-officedocument.presentationml.slide+xml"/>
  <Override PartName="/ppt/slides/slide216.xml" ContentType="application/vnd.openxmlformats-officedocument.presentationml.slide+xml"/>
  <Override PartName="/ppt/slides/slide217.xml" ContentType="application/vnd.openxmlformats-officedocument.presentationml.slide+xml"/>
  <Override PartName="/ppt/slides/slide218.xml" ContentType="application/vnd.openxmlformats-officedocument.presentationml.slide+xml"/>
  <Override PartName="/ppt/slides/slide219.xml" ContentType="application/vnd.openxmlformats-officedocument.presentationml.slide+xml"/>
  <Override PartName="/ppt/slides/slide220.xml" ContentType="application/vnd.openxmlformats-officedocument.presentationml.slide+xml"/>
  <Override PartName="/ppt/slides/slide221.xml" ContentType="application/vnd.openxmlformats-officedocument.presentationml.slide+xml"/>
  <Override PartName="/ppt/slides/slide222.xml" ContentType="application/vnd.openxmlformats-officedocument.presentationml.slide+xml"/>
  <Override PartName="/ppt/slides/slide223.xml" ContentType="application/vnd.openxmlformats-officedocument.presentationml.slide+xml"/>
  <Override PartName="/ppt/slides/slide224.xml" ContentType="application/vnd.openxmlformats-officedocument.presentationml.slide+xml"/>
  <Override PartName="/ppt/slides/slide225.xml" ContentType="application/vnd.openxmlformats-officedocument.presentationml.slide+xml"/>
  <Override PartName="/ppt/slides/slide226.xml" ContentType="application/vnd.openxmlformats-officedocument.presentationml.slide+xml"/>
  <Override PartName="/ppt/slides/slide227.xml" ContentType="application/vnd.openxmlformats-officedocument.presentationml.slide+xml"/>
  <Override PartName="/ppt/slides/slide228.xml" ContentType="application/vnd.openxmlformats-officedocument.presentationml.slide+xml"/>
  <Override PartName="/ppt/slides/slide229.xml" ContentType="application/vnd.openxmlformats-officedocument.presentationml.slide+xml"/>
  <Override PartName="/ppt/slides/slide230.xml" ContentType="application/vnd.openxmlformats-officedocument.presentationml.slide+xml"/>
  <Override PartName="/ppt/slides/slide231.xml" ContentType="application/vnd.openxmlformats-officedocument.presentationml.slide+xml"/>
  <Override PartName="/ppt/slides/slide232.xml" ContentType="application/vnd.openxmlformats-officedocument.presentationml.slide+xml"/>
  <Override PartName="/ppt/slides/slide233.xml" ContentType="application/vnd.openxmlformats-officedocument.presentationml.slide+xml"/>
  <Override PartName="/ppt/slides/slide234.xml" ContentType="application/vnd.openxmlformats-officedocument.presentationml.slide+xml"/>
  <Override PartName="/ppt/slides/slide235.xml" ContentType="application/vnd.openxmlformats-officedocument.presentationml.slide+xml"/>
  <Override PartName="/ppt/slides/slide236.xml" ContentType="application/vnd.openxmlformats-officedocument.presentationml.slide+xml"/>
  <Override PartName="/ppt/slides/slide237.xml" ContentType="application/vnd.openxmlformats-officedocument.presentationml.slide+xml"/>
  <Override PartName="/ppt/slides/slide238.xml" ContentType="application/vnd.openxmlformats-officedocument.presentationml.slide+xml"/>
  <Override PartName="/ppt/slides/slide239.xml" ContentType="application/vnd.openxmlformats-officedocument.presentationml.slide+xml"/>
  <Override PartName="/ppt/slides/slide240.xml" ContentType="application/vnd.openxmlformats-officedocument.presentationml.slide+xml"/>
  <Override PartName="/ppt/slides/slide241.xml" ContentType="application/vnd.openxmlformats-officedocument.presentationml.slide+xml"/>
  <Override PartName="/ppt/slides/slide242.xml" ContentType="application/vnd.openxmlformats-officedocument.presentationml.slide+xml"/>
  <Override PartName="/ppt/slides/slide243.xml" ContentType="application/vnd.openxmlformats-officedocument.presentationml.slide+xml"/>
  <Override PartName="/ppt/slides/slide244.xml" ContentType="application/vnd.openxmlformats-officedocument.presentationml.slide+xml"/>
  <Override PartName="/ppt/slides/slide245.xml" ContentType="application/vnd.openxmlformats-officedocument.presentationml.slide+xml"/>
  <Override PartName="/ppt/slides/slide246.xml" ContentType="application/vnd.openxmlformats-officedocument.presentationml.slide+xml"/>
  <Override PartName="/ppt/slides/slide247.xml" ContentType="application/vnd.openxmlformats-officedocument.presentationml.slide+xml"/>
  <Override PartName="/ppt/slides/slide248.xml" ContentType="application/vnd.openxmlformats-officedocument.presentationml.slide+xml"/>
  <Override PartName="/ppt/slides/slide249.xml" ContentType="application/vnd.openxmlformats-officedocument.presentationml.slide+xml"/>
  <Override PartName="/ppt/slides/slide250.xml" ContentType="application/vnd.openxmlformats-officedocument.presentationml.slide+xml"/>
  <Override PartName="/ppt/slides/slide251.xml" ContentType="application/vnd.openxmlformats-officedocument.presentationml.slide+xml"/>
  <Override PartName="/ppt/slides/slide252.xml" ContentType="application/vnd.openxmlformats-officedocument.presentationml.slide+xml"/>
  <Override PartName="/ppt/slides/slide253.xml" ContentType="application/vnd.openxmlformats-officedocument.presentationml.slide+xml"/>
  <Override PartName="/ppt/slides/slide254.xml" ContentType="application/vnd.openxmlformats-officedocument.presentationml.slide+xml"/>
  <Override PartName="/ppt/slides/slide255.xml" ContentType="application/vnd.openxmlformats-officedocument.presentationml.slide+xml"/>
  <Override PartName="/ppt/slides/slide256.xml" ContentType="application/vnd.openxmlformats-officedocument.presentationml.slide+xml"/>
  <Override PartName="/ppt/slides/slide257.xml" ContentType="application/vnd.openxmlformats-officedocument.presentationml.slide+xml"/>
  <Override PartName="/ppt/slides/slide258.xml" ContentType="application/vnd.openxmlformats-officedocument.presentationml.slide+xml"/>
  <Override PartName="/ppt/slides/slide259.xml" ContentType="application/vnd.openxmlformats-officedocument.presentationml.slide+xml"/>
  <Override PartName="/ppt/slides/slide260.xml" ContentType="application/vnd.openxmlformats-officedocument.presentationml.slide+xml"/>
  <Override PartName="/ppt/slides/slide261.xml" ContentType="application/vnd.openxmlformats-officedocument.presentationml.slide+xml"/>
  <Override PartName="/ppt/slides/slide262.xml" ContentType="application/vnd.openxmlformats-officedocument.presentationml.slide+xml"/>
  <Override PartName="/ppt/slides/slide263.xml" ContentType="application/vnd.openxmlformats-officedocument.presentationml.slide+xml"/>
  <Override PartName="/ppt/slides/slide264.xml" ContentType="application/vnd.openxmlformats-officedocument.presentationml.slide+xml"/>
  <Override PartName="/ppt/slides/slide265.xml" ContentType="application/vnd.openxmlformats-officedocument.presentationml.slide+xml"/>
  <Override PartName="/ppt/slides/slide266.xml" ContentType="application/vnd.openxmlformats-officedocument.presentationml.slide+xml"/>
  <Override PartName="/ppt/slides/slide267.xml" ContentType="application/vnd.openxmlformats-officedocument.presentationml.slide+xml"/>
  <Override PartName="/ppt/slides/slide268.xml" ContentType="application/vnd.openxmlformats-officedocument.presentationml.slide+xml"/>
  <Override PartName="/ppt/slides/slide269.xml" ContentType="application/vnd.openxmlformats-officedocument.presentationml.slide+xml"/>
  <Override PartName="/ppt/slides/slide270.xml" ContentType="application/vnd.openxmlformats-officedocument.presentationml.slide+xml"/>
  <Override PartName="/ppt/slides/slide271.xml" ContentType="application/vnd.openxmlformats-officedocument.presentationml.slide+xml"/>
  <Override PartName="/ppt/slides/slide272.xml" ContentType="application/vnd.openxmlformats-officedocument.presentationml.slide+xml"/>
  <Override PartName="/ppt/slides/slide273.xml" ContentType="application/vnd.openxmlformats-officedocument.presentationml.slide+xml"/>
  <Override PartName="/ppt/slides/slide274.xml" ContentType="application/vnd.openxmlformats-officedocument.presentationml.slide+xml"/>
  <Override PartName="/ppt/slides/slide275.xml" ContentType="application/vnd.openxmlformats-officedocument.presentationml.slide+xml"/>
  <Override PartName="/ppt/slides/slide276.xml" ContentType="application/vnd.openxmlformats-officedocument.presentationml.slide+xml"/>
  <Override PartName="/ppt/slides/slide27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ppt/notesSlides/notesSlide77.xml" ContentType="application/vnd.openxmlformats-officedocument.presentationml.notesSlide+xml"/>
  <Override PartName="/ppt/notesSlides/notesSlide78.xml" ContentType="application/vnd.openxmlformats-officedocument.presentationml.notesSlide+xml"/>
  <Override PartName="/ppt/notesSlides/notesSlide79.xml" ContentType="application/vnd.openxmlformats-officedocument.presentationml.notesSlide+xml"/>
  <Override PartName="/ppt/notesSlides/notesSlide80.xml" ContentType="application/vnd.openxmlformats-officedocument.presentationml.notesSlide+xml"/>
  <Override PartName="/ppt/notesSlides/notesSlide81.xml" ContentType="application/vnd.openxmlformats-officedocument.presentationml.notesSlide+xml"/>
  <Override PartName="/ppt/notesSlides/notesSlide82.xml" ContentType="application/vnd.openxmlformats-officedocument.presentationml.notesSlide+xml"/>
  <Override PartName="/ppt/notesSlides/notesSlide83.xml" ContentType="application/vnd.openxmlformats-officedocument.presentationml.notesSlide+xml"/>
  <Override PartName="/ppt/notesSlides/notesSlide84.xml" ContentType="application/vnd.openxmlformats-officedocument.presentationml.notesSlide+xml"/>
  <Override PartName="/ppt/notesSlides/notesSlide85.xml" ContentType="application/vnd.openxmlformats-officedocument.presentationml.notesSlide+xml"/>
  <Override PartName="/ppt/notesSlides/notesSlide86.xml" ContentType="application/vnd.openxmlformats-officedocument.presentationml.notesSlide+xml"/>
  <Override PartName="/ppt/notesSlides/notesSlide87.xml" ContentType="application/vnd.openxmlformats-officedocument.presentationml.notesSlide+xml"/>
  <Override PartName="/ppt/notesSlides/notesSlide88.xml" ContentType="application/vnd.openxmlformats-officedocument.presentationml.notesSlide+xml"/>
  <Override PartName="/ppt/notesSlides/notesSlide89.xml" ContentType="application/vnd.openxmlformats-officedocument.presentationml.notesSlide+xml"/>
  <Override PartName="/ppt/notesSlides/notesSlide90.xml" ContentType="application/vnd.openxmlformats-officedocument.presentationml.notesSlide+xml"/>
  <Override PartName="/ppt/notesSlides/notesSlide91.xml" ContentType="application/vnd.openxmlformats-officedocument.presentationml.notesSlide+xml"/>
  <Override PartName="/ppt/notesSlides/notesSlide92.xml" ContentType="application/vnd.openxmlformats-officedocument.presentationml.notesSlide+xml"/>
  <Override PartName="/ppt/notesSlides/notesSlide93.xml" ContentType="application/vnd.openxmlformats-officedocument.presentationml.notesSlide+xml"/>
  <Override PartName="/ppt/notesSlides/notesSlide94.xml" ContentType="application/vnd.openxmlformats-officedocument.presentationml.notesSlide+xml"/>
  <Override PartName="/ppt/notesSlides/notesSlide95.xml" ContentType="application/vnd.openxmlformats-officedocument.presentationml.notesSlide+xml"/>
  <Override PartName="/ppt/notesSlides/notesSlide96.xml" ContentType="application/vnd.openxmlformats-officedocument.presentationml.notesSlide+xml"/>
  <Override PartName="/ppt/notesSlides/notesSlide97.xml" ContentType="application/vnd.openxmlformats-officedocument.presentationml.notesSlide+xml"/>
  <Override PartName="/ppt/notesSlides/notesSlide98.xml" ContentType="application/vnd.openxmlformats-officedocument.presentationml.notesSlide+xml"/>
  <Override PartName="/ppt/notesSlides/notesSlide99.xml" ContentType="application/vnd.openxmlformats-officedocument.presentationml.notesSlide+xml"/>
  <Override PartName="/ppt/notesSlides/notesSlide100.xml" ContentType="application/vnd.openxmlformats-officedocument.presentationml.notesSlide+xml"/>
  <Override PartName="/ppt/notesSlides/notesSlide101.xml" ContentType="application/vnd.openxmlformats-officedocument.presentationml.notesSlide+xml"/>
  <Override PartName="/ppt/notesSlides/notesSlide102.xml" ContentType="application/vnd.openxmlformats-officedocument.presentationml.notesSlide+xml"/>
  <Override PartName="/ppt/notesSlides/notesSlide103.xml" ContentType="application/vnd.openxmlformats-officedocument.presentationml.notesSlide+xml"/>
  <Override PartName="/ppt/notesSlides/notesSlide104.xml" ContentType="application/vnd.openxmlformats-officedocument.presentationml.notesSlide+xml"/>
  <Override PartName="/ppt/notesSlides/notesSlide105.xml" ContentType="application/vnd.openxmlformats-officedocument.presentationml.notesSlide+xml"/>
  <Override PartName="/ppt/notesSlides/notesSlide106.xml" ContentType="application/vnd.openxmlformats-officedocument.presentationml.notesSlide+xml"/>
  <Override PartName="/ppt/notesSlides/notesSlide107.xml" ContentType="application/vnd.openxmlformats-officedocument.presentationml.notesSlide+xml"/>
  <Override PartName="/ppt/notesSlides/notesSlide108.xml" ContentType="application/vnd.openxmlformats-officedocument.presentationml.notesSlide+xml"/>
  <Override PartName="/ppt/notesSlides/notesSlide109.xml" ContentType="application/vnd.openxmlformats-officedocument.presentationml.notesSlide+xml"/>
  <Override PartName="/ppt/notesSlides/notesSlide110.xml" ContentType="application/vnd.openxmlformats-officedocument.presentationml.notesSlide+xml"/>
  <Override PartName="/ppt/notesSlides/notesSlide111.xml" ContentType="application/vnd.openxmlformats-officedocument.presentationml.notesSlide+xml"/>
  <Override PartName="/ppt/notesSlides/notesSlide112.xml" ContentType="application/vnd.openxmlformats-officedocument.presentationml.notesSlide+xml"/>
  <Override PartName="/ppt/notesSlides/notesSlide113.xml" ContentType="application/vnd.openxmlformats-officedocument.presentationml.notesSlide+xml"/>
  <Override PartName="/ppt/notesSlides/notesSlide114.xml" ContentType="application/vnd.openxmlformats-officedocument.presentationml.notesSlide+xml"/>
  <Override PartName="/ppt/notesSlides/notesSlide115.xml" ContentType="application/vnd.openxmlformats-officedocument.presentationml.notesSlide+xml"/>
  <Override PartName="/ppt/notesSlides/notesSlide116.xml" ContentType="application/vnd.openxmlformats-officedocument.presentationml.notesSlide+xml"/>
  <Override PartName="/ppt/notesSlides/notesSlide117.xml" ContentType="application/vnd.openxmlformats-officedocument.presentationml.notesSlide+xml"/>
  <Override PartName="/ppt/notesSlides/notesSlide118.xml" ContentType="application/vnd.openxmlformats-officedocument.presentationml.notesSlide+xml"/>
  <Override PartName="/ppt/notesSlides/notesSlide119.xml" ContentType="application/vnd.openxmlformats-officedocument.presentationml.notesSlide+xml"/>
  <Override PartName="/ppt/notesSlides/notesSlide120.xml" ContentType="application/vnd.openxmlformats-officedocument.presentationml.notesSlide+xml"/>
  <Override PartName="/ppt/notesSlides/notesSlide121.xml" ContentType="application/vnd.openxmlformats-officedocument.presentationml.notesSlide+xml"/>
  <Override PartName="/ppt/notesSlides/notesSlide122.xml" ContentType="application/vnd.openxmlformats-officedocument.presentationml.notesSlide+xml"/>
  <Override PartName="/ppt/notesSlides/notesSlide123.xml" ContentType="application/vnd.openxmlformats-officedocument.presentationml.notesSlide+xml"/>
  <Override PartName="/ppt/notesSlides/notesSlide124.xml" ContentType="application/vnd.openxmlformats-officedocument.presentationml.notesSlide+xml"/>
  <Override PartName="/ppt/notesSlides/notesSlide125.xml" ContentType="application/vnd.openxmlformats-officedocument.presentationml.notesSlide+xml"/>
  <Override PartName="/ppt/notesSlides/notesSlide126.xml" ContentType="application/vnd.openxmlformats-officedocument.presentationml.notesSlide+xml"/>
  <Override PartName="/ppt/notesSlides/notesSlide127.xml" ContentType="application/vnd.openxmlformats-officedocument.presentationml.notesSlide+xml"/>
  <Override PartName="/ppt/notesSlides/notesSlide128.xml" ContentType="application/vnd.openxmlformats-officedocument.presentationml.notesSlide+xml"/>
  <Override PartName="/ppt/notesSlides/notesSlide129.xml" ContentType="application/vnd.openxmlformats-officedocument.presentationml.notesSlide+xml"/>
  <Override PartName="/ppt/notesSlides/notesSlide130.xml" ContentType="application/vnd.openxmlformats-officedocument.presentationml.notesSlide+xml"/>
  <Override PartName="/ppt/notesSlides/notesSlide131.xml" ContentType="application/vnd.openxmlformats-officedocument.presentationml.notesSlide+xml"/>
  <Override PartName="/ppt/notesSlides/notesSlide132.xml" ContentType="application/vnd.openxmlformats-officedocument.presentationml.notesSlide+xml"/>
  <Override PartName="/ppt/notesSlides/notesSlide133.xml" ContentType="application/vnd.openxmlformats-officedocument.presentationml.notesSlide+xml"/>
  <Override PartName="/ppt/notesSlides/notesSlide134.xml" ContentType="application/vnd.openxmlformats-officedocument.presentationml.notesSlide+xml"/>
  <Override PartName="/ppt/notesSlides/notesSlide135.xml" ContentType="application/vnd.openxmlformats-officedocument.presentationml.notesSlide+xml"/>
  <Override PartName="/ppt/notesSlides/notesSlide136.xml" ContentType="application/vnd.openxmlformats-officedocument.presentationml.notesSlide+xml"/>
  <Override PartName="/ppt/notesSlides/notesSlide137.xml" ContentType="application/vnd.openxmlformats-officedocument.presentationml.notesSlide+xml"/>
  <Override PartName="/ppt/notesSlides/notesSlide138.xml" ContentType="application/vnd.openxmlformats-officedocument.presentationml.notesSlide+xml"/>
  <Override PartName="/ppt/notesSlides/notesSlide139.xml" ContentType="application/vnd.openxmlformats-officedocument.presentationml.notesSlide+xml"/>
  <Override PartName="/ppt/notesSlides/notesSlide140.xml" ContentType="application/vnd.openxmlformats-officedocument.presentationml.notesSlide+xml"/>
  <Override PartName="/ppt/notesSlides/notesSlide141.xml" ContentType="application/vnd.openxmlformats-officedocument.presentationml.notesSlide+xml"/>
  <Override PartName="/ppt/notesSlides/notesSlide142.xml" ContentType="application/vnd.openxmlformats-officedocument.presentationml.notesSlide+xml"/>
  <Override PartName="/ppt/notesSlides/notesSlide143.xml" ContentType="application/vnd.openxmlformats-officedocument.presentationml.notesSlide+xml"/>
  <Override PartName="/ppt/notesSlides/notesSlide144.xml" ContentType="application/vnd.openxmlformats-officedocument.presentationml.notesSlide+xml"/>
  <Override PartName="/ppt/notesSlides/notesSlide145.xml" ContentType="application/vnd.openxmlformats-officedocument.presentationml.notesSlide+xml"/>
  <Override PartName="/ppt/notesSlides/notesSlide146.xml" ContentType="application/vnd.openxmlformats-officedocument.presentationml.notesSlide+xml"/>
  <Override PartName="/ppt/notesSlides/notesSlide147.xml" ContentType="application/vnd.openxmlformats-officedocument.presentationml.notesSlide+xml"/>
  <Override PartName="/ppt/notesSlides/notesSlide148.xml" ContentType="application/vnd.openxmlformats-officedocument.presentationml.notesSlide+xml"/>
  <Override PartName="/ppt/notesSlides/notesSlide149.xml" ContentType="application/vnd.openxmlformats-officedocument.presentationml.notesSlide+xml"/>
  <Override PartName="/ppt/notesSlides/notesSlide150.xml" ContentType="application/vnd.openxmlformats-officedocument.presentationml.notesSlide+xml"/>
  <Override PartName="/ppt/notesSlides/notesSlide151.xml" ContentType="application/vnd.openxmlformats-officedocument.presentationml.notesSlide+xml"/>
  <Override PartName="/ppt/notesSlides/notesSlide152.xml" ContentType="application/vnd.openxmlformats-officedocument.presentationml.notesSlide+xml"/>
  <Override PartName="/ppt/notesSlides/notesSlide153.xml" ContentType="application/vnd.openxmlformats-officedocument.presentationml.notesSlide+xml"/>
  <Override PartName="/ppt/notesSlides/notesSlide154.xml" ContentType="application/vnd.openxmlformats-officedocument.presentationml.notesSlide+xml"/>
  <Override PartName="/ppt/notesSlides/notesSlide155.xml" ContentType="application/vnd.openxmlformats-officedocument.presentationml.notesSlide+xml"/>
  <Override PartName="/ppt/notesSlides/notesSlide156.xml" ContentType="application/vnd.openxmlformats-officedocument.presentationml.notesSlide+xml"/>
  <Override PartName="/ppt/notesSlides/notesSlide157.xml" ContentType="application/vnd.openxmlformats-officedocument.presentationml.notesSlide+xml"/>
  <Override PartName="/ppt/notesSlides/notesSlide158.xml" ContentType="application/vnd.openxmlformats-officedocument.presentationml.notesSlide+xml"/>
  <Override PartName="/ppt/notesSlides/notesSlide159.xml" ContentType="application/vnd.openxmlformats-officedocument.presentationml.notesSlide+xml"/>
  <Override PartName="/ppt/notesSlides/notesSlide160.xml" ContentType="application/vnd.openxmlformats-officedocument.presentationml.notesSlide+xml"/>
  <Override PartName="/ppt/notesSlides/notesSlide161.xml" ContentType="application/vnd.openxmlformats-officedocument.presentationml.notesSlide+xml"/>
  <Override PartName="/ppt/notesSlides/notesSlide162.xml" ContentType="application/vnd.openxmlformats-officedocument.presentationml.notesSlide+xml"/>
  <Override PartName="/ppt/notesSlides/notesSlide163.xml" ContentType="application/vnd.openxmlformats-officedocument.presentationml.notesSlide+xml"/>
  <Override PartName="/ppt/notesSlides/notesSlide164.xml" ContentType="application/vnd.openxmlformats-officedocument.presentationml.notesSlide+xml"/>
  <Override PartName="/ppt/notesSlides/notesSlide165.xml" ContentType="application/vnd.openxmlformats-officedocument.presentationml.notesSlide+xml"/>
  <Override PartName="/ppt/notesSlides/notesSlide166.xml" ContentType="application/vnd.openxmlformats-officedocument.presentationml.notesSlide+xml"/>
  <Override PartName="/ppt/notesSlides/notesSlide167.xml" ContentType="application/vnd.openxmlformats-officedocument.presentationml.notesSlide+xml"/>
  <Override PartName="/ppt/notesSlides/notesSlide168.xml" ContentType="application/vnd.openxmlformats-officedocument.presentationml.notesSlide+xml"/>
  <Override PartName="/ppt/notesSlides/notesSlide169.xml" ContentType="application/vnd.openxmlformats-officedocument.presentationml.notesSlide+xml"/>
  <Override PartName="/ppt/notesSlides/notesSlide170.xml" ContentType="application/vnd.openxmlformats-officedocument.presentationml.notesSlide+xml"/>
  <Override PartName="/ppt/notesSlides/notesSlide171.xml" ContentType="application/vnd.openxmlformats-officedocument.presentationml.notesSlide+xml"/>
  <Override PartName="/ppt/notesSlides/notesSlide172.xml" ContentType="application/vnd.openxmlformats-officedocument.presentationml.notesSlide+xml"/>
  <Override PartName="/ppt/notesSlides/notesSlide173.xml" ContentType="application/vnd.openxmlformats-officedocument.presentationml.notesSlide+xml"/>
  <Override PartName="/ppt/notesSlides/notesSlide174.xml" ContentType="application/vnd.openxmlformats-officedocument.presentationml.notesSlide+xml"/>
  <Override PartName="/ppt/notesSlides/notesSlide175.xml" ContentType="application/vnd.openxmlformats-officedocument.presentationml.notesSlide+xml"/>
  <Override PartName="/ppt/notesSlides/notesSlide176.xml" ContentType="application/vnd.openxmlformats-officedocument.presentationml.notesSlide+xml"/>
  <Override PartName="/ppt/notesSlides/notesSlide177.xml" ContentType="application/vnd.openxmlformats-officedocument.presentationml.notesSlide+xml"/>
  <Override PartName="/ppt/notesSlides/notesSlide178.xml" ContentType="application/vnd.openxmlformats-officedocument.presentationml.notesSlide+xml"/>
  <Override PartName="/ppt/notesSlides/notesSlide179.xml" ContentType="application/vnd.openxmlformats-officedocument.presentationml.notesSlide+xml"/>
  <Override PartName="/ppt/notesSlides/notesSlide180.xml" ContentType="application/vnd.openxmlformats-officedocument.presentationml.notesSlide+xml"/>
  <Override PartName="/ppt/notesSlides/notesSlide181.xml" ContentType="application/vnd.openxmlformats-officedocument.presentationml.notesSlide+xml"/>
  <Override PartName="/ppt/notesSlides/notesSlide182.xml" ContentType="application/vnd.openxmlformats-officedocument.presentationml.notesSlide+xml"/>
  <Override PartName="/ppt/notesSlides/notesSlide183.xml" ContentType="application/vnd.openxmlformats-officedocument.presentationml.notesSlide+xml"/>
  <Override PartName="/ppt/notesSlides/notesSlide184.xml" ContentType="application/vnd.openxmlformats-officedocument.presentationml.notesSlide+xml"/>
  <Override PartName="/ppt/notesSlides/notesSlide185.xml" ContentType="application/vnd.openxmlformats-officedocument.presentationml.notesSlide+xml"/>
  <Override PartName="/ppt/notesSlides/notesSlide186.xml" ContentType="application/vnd.openxmlformats-officedocument.presentationml.notesSlide+xml"/>
  <Override PartName="/ppt/notesSlides/notesSlide187.xml" ContentType="application/vnd.openxmlformats-officedocument.presentationml.notesSlide+xml"/>
  <Override PartName="/ppt/notesSlides/notesSlide188.xml" ContentType="application/vnd.openxmlformats-officedocument.presentationml.notesSlide+xml"/>
  <Override PartName="/ppt/notesSlides/notesSlide189.xml" ContentType="application/vnd.openxmlformats-officedocument.presentationml.notesSlide+xml"/>
  <Override PartName="/ppt/notesSlides/notesSlide190.xml" ContentType="application/vnd.openxmlformats-officedocument.presentationml.notesSlide+xml"/>
  <Override PartName="/ppt/notesSlides/notesSlide191.xml" ContentType="application/vnd.openxmlformats-officedocument.presentationml.notesSlide+xml"/>
  <Override PartName="/ppt/notesSlides/notesSlide192.xml" ContentType="application/vnd.openxmlformats-officedocument.presentationml.notesSlide+xml"/>
  <Override PartName="/ppt/notesSlides/notesSlide193.xml" ContentType="application/vnd.openxmlformats-officedocument.presentationml.notesSlide+xml"/>
  <Override PartName="/ppt/notesSlides/notesSlide194.xml" ContentType="application/vnd.openxmlformats-officedocument.presentationml.notesSlide+xml"/>
  <Override PartName="/ppt/notesSlides/notesSlide195.xml" ContentType="application/vnd.openxmlformats-officedocument.presentationml.notesSlide+xml"/>
  <Override PartName="/ppt/notesSlides/notesSlide196.xml" ContentType="application/vnd.openxmlformats-officedocument.presentationml.notesSlide+xml"/>
  <Override PartName="/ppt/notesSlides/notesSlide197.xml" ContentType="application/vnd.openxmlformats-officedocument.presentationml.notesSlide+xml"/>
  <Override PartName="/ppt/notesSlides/notesSlide198.xml" ContentType="application/vnd.openxmlformats-officedocument.presentationml.notesSlide+xml"/>
  <Override PartName="/ppt/notesSlides/notesSlide199.xml" ContentType="application/vnd.openxmlformats-officedocument.presentationml.notesSlide+xml"/>
  <Override PartName="/ppt/notesSlides/notesSlide200.xml" ContentType="application/vnd.openxmlformats-officedocument.presentationml.notesSlide+xml"/>
  <Override PartName="/ppt/notesSlides/notesSlide201.xml" ContentType="application/vnd.openxmlformats-officedocument.presentationml.notesSlide+xml"/>
  <Override PartName="/ppt/notesSlides/notesSlide202.xml" ContentType="application/vnd.openxmlformats-officedocument.presentationml.notesSlide+xml"/>
  <Override PartName="/ppt/notesSlides/notesSlide203.xml" ContentType="application/vnd.openxmlformats-officedocument.presentationml.notesSlide+xml"/>
  <Override PartName="/ppt/notesSlides/notesSlide204.xml" ContentType="application/vnd.openxmlformats-officedocument.presentationml.notesSlide+xml"/>
  <Override PartName="/ppt/notesSlides/notesSlide205.xml" ContentType="application/vnd.openxmlformats-officedocument.presentationml.notesSlide+xml"/>
  <Override PartName="/ppt/notesSlides/notesSlide206.xml" ContentType="application/vnd.openxmlformats-officedocument.presentationml.notesSlide+xml"/>
  <Override PartName="/ppt/notesSlides/notesSlide207.xml" ContentType="application/vnd.openxmlformats-officedocument.presentationml.notesSlide+xml"/>
  <Override PartName="/ppt/notesSlides/notesSlide208.xml" ContentType="application/vnd.openxmlformats-officedocument.presentationml.notesSlide+xml"/>
  <Override PartName="/ppt/notesSlides/notesSlide209.xml" ContentType="application/vnd.openxmlformats-officedocument.presentationml.notesSlide+xml"/>
  <Override PartName="/ppt/notesSlides/notesSlide210.xml" ContentType="application/vnd.openxmlformats-officedocument.presentationml.notesSlide+xml"/>
  <Override PartName="/ppt/notesSlides/notesSlide211.xml" ContentType="application/vnd.openxmlformats-officedocument.presentationml.notesSlide+xml"/>
  <Override PartName="/ppt/notesSlides/notesSlide212.xml" ContentType="application/vnd.openxmlformats-officedocument.presentationml.notesSlide+xml"/>
  <Override PartName="/ppt/notesSlides/notesSlide213.xml" ContentType="application/vnd.openxmlformats-officedocument.presentationml.notesSlide+xml"/>
  <Override PartName="/ppt/notesSlides/notesSlide214.xml" ContentType="application/vnd.openxmlformats-officedocument.presentationml.notesSlide+xml"/>
  <Override PartName="/ppt/notesSlides/notesSlide215.xml" ContentType="application/vnd.openxmlformats-officedocument.presentationml.notesSlide+xml"/>
  <Override PartName="/ppt/notesSlides/notesSlide216.xml" ContentType="application/vnd.openxmlformats-officedocument.presentationml.notesSlide+xml"/>
  <Override PartName="/ppt/notesSlides/notesSlide217.xml" ContentType="application/vnd.openxmlformats-officedocument.presentationml.notesSlide+xml"/>
  <Override PartName="/ppt/notesSlides/notesSlide218.xml" ContentType="application/vnd.openxmlformats-officedocument.presentationml.notesSlide+xml"/>
  <Override PartName="/ppt/notesSlides/notesSlide219.xml" ContentType="application/vnd.openxmlformats-officedocument.presentationml.notesSlide+xml"/>
  <Override PartName="/ppt/notesSlides/notesSlide220.xml" ContentType="application/vnd.openxmlformats-officedocument.presentationml.notesSlide+xml"/>
  <Override PartName="/ppt/notesSlides/notesSlide221.xml" ContentType="application/vnd.openxmlformats-officedocument.presentationml.notesSlide+xml"/>
  <Override PartName="/ppt/notesSlides/notesSlide222.xml" ContentType="application/vnd.openxmlformats-officedocument.presentationml.notesSlide+xml"/>
  <Override PartName="/ppt/notesSlides/notesSlide223.xml" ContentType="application/vnd.openxmlformats-officedocument.presentationml.notesSlide+xml"/>
  <Override PartName="/ppt/notesSlides/notesSlide224.xml" ContentType="application/vnd.openxmlformats-officedocument.presentationml.notesSlide+xml"/>
  <Override PartName="/ppt/notesSlides/notesSlide225.xml" ContentType="application/vnd.openxmlformats-officedocument.presentationml.notesSlide+xml"/>
  <Override PartName="/ppt/notesSlides/notesSlide226.xml" ContentType="application/vnd.openxmlformats-officedocument.presentationml.notesSlide+xml"/>
  <Override PartName="/ppt/notesSlides/notesSlide227.xml" ContentType="application/vnd.openxmlformats-officedocument.presentationml.notesSlide+xml"/>
  <Override PartName="/ppt/notesSlides/notesSlide228.xml" ContentType="application/vnd.openxmlformats-officedocument.presentationml.notesSlide+xml"/>
  <Override PartName="/ppt/notesSlides/notesSlide229.xml" ContentType="application/vnd.openxmlformats-officedocument.presentationml.notesSlide+xml"/>
  <Override PartName="/ppt/notesSlides/notesSlide230.xml" ContentType="application/vnd.openxmlformats-officedocument.presentationml.notesSlide+xml"/>
  <Override PartName="/ppt/notesSlides/notesSlide231.xml" ContentType="application/vnd.openxmlformats-officedocument.presentationml.notesSlide+xml"/>
  <Override PartName="/ppt/notesSlides/notesSlide232.xml" ContentType="application/vnd.openxmlformats-officedocument.presentationml.notesSlide+xml"/>
  <Override PartName="/ppt/notesSlides/notesSlide233.xml" ContentType="application/vnd.openxmlformats-officedocument.presentationml.notesSlide+xml"/>
  <Override PartName="/ppt/notesSlides/notesSlide234.xml" ContentType="application/vnd.openxmlformats-officedocument.presentationml.notesSlide+xml"/>
  <Override PartName="/ppt/notesSlides/notesSlide235.xml" ContentType="application/vnd.openxmlformats-officedocument.presentationml.notesSlide+xml"/>
  <Override PartName="/ppt/notesSlides/notesSlide236.xml" ContentType="application/vnd.openxmlformats-officedocument.presentationml.notesSlide+xml"/>
  <Override PartName="/ppt/notesSlides/notesSlide237.xml" ContentType="application/vnd.openxmlformats-officedocument.presentationml.notesSlide+xml"/>
  <Override PartName="/ppt/notesSlides/notesSlide238.xml" ContentType="application/vnd.openxmlformats-officedocument.presentationml.notesSlide+xml"/>
  <Override PartName="/ppt/notesSlides/notesSlide239.xml" ContentType="application/vnd.openxmlformats-officedocument.presentationml.notesSlide+xml"/>
  <Override PartName="/ppt/notesSlides/notesSlide240.xml" ContentType="application/vnd.openxmlformats-officedocument.presentationml.notesSlide+xml"/>
  <Override PartName="/ppt/notesSlides/notesSlide241.xml" ContentType="application/vnd.openxmlformats-officedocument.presentationml.notesSlide+xml"/>
  <Override PartName="/ppt/notesSlides/notesSlide242.xml" ContentType="application/vnd.openxmlformats-officedocument.presentationml.notesSlide+xml"/>
  <Override PartName="/ppt/notesSlides/notesSlide243.xml" ContentType="application/vnd.openxmlformats-officedocument.presentationml.notesSlide+xml"/>
  <Override PartName="/ppt/notesSlides/notesSlide244.xml" ContentType="application/vnd.openxmlformats-officedocument.presentationml.notesSlide+xml"/>
  <Override PartName="/ppt/notesSlides/notesSlide245.xml" ContentType="application/vnd.openxmlformats-officedocument.presentationml.notesSlide+xml"/>
  <Override PartName="/ppt/notesSlides/notesSlide246.xml" ContentType="application/vnd.openxmlformats-officedocument.presentationml.notesSlide+xml"/>
  <Override PartName="/ppt/notesSlides/notesSlide247.xml" ContentType="application/vnd.openxmlformats-officedocument.presentationml.notesSlide+xml"/>
  <Override PartName="/ppt/notesSlides/notesSlide248.xml" ContentType="application/vnd.openxmlformats-officedocument.presentationml.notesSlide+xml"/>
  <Override PartName="/ppt/notesSlides/notesSlide249.xml" ContentType="application/vnd.openxmlformats-officedocument.presentationml.notesSlide+xml"/>
  <Override PartName="/ppt/notesSlides/notesSlide250.xml" ContentType="application/vnd.openxmlformats-officedocument.presentationml.notesSlide+xml"/>
  <Override PartName="/ppt/notesSlides/notesSlide251.xml" ContentType="application/vnd.openxmlformats-officedocument.presentationml.notesSlide+xml"/>
  <Override PartName="/ppt/notesSlides/notesSlide252.xml" ContentType="application/vnd.openxmlformats-officedocument.presentationml.notesSlide+xml"/>
  <Override PartName="/ppt/notesSlides/notesSlide253.xml" ContentType="application/vnd.openxmlformats-officedocument.presentationml.notesSlide+xml"/>
  <Override PartName="/ppt/notesSlides/notesSlide254.xml" ContentType="application/vnd.openxmlformats-officedocument.presentationml.notesSlide+xml"/>
  <Override PartName="/ppt/notesSlides/notesSlide255.xml" ContentType="application/vnd.openxmlformats-officedocument.presentationml.notesSlide+xml"/>
  <Override PartName="/ppt/notesSlides/notesSlide256.xml" ContentType="application/vnd.openxmlformats-officedocument.presentationml.notesSlide+xml"/>
  <Override PartName="/ppt/notesSlides/notesSlide257.xml" ContentType="application/vnd.openxmlformats-officedocument.presentationml.notesSlide+xml"/>
  <Override PartName="/ppt/notesSlides/notesSlide258.xml" ContentType="application/vnd.openxmlformats-officedocument.presentationml.notesSlide+xml"/>
  <Override PartName="/ppt/notesSlides/notesSlide259.xml" ContentType="application/vnd.openxmlformats-officedocument.presentationml.notesSlide+xml"/>
  <Override PartName="/ppt/notesSlides/notesSlide260.xml" ContentType="application/vnd.openxmlformats-officedocument.presentationml.notesSlide+xml"/>
  <Override PartName="/ppt/notesSlides/notesSlide261.xml" ContentType="application/vnd.openxmlformats-officedocument.presentationml.notesSlide+xml"/>
  <Override PartName="/ppt/notesSlides/notesSlide262.xml" ContentType="application/vnd.openxmlformats-officedocument.presentationml.notesSlide+xml"/>
  <Override PartName="/ppt/notesSlides/notesSlide263.xml" ContentType="application/vnd.openxmlformats-officedocument.presentationml.notesSlide+xml"/>
  <Override PartName="/ppt/notesSlides/notesSlide264.xml" ContentType="application/vnd.openxmlformats-officedocument.presentationml.notesSlide+xml"/>
  <Override PartName="/ppt/notesSlides/notesSlide265.xml" ContentType="application/vnd.openxmlformats-officedocument.presentationml.notesSlide+xml"/>
  <Override PartName="/ppt/notesSlides/notesSlide266.xml" ContentType="application/vnd.openxmlformats-officedocument.presentationml.notesSlide+xml"/>
  <Override PartName="/ppt/notesSlides/notesSlide267.xml" ContentType="application/vnd.openxmlformats-officedocument.presentationml.notesSlide+xml"/>
  <Override PartName="/ppt/notesSlides/notesSlide268.xml" ContentType="application/vnd.openxmlformats-officedocument.presentationml.notesSlide+xml"/>
  <Override PartName="/ppt/notesSlides/notesSlide269.xml" ContentType="application/vnd.openxmlformats-officedocument.presentationml.notesSlide+xml"/>
  <Override PartName="/ppt/notesSlides/notesSlide270.xml" ContentType="application/vnd.openxmlformats-officedocument.presentationml.notesSlide+xml"/>
  <Override PartName="/ppt/notesSlides/notesSlide271.xml" ContentType="application/vnd.openxmlformats-officedocument.presentationml.notesSlide+xml"/>
  <Override PartName="/ppt/notesSlides/notesSlide272.xml" ContentType="application/vnd.openxmlformats-officedocument.presentationml.notesSlide+xml"/>
  <Override PartName="/ppt/notesSlides/notesSlide273.xml" ContentType="application/vnd.openxmlformats-officedocument.presentationml.notesSlide+xml"/>
  <Override PartName="/ppt/notesSlides/notesSlide274.xml" ContentType="application/vnd.openxmlformats-officedocument.presentationml.notesSlide+xml"/>
  <Override PartName="/ppt/notesSlides/notesSlide275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79"/>
  </p:notesMasterIdLst>
  <p:sldIdLst>
    <p:sldId id="256" r:id="rId2"/>
    <p:sldId id="297" r:id="rId165"/>
    <p:sldId id="298" r:id="rId166"/>
    <p:sldId id="437" r:id="rId167"/>
    <p:sldId id="438" r:id="rId168"/>
    <p:sldId id="439" r:id="rId169"/>
    <p:sldId id="548" r:id="rId170"/>
    <p:sldId id="440" r:id="rId171"/>
    <p:sldId id="441" r:id="rId172"/>
    <p:sldId id="442" r:id="rId173"/>
    <p:sldId id="443" r:id="rId174"/>
    <p:sldId id="536" r:id="rId175"/>
    <p:sldId id="444" r:id="rId176"/>
    <p:sldId id="445" r:id="rId177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49FB8A61-E404-4362-9606-E87F49058870}" v="1" dt="2026-08-20T01:30:35.583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59085" autoAdjust="0"/>
  </p:normalViewPr>
  <p:slideViewPr>
    <p:cSldViewPr snapToGrid="0" snapToObjects="1">
      <p:cViewPr varScale="1">
        <p:scale>
          <a:sx n="48" d="100"/>
          <a:sy n="48" d="100"/>
        </p:scale>
        <p:origin x="2002" y="5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70" Type="http://schemas.openxmlformats.org/officeDocument/2006/relationships/slide" Target="slides/slide169.xml"/><Relationship Id="rId279" Type="http://schemas.openxmlformats.org/officeDocument/2006/relationships/notesMaster" Target="notesMasters/notesMaster1.xml"/><Relationship Id="rId171" Type="http://schemas.openxmlformats.org/officeDocument/2006/relationships/slide" Target="slides/slide170.xml"/><Relationship Id="rId280" Type="http://schemas.openxmlformats.org/officeDocument/2006/relationships/presProps" Target="presProps.xml"/><Relationship Id="rId172" Type="http://schemas.openxmlformats.org/officeDocument/2006/relationships/slide" Target="slides/slide171.xml"/><Relationship Id="rId281" Type="http://schemas.openxmlformats.org/officeDocument/2006/relationships/viewProps" Target="viewProps.xml"/><Relationship Id="rId173" Type="http://schemas.openxmlformats.org/officeDocument/2006/relationships/slide" Target="slides/slide172.xml"/><Relationship Id="rId282" Type="http://schemas.openxmlformats.org/officeDocument/2006/relationships/theme" Target="theme/theme1.xml"/><Relationship Id="rId174" Type="http://schemas.openxmlformats.org/officeDocument/2006/relationships/slide" Target="slides/slide173.xml"/><Relationship Id="rId283" Type="http://schemas.openxmlformats.org/officeDocument/2006/relationships/tableStyles" Target="tableStyles.xml"/><Relationship Id="rId175" Type="http://schemas.openxmlformats.org/officeDocument/2006/relationships/slide" Target="slides/slide174.xml"/><Relationship Id="rId284" Type="http://schemas.microsoft.com/office/2016/11/relationships/changesInfo" Target="changesInfos/changesInfo1.xml"/><Relationship Id="rId165" Type="http://schemas.openxmlformats.org/officeDocument/2006/relationships/slide" Target="slides/slide164.xml"/><Relationship Id="rId176" Type="http://schemas.openxmlformats.org/officeDocument/2006/relationships/slide" Target="slides/slide175.xml"/><Relationship Id="rId285" Type="http://schemas.microsoft.com/office/2015/10/relationships/revisionInfo" Target="revisionInfo.xml"/><Relationship Id="rId166" Type="http://schemas.openxmlformats.org/officeDocument/2006/relationships/slide" Target="slides/slide165.xml"/><Relationship Id="rId1" Type="http://schemas.openxmlformats.org/officeDocument/2006/relationships/slideMaster" Target="slideMasters/slideMaster1.xml"/><Relationship Id="rId177" Type="http://schemas.openxmlformats.org/officeDocument/2006/relationships/slide" Target="slides/slide176.xml"/><Relationship Id="rId167" Type="http://schemas.openxmlformats.org/officeDocument/2006/relationships/slide" Target="slides/slide166.xml"/><Relationship Id="rId2" Type="http://schemas.openxmlformats.org/officeDocument/2006/relationships/slide" Target="slides/slide1.xml"/><Relationship Id="rId168" Type="http://schemas.openxmlformats.org/officeDocument/2006/relationships/slide" Target="slides/slide167.xml"/><Relationship Id="rId169" Type="http://schemas.openxmlformats.org/officeDocument/2006/relationships/slide" Target="slides/slide168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John Tittle" userId="c9414421e32e8042" providerId="LiveId" clId="{48C55722-1884-484D-BEBA-C6DAFFF89F9C}"/>
    <pc:docChg chg="undo custSel addSld modSld sldOrd">
      <pc:chgData name="John Tittle" userId="c9414421e32e8042" providerId="LiveId" clId="{48C55722-1884-484D-BEBA-C6DAFFF89F9C}" dt="2026-08-20T14:52:01.337" v="149" actId="20577"/>
      <pc:docMkLst>
        <pc:docMk/>
      </pc:docMkLst>
      <pc:sldChg chg="modSp mod">
        <pc:chgData name="John Tittle" userId="c9414421e32e8042" providerId="LiveId" clId="{48C55722-1884-484D-BEBA-C6DAFFF89F9C}" dt="2026-08-12T13:40:14.941" v="27" actId="1076"/>
        <pc:sldMkLst>
          <pc:docMk/>
          <pc:sldMk cId="0" sldId="256"/>
        </pc:sldMkLst>
        <pc:spChg chg="mod">
          <ac:chgData name="John Tittle" userId="c9414421e32e8042" providerId="LiveId" clId="{48C55722-1884-484D-BEBA-C6DAFFF89F9C}" dt="2026-08-12T13:40:14.941" v="27" actId="1076"/>
          <ac:spMkLst>
            <pc:docMk/>
            <pc:sldMk cId="0" sldId="256"/>
            <ac:spMk id="2" creationId="{00000000-0000-0000-0000-000000000000}"/>
          </ac:spMkLst>
        </pc:spChg>
      </pc:sldChg>
      <pc:sldChg chg="modSp mod ord">
        <pc:chgData name="John Tittle" userId="c9414421e32e8042" providerId="LiveId" clId="{48C55722-1884-484D-BEBA-C6DAFFF89F9C}" dt="2026-08-12T18:12:40.034" v="135" actId="20577"/>
        <pc:sldMkLst>
          <pc:docMk/>
          <pc:sldMk cId="0" sldId="259"/>
        </pc:sldMkLst>
        <pc:spChg chg="mod">
          <ac:chgData name="John Tittle" userId="c9414421e32e8042" providerId="LiveId" clId="{48C55722-1884-484D-BEBA-C6DAFFF89F9C}" dt="2026-08-12T18:12:40.034" v="135" actId="20577"/>
          <ac:spMkLst>
            <pc:docMk/>
            <pc:sldMk cId="0" sldId="259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6:56:06.378" v="33" actId="255"/>
        <pc:sldMkLst>
          <pc:docMk/>
          <pc:sldMk cId="0" sldId="262"/>
        </pc:sldMkLst>
        <pc:spChg chg="mod">
          <ac:chgData name="John Tittle" userId="c9414421e32e8042" providerId="LiveId" clId="{48C55722-1884-484D-BEBA-C6DAFFF89F9C}" dt="2026-08-12T16:56:06.378" v="33" actId="255"/>
          <ac:spMkLst>
            <pc:docMk/>
            <pc:sldMk cId="0" sldId="262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0:38.976" v="42" actId="255"/>
        <pc:sldMkLst>
          <pc:docMk/>
          <pc:sldMk cId="0" sldId="265"/>
        </pc:sldMkLst>
        <pc:spChg chg="mod">
          <ac:chgData name="John Tittle" userId="c9414421e32e8042" providerId="LiveId" clId="{48C55722-1884-484D-BEBA-C6DAFFF89F9C}" dt="2026-08-12T17:00:38.976" v="42" actId="255"/>
          <ac:spMkLst>
            <pc:docMk/>
            <pc:sldMk cId="0" sldId="265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5:16.529" v="87" actId="255"/>
        <pc:sldMkLst>
          <pc:docMk/>
          <pc:sldMk cId="0" sldId="268"/>
        </pc:sldMkLst>
        <pc:spChg chg="mod">
          <ac:chgData name="John Tittle" userId="c9414421e32e8042" providerId="LiveId" clId="{48C55722-1884-484D-BEBA-C6DAFFF89F9C}" dt="2026-08-12T17:05:16.529" v="87" actId="255"/>
          <ac:spMkLst>
            <pc:docMk/>
            <pc:sldMk cId="0" sldId="268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10:31.923" v="93" actId="255"/>
        <pc:sldMkLst>
          <pc:docMk/>
          <pc:sldMk cId="0" sldId="271"/>
        </pc:sldMkLst>
        <pc:spChg chg="mod">
          <ac:chgData name="John Tittle" userId="c9414421e32e8042" providerId="LiveId" clId="{48C55722-1884-484D-BEBA-C6DAFFF89F9C}" dt="2026-08-12T17:10:31.923" v="93" actId="255"/>
          <ac:spMkLst>
            <pc:docMk/>
            <pc:sldMk cId="0" sldId="271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3:06:41.035" v="25" actId="20577"/>
        <pc:sldMkLst>
          <pc:docMk/>
          <pc:sldMk cId="0" sldId="328"/>
        </pc:sldMkLst>
        <pc:spChg chg="mod">
          <ac:chgData name="John Tittle" userId="c9414421e32e8042" providerId="LiveId" clId="{48C55722-1884-484D-BEBA-C6DAFFF89F9C}" dt="2026-08-12T13:06:41.035" v="25" actId="20577"/>
          <ac:spMkLst>
            <pc:docMk/>
            <pc:sldMk cId="0" sldId="328"/>
            <ac:spMk id="4" creationId="{00000000-0000-0000-0000-000000000000}"/>
          </ac:spMkLst>
        </pc:spChg>
        <pc:spChg chg="mod">
          <ac:chgData name="John Tittle" userId="c9414421e32e8042" providerId="LiveId" clId="{48C55722-1884-484D-BEBA-C6DAFFF89F9C}" dt="2026-08-12T13:02:27.925" v="5" actId="255"/>
          <ac:spMkLst>
            <pc:docMk/>
            <pc:sldMk cId="0" sldId="328"/>
            <ac:spMk id="6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6:56:22.357" v="34" actId="255"/>
        <pc:sldMkLst>
          <pc:docMk/>
          <pc:sldMk cId="0" sldId="335"/>
        </pc:sldMkLst>
        <pc:spChg chg="mod">
          <ac:chgData name="John Tittle" userId="c9414421e32e8042" providerId="LiveId" clId="{48C55722-1884-484D-BEBA-C6DAFFF89F9C}" dt="2026-08-12T16:56:22.357" v="34" actId="255"/>
          <ac:spMkLst>
            <pc:docMk/>
            <pc:sldMk cId="0" sldId="335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3:01:28.747" v="4" actId="1076"/>
        <pc:sldMkLst>
          <pc:docMk/>
          <pc:sldMk cId="0" sldId="337"/>
        </pc:sldMkLst>
        <pc:picChg chg="mod">
          <ac:chgData name="John Tittle" userId="c9414421e32e8042" providerId="LiveId" clId="{48C55722-1884-484D-BEBA-C6DAFFF89F9C}" dt="2026-08-12T13:01:28.747" v="4" actId="1076"/>
          <ac:picMkLst>
            <pc:docMk/>
            <pc:sldMk cId="0" sldId="337"/>
            <ac:picMk id="5" creationId="{00000000-0000-0000-0000-000000000000}"/>
          </ac:picMkLst>
        </pc:picChg>
      </pc:sldChg>
      <pc:sldChg chg="modSp mod">
        <pc:chgData name="John Tittle" userId="c9414421e32e8042" providerId="LiveId" clId="{48C55722-1884-484D-BEBA-C6DAFFF89F9C}" dt="2026-08-12T16:59:26.993" v="41" actId="255"/>
        <pc:sldMkLst>
          <pc:docMk/>
          <pc:sldMk cId="0" sldId="340"/>
        </pc:sldMkLst>
        <pc:spChg chg="mod">
          <ac:chgData name="John Tittle" userId="c9414421e32e8042" providerId="LiveId" clId="{48C55722-1884-484D-BEBA-C6DAFFF89F9C}" dt="2026-08-12T16:59:26.993" v="41" actId="255"/>
          <ac:spMkLst>
            <pc:docMk/>
            <pc:sldMk cId="0" sldId="340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1:07.634" v="43" actId="255"/>
        <pc:sldMkLst>
          <pc:docMk/>
          <pc:sldMk cId="0" sldId="343"/>
        </pc:sldMkLst>
        <pc:spChg chg="mod">
          <ac:chgData name="John Tittle" userId="c9414421e32e8042" providerId="LiveId" clId="{48C55722-1884-484D-BEBA-C6DAFFF89F9C}" dt="2026-08-12T17:01:07.634" v="43" actId="255"/>
          <ac:spMkLst>
            <pc:docMk/>
            <pc:sldMk cId="0" sldId="343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1:28.623" v="44" actId="255"/>
        <pc:sldMkLst>
          <pc:docMk/>
          <pc:sldMk cId="0" sldId="344"/>
        </pc:sldMkLst>
        <pc:spChg chg="mod">
          <ac:chgData name="John Tittle" userId="c9414421e32e8042" providerId="LiveId" clId="{48C55722-1884-484D-BEBA-C6DAFFF89F9C}" dt="2026-08-12T17:01:28.623" v="44" actId="255"/>
          <ac:spMkLst>
            <pc:docMk/>
            <pc:sldMk cId="0" sldId="344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3:01.179" v="84" actId="20577"/>
        <pc:sldMkLst>
          <pc:docMk/>
          <pc:sldMk cId="0" sldId="346"/>
        </pc:sldMkLst>
        <pc:spChg chg="mod">
          <ac:chgData name="John Tittle" userId="c9414421e32e8042" providerId="LiveId" clId="{48C55722-1884-484D-BEBA-C6DAFFF89F9C}" dt="2026-08-12T17:03:01.179" v="84" actId="20577"/>
          <ac:spMkLst>
            <pc:docMk/>
            <pc:sldMk cId="0" sldId="346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4:20.092" v="86" actId="255"/>
        <pc:sldMkLst>
          <pc:docMk/>
          <pc:sldMk cId="0" sldId="347"/>
        </pc:sldMkLst>
        <pc:spChg chg="mod">
          <ac:chgData name="John Tittle" userId="c9414421e32e8042" providerId="LiveId" clId="{48C55722-1884-484D-BEBA-C6DAFFF89F9C}" dt="2026-08-12T17:04:20.092" v="86" actId="255"/>
          <ac:spMkLst>
            <pc:docMk/>
            <pc:sldMk cId="0" sldId="347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3:59.966" v="85" actId="255"/>
        <pc:sldMkLst>
          <pc:docMk/>
          <pc:sldMk cId="0" sldId="349"/>
        </pc:sldMkLst>
        <pc:spChg chg="mod">
          <ac:chgData name="John Tittle" userId="c9414421e32e8042" providerId="LiveId" clId="{48C55722-1884-484D-BEBA-C6DAFFF89F9C}" dt="2026-08-12T17:03:59.966" v="85" actId="255"/>
          <ac:spMkLst>
            <pc:docMk/>
            <pc:sldMk cId="0" sldId="349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5:37.103" v="88" actId="255"/>
        <pc:sldMkLst>
          <pc:docMk/>
          <pc:sldMk cId="0" sldId="353"/>
        </pc:sldMkLst>
        <pc:spChg chg="mod">
          <ac:chgData name="John Tittle" userId="c9414421e32e8042" providerId="LiveId" clId="{48C55722-1884-484D-BEBA-C6DAFFF89F9C}" dt="2026-08-12T17:05:37.103" v="88" actId="255"/>
          <ac:spMkLst>
            <pc:docMk/>
            <pc:sldMk cId="0" sldId="353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8:29.079" v="89" actId="255"/>
        <pc:sldMkLst>
          <pc:docMk/>
          <pc:sldMk cId="0" sldId="354"/>
        </pc:sldMkLst>
        <pc:spChg chg="mod">
          <ac:chgData name="John Tittle" userId="c9414421e32e8042" providerId="LiveId" clId="{48C55722-1884-484D-BEBA-C6DAFFF89F9C}" dt="2026-08-12T17:08:29.079" v="89" actId="255"/>
          <ac:spMkLst>
            <pc:docMk/>
            <pc:sldMk cId="0" sldId="354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8:54.113" v="90" actId="255"/>
        <pc:sldMkLst>
          <pc:docMk/>
          <pc:sldMk cId="0" sldId="356"/>
        </pc:sldMkLst>
        <pc:spChg chg="mod">
          <ac:chgData name="John Tittle" userId="c9414421e32e8042" providerId="LiveId" clId="{48C55722-1884-484D-BEBA-C6DAFFF89F9C}" dt="2026-08-12T17:08:54.113" v="90" actId="255"/>
          <ac:spMkLst>
            <pc:docMk/>
            <pc:sldMk cId="0" sldId="356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9:09.405" v="91" actId="255"/>
        <pc:sldMkLst>
          <pc:docMk/>
          <pc:sldMk cId="0" sldId="357"/>
        </pc:sldMkLst>
        <pc:spChg chg="mod">
          <ac:chgData name="John Tittle" userId="c9414421e32e8042" providerId="LiveId" clId="{48C55722-1884-484D-BEBA-C6DAFFF89F9C}" dt="2026-08-12T17:09:09.405" v="91" actId="255"/>
          <ac:spMkLst>
            <pc:docMk/>
            <pc:sldMk cId="0" sldId="357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9:24.932" v="92" actId="255"/>
        <pc:sldMkLst>
          <pc:docMk/>
          <pc:sldMk cId="0" sldId="358"/>
        </pc:sldMkLst>
        <pc:spChg chg="mod">
          <ac:chgData name="John Tittle" userId="c9414421e32e8042" providerId="LiveId" clId="{48C55722-1884-484D-BEBA-C6DAFFF89F9C}" dt="2026-08-12T17:09:24.932" v="92" actId="255"/>
          <ac:spMkLst>
            <pc:docMk/>
            <pc:sldMk cId="0" sldId="358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11:42.432" v="94" actId="255"/>
        <pc:sldMkLst>
          <pc:docMk/>
          <pc:sldMk cId="0" sldId="362"/>
        </pc:sldMkLst>
        <pc:spChg chg="mod">
          <ac:chgData name="John Tittle" userId="c9414421e32e8042" providerId="LiveId" clId="{48C55722-1884-484D-BEBA-C6DAFFF89F9C}" dt="2026-08-12T17:11:42.432" v="94" actId="255"/>
          <ac:spMkLst>
            <pc:docMk/>
            <pc:sldMk cId="0" sldId="362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12:19.976" v="95" actId="255"/>
        <pc:sldMkLst>
          <pc:docMk/>
          <pc:sldMk cId="0" sldId="363"/>
        </pc:sldMkLst>
        <pc:spChg chg="mod">
          <ac:chgData name="John Tittle" userId="c9414421e32e8042" providerId="LiveId" clId="{48C55722-1884-484D-BEBA-C6DAFFF89F9C}" dt="2026-08-12T17:12:19.976" v="95" actId="255"/>
          <ac:spMkLst>
            <pc:docMk/>
            <pc:sldMk cId="0" sldId="363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13:01.002" v="96" actId="255"/>
        <pc:sldMkLst>
          <pc:docMk/>
          <pc:sldMk cId="0" sldId="364"/>
        </pc:sldMkLst>
        <pc:spChg chg="mod">
          <ac:chgData name="John Tittle" userId="c9414421e32e8042" providerId="LiveId" clId="{48C55722-1884-484D-BEBA-C6DAFFF89F9C}" dt="2026-08-12T17:13:01.002" v="96" actId="255"/>
          <ac:spMkLst>
            <pc:docMk/>
            <pc:sldMk cId="0" sldId="364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13:13.863" v="97" actId="255"/>
        <pc:sldMkLst>
          <pc:docMk/>
          <pc:sldMk cId="0" sldId="365"/>
        </pc:sldMkLst>
        <pc:spChg chg="mod">
          <ac:chgData name="John Tittle" userId="c9414421e32e8042" providerId="LiveId" clId="{48C55722-1884-484D-BEBA-C6DAFFF89F9C}" dt="2026-08-12T17:13:13.863" v="97" actId="255"/>
          <ac:spMkLst>
            <pc:docMk/>
            <pc:sldMk cId="0" sldId="365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3:03:25.042" v="7" actId="255"/>
        <pc:sldMkLst>
          <pc:docMk/>
          <pc:sldMk cId="0" sldId="520"/>
        </pc:sldMkLst>
        <pc:spChg chg="mod">
          <ac:chgData name="John Tittle" userId="c9414421e32e8042" providerId="LiveId" clId="{48C55722-1884-484D-BEBA-C6DAFFF89F9C}" dt="2026-08-12T13:03:14.451" v="6" actId="255"/>
          <ac:spMkLst>
            <pc:docMk/>
            <pc:sldMk cId="0" sldId="520"/>
            <ac:spMk id="220" creationId="{00000000-0000-0000-0000-000000000000}"/>
          </ac:spMkLst>
        </pc:spChg>
        <pc:spChg chg="mod">
          <ac:chgData name="John Tittle" userId="c9414421e32e8042" providerId="LiveId" clId="{48C55722-1884-484D-BEBA-C6DAFFF89F9C}" dt="2026-08-12T13:03:25.042" v="7" actId="255"/>
          <ac:spMkLst>
            <pc:docMk/>
            <pc:sldMk cId="0" sldId="520"/>
            <ac:spMk id="221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6:57:49.209" v="40" actId="1076"/>
        <pc:sldMkLst>
          <pc:docMk/>
          <pc:sldMk cId="0" sldId="522"/>
        </pc:sldMkLst>
        <pc:spChg chg="mod">
          <ac:chgData name="John Tittle" userId="c9414421e32e8042" providerId="LiveId" clId="{48C55722-1884-484D-BEBA-C6DAFFF89F9C}" dt="2026-08-12T16:57:49.209" v="40" actId="1076"/>
          <ac:spMkLst>
            <pc:docMk/>
            <pc:sldMk cId="0" sldId="522"/>
            <ac:spMk id="242" creationId="{00000000-0000-0000-0000-000000000000}"/>
          </ac:spMkLst>
        </pc:spChg>
        <pc:spChg chg="mod">
          <ac:chgData name="John Tittle" userId="c9414421e32e8042" providerId="LiveId" clId="{48C55722-1884-484D-BEBA-C6DAFFF89F9C}" dt="2026-08-12T16:57:19.041" v="35" actId="255"/>
          <ac:spMkLst>
            <pc:docMk/>
            <pc:sldMk cId="0" sldId="522"/>
            <ac:spMk id="243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3:01:11.684" v="2" actId="255"/>
        <pc:sldMkLst>
          <pc:docMk/>
          <pc:sldMk cId="0" sldId="523"/>
        </pc:sldMkLst>
        <pc:spChg chg="mod">
          <ac:chgData name="John Tittle" userId="c9414421e32e8042" providerId="LiveId" clId="{48C55722-1884-484D-BEBA-C6DAFFF89F9C}" dt="2026-08-12T13:00:43.184" v="0" actId="255"/>
          <ac:spMkLst>
            <pc:docMk/>
            <pc:sldMk cId="0" sldId="523"/>
            <ac:spMk id="260" creationId="{00000000-0000-0000-0000-000000000000}"/>
          </ac:spMkLst>
        </pc:spChg>
        <pc:spChg chg="mod">
          <ac:chgData name="John Tittle" userId="c9414421e32e8042" providerId="LiveId" clId="{48C55722-1884-484D-BEBA-C6DAFFF89F9C}" dt="2026-08-12T13:00:54.805" v="1" actId="255"/>
          <ac:spMkLst>
            <pc:docMk/>
            <pc:sldMk cId="0" sldId="523"/>
            <ac:spMk id="261" creationId="{00000000-0000-0000-0000-000000000000}"/>
          </ac:spMkLst>
        </pc:spChg>
        <pc:spChg chg="mod">
          <ac:chgData name="John Tittle" userId="c9414421e32e8042" providerId="LiveId" clId="{48C55722-1884-484D-BEBA-C6DAFFF89F9C}" dt="2026-08-12T13:01:11.684" v="2" actId="255"/>
          <ac:spMkLst>
            <pc:docMk/>
            <pc:sldMk cId="0" sldId="523"/>
            <ac:spMk id="262" creationId="{00000000-0000-0000-0000-000000000000}"/>
          </ac:spMkLst>
        </pc:spChg>
      </pc:sldChg>
      <pc:sldChg chg="modSp mod ord">
        <pc:chgData name="John Tittle" userId="c9414421e32e8042" providerId="LiveId" clId="{48C55722-1884-484D-BEBA-C6DAFFF89F9C}" dt="2026-08-12T15:53:10.639" v="32"/>
        <pc:sldMkLst>
          <pc:docMk/>
          <pc:sldMk cId="0" sldId="546"/>
        </pc:sldMkLst>
        <pc:spChg chg="mod">
          <ac:chgData name="John Tittle" userId="c9414421e32e8042" providerId="LiveId" clId="{48C55722-1884-484D-BEBA-C6DAFFF89F9C}" dt="2026-08-12T15:25:26.241" v="28" actId="255"/>
          <ac:spMkLst>
            <pc:docMk/>
            <pc:sldMk cId="0" sldId="546"/>
            <ac:spMk id="231" creationId="{00000000-0000-0000-0000-000000000000}"/>
          </ac:spMkLst>
        </pc:spChg>
      </pc:sldChg>
      <pc:sldChg chg="modSp mod ord">
        <pc:chgData name="John Tittle" userId="c9414421e32e8042" providerId="LiveId" clId="{48C55722-1884-484D-BEBA-C6DAFFF89F9C}" dt="2026-08-20T01:26:03.976" v="147"/>
        <pc:sldMkLst>
          <pc:docMk/>
          <pc:sldMk cId="0" sldId="547"/>
        </pc:sldMkLst>
        <pc:spChg chg="mod">
          <ac:chgData name="John Tittle" userId="c9414421e32e8042" providerId="LiveId" clId="{48C55722-1884-484D-BEBA-C6DAFFF89F9C}" dt="2026-08-12T18:13:34.327" v="143" actId="20577"/>
          <ac:spMkLst>
            <pc:docMk/>
            <pc:sldMk cId="0" sldId="547"/>
            <ac:spMk id="240" creationId="{00000000-0000-0000-0000-000000000000}"/>
          </ac:spMkLst>
        </pc:spChg>
      </pc:sldChg>
      <pc:sldChg chg="addSp modSp">
        <pc:chgData name="John Tittle" userId="c9414421e32e8042" providerId="LiveId" clId="{48C55722-1884-484D-BEBA-C6DAFFF89F9C}" dt="2026-08-13T18:04:10.115" v="145"/>
        <pc:sldMkLst>
          <pc:docMk/>
          <pc:sldMk cId="0" sldId="548"/>
        </pc:sldMkLst>
        <pc:picChg chg="add mod">
          <ac:chgData name="John Tittle" userId="c9414421e32e8042" providerId="LiveId" clId="{48C55722-1884-484D-BEBA-C6DAFFF89F9C}" dt="2026-08-13T18:04:10.115" v="145"/>
          <ac:picMkLst>
            <pc:docMk/>
            <pc:sldMk cId="0" sldId="548"/>
            <ac:picMk id="5" creationId="{57A95D7D-1063-6D30-607C-E5502D8C3B9D}"/>
          </ac:picMkLst>
        </pc:picChg>
      </pc:sldChg>
      <pc:sldChg chg="add">
        <pc:chgData name="John Tittle" userId="c9414421e32e8042" providerId="LiveId" clId="{48C55722-1884-484D-BEBA-C6DAFFF89F9C}" dt="2026-08-20T01:30:35.577" v="148"/>
        <pc:sldMkLst>
          <pc:docMk/>
          <pc:sldMk cId="2484547825" sldId="553"/>
        </pc:sldMkLst>
      </pc:sldChg>
      <pc:sldChg chg="modNotes">
        <pc:chgData name="John Tittle" userId="c9414421e32e8042" providerId="LiveId" clId="{48C55722-1884-484D-BEBA-C6DAFFF89F9C}" dt="2026-08-20T14:52:01.337" v="149" actId="20577"/>
        <pc:sldMkLst>
          <pc:docMk/>
          <pc:sldMk cId="0" sldId="554"/>
        </pc:sldMkLst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notesStyle>
    <a:lvl1pPr>
      <a:defRPr sz="1200"/>
    </a:lvl1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16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4.xml"/><Relationship Id="rId1" Type="http://schemas.openxmlformats.org/officeDocument/2006/relationships/notesMaster" Target="../notesMasters/notesMaster1.xml"/></Relationships>
</file>

<file path=ppt/notesSlides/_rels/notesSlide16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5.xml"/><Relationship Id="rId1" Type="http://schemas.openxmlformats.org/officeDocument/2006/relationships/notesMaster" Target="../notesMasters/notesMaster1.xml"/></Relationships>
</file>

<file path=ppt/notesSlides/_rels/notesSlide16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6.xml"/><Relationship Id="rId1" Type="http://schemas.openxmlformats.org/officeDocument/2006/relationships/notesMaster" Target="../notesMasters/notesMaster1.xml"/></Relationships>
</file>

<file path=ppt/notesSlides/_rels/notesSlide16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7.xml"/><Relationship Id="rId1" Type="http://schemas.openxmlformats.org/officeDocument/2006/relationships/notesMaster" Target="../notesMasters/notesMaster1.xml"/></Relationships>
</file>

<file path=ppt/notesSlides/_rels/notesSlide16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8.xml"/><Relationship Id="rId1" Type="http://schemas.openxmlformats.org/officeDocument/2006/relationships/notesMaster" Target="../notesMasters/notesMaster1.xml"/></Relationships>
</file>

<file path=ppt/notesSlides/_rels/notesSlide16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9.xml"/><Relationship Id="rId1" Type="http://schemas.openxmlformats.org/officeDocument/2006/relationships/notesMaster" Target="../notesMasters/notesMaster1.xml"/></Relationships>
</file>

<file path=ppt/notesSlides/_rels/notesSlide16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0.xml"/><Relationship Id="rId1" Type="http://schemas.openxmlformats.org/officeDocument/2006/relationships/notesMaster" Target="../notesMasters/notesMaster1.xml"/></Relationships>
</file>

<file path=ppt/notesSlides/_rels/notesSlide16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1.xml"/><Relationship Id="rId1" Type="http://schemas.openxmlformats.org/officeDocument/2006/relationships/notesMaster" Target="../notesMasters/notesMaster1.xml"/></Relationships>
</file>

<file path=ppt/notesSlides/_rels/notesSlide17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2.xml"/><Relationship Id="rId1" Type="http://schemas.openxmlformats.org/officeDocument/2006/relationships/notesMaster" Target="../notesMasters/notesMaster1.xml"/></Relationships>
</file>

<file path=ppt/notesSlides/_rels/notesSlide17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3.xml"/><Relationship Id="rId1" Type="http://schemas.openxmlformats.org/officeDocument/2006/relationships/notesMaster" Target="../notesMasters/notesMaster1.xml"/></Relationships>
</file>

<file path=ppt/notesSlides/_rels/notesSlide17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4.xml"/><Relationship Id="rId1" Type="http://schemas.openxmlformats.org/officeDocument/2006/relationships/notesMaster" Target="../notesMasters/notesMaster1.xml"/></Relationships>
</file>

<file path=ppt/notesSlides/_rels/notesSlide17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5.xml"/><Relationship Id="rId1" Type="http://schemas.openxmlformats.org/officeDocument/2006/relationships/notesMaster" Target="../notesMasters/notesMaster1.xml"/></Relationships>
</file>

<file path=ppt/notesSlides/_rels/notesSlide17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DECK TITLE · pre-session · DIVIDER</a:t>
            </a:r>
          </a:p>
          <a:p>
            <a:r>
              <a:rPr lang="en-US" sz="1200"/>
              <a:t>On screen as the room assembles on night one. All Scripture ESV; the plans carry the scripts; these slides carry the room — and these notes carry you.</a:t>
            </a:r>
          </a:p>
        </p:txBody>
      </p:sp>
    </p:spTree>
  </p:cSld>
  <p:clrMapOvr>
    <a:masterClrMapping/>
  </p:clrMapOvr>
</p:notes>
</file>

<file path=ppt/notesSlides/notesSlide1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S13 · pre-session · DIVIDER</a:t>
            </a:r>
          </a:p>
          <a:p>
            <a:r>
              <a:rPr lang="en-US" sz="1200"/>
              <a:t>On screen through dinner and as the circle forms. Greet at the door — the slide holds the room.</a:t>
            </a:r>
          </a:p>
        </p:txBody>
      </p:sp>
    </p:spTree>
  </p:cSld>
  <p:clrMapOvr>
    <a:masterClrMapping/>
  </p:clrMapOvr>
</p:notes>
</file>

<file path=ppt/notesSlides/notesSlide1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S13 · 7:00–7:08 · LEAD: CONTAINER HOLDER CIRCLE</a:t>
            </a:r>
          </a:p>
          <a:p>
            <a:r>
              <a:rPr lang="en-US" sz="1200"/>
              <a:t>BEATS: 1. Aaronic blessing first. 2. Container reminder: what is said here stays here; nothing is required. 3. Frame the turn: eleven weeks looked inward and upward — today we turn outward to Mission: what was prepared for us to do, and to be. 4. Walk today's road briefly: teaching, two pair exercises, merge, practice, blessing.</a:t>
            </a:r>
          </a:p>
          <a:p>
            <a:r>
              <a:rPr lang="en-US" sz="1200"/>
              <a:t>GUARD: Mission is bigger than career — say it early; today is not a what-will-you-do-for-a-living night.</a:t>
            </a:r>
          </a:p>
        </p:txBody>
      </p:sp>
    </p:spTree>
  </p:cSld>
  <p:clrMapOvr>
    <a:masterClrMapping/>
  </p:clrMapOvr>
</p:notes>
</file>

<file path=ppt/notesSlides/notesSlide1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S13 · 7:00–7:08 · LEAD: CONTAINER HOLDER CIRCLE</a:t>
            </a:r>
          </a:p>
          <a:p>
            <a:r>
              <a:rPr lang="en-US" sz="1200"/>
              <a:t>BEATS: 1. Run the familiar open, unhurried: blessing; the four conditions — Safe, Present, Clear, Intentional; phones away. 2. Keep the container reminder brief today: what is said here stays here; nothing is required. 3. Settle the room before moving on — settled beats punctual.</a:t>
            </a:r>
          </a:p>
        </p:txBody>
      </p:sp>
    </p:spTree>
  </p:cSld>
  <p:clrMapOvr>
    <a:masterClrMapping/>
  </p:clrMapOvr>
</p:notes>
</file>

<file path=ppt/notesSlides/notesSlide1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S13 · 7:08–7:25 · LEAD: CONTAINER HOLDER CIRCLE</a:t>
            </a:r>
          </a:p>
          <a:p>
            <a:r>
              <a:rPr lang="en-US" sz="1200"/>
              <a:t>BEATS: 1. Name the thread: Any Doubts? and the Personal Doubts Inventory carried since the break. 2. Invite one sentence on how it landed — 'I didn't get to it' counts. 3. Take two or three voluntary contributions; receive without commentary.</a:t>
            </a:r>
          </a:p>
          <a:p>
            <a:r>
              <a:rPr lang="en-US" sz="1200"/>
              <a:t>CUES: The arranged parent (Run Card) offers the first sentence — never a cold call on a teen; pass anytime.</a:t>
            </a:r>
          </a:p>
        </p:txBody>
      </p:sp>
    </p:spTree>
  </p:cSld>
  <p:clrMapOvr>
    <a:masterClrMapping/>
  </p:clrMapOvr>
</p:notes>
</file>

<file path=ppt/notesSlides/notesSlide1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S13 · 7:25–7:35 · LEAD: CONTENT PRESENTER CIRCLE</a:t>
            </a:r>
          </a:p>
          <a:p>
            <a:r>
              <a:rPr lang="en-US" sz="1200"/>
              <a:t>BEATS: 1. Read Ephesians 2:10 slowly — the works were prepared; our job is to walk in them. 2. Whiteboard both columns: UPHILL = what I do (goal, plan, effort); DOWNHILL = what I am — what the room gets when I am most myself and most aligned with the Spirit. 3. The test: when I am not performing, what do the people around me get to be? 4. End with your OWN downhill answer — 90 seconds, specific, unpolished; the teens calibrate against your honesty. Give the version a spouse would recognize, not the resume.</a:t>
            </a:r>
          </a:p>
          <a:p>
            <a:r>
              <a:rPr lang="en-US" sz="1200"/>
              <a:t>GUARD: Mission is not career — reframe career drift on the spot.</a:t>
            </a:r>
          </a:p>
        </p:txBody>
      </p:sp>
    </p:spTree>
  </p:cSld>
  <p:clrMapOvr>
    <a:masterClrMapping/>
  </p:clrMapOvr>
</p:notes>
</file>

<file path=ppt/notesSlides/notesSlide1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S13 · 7:25–7:35 · LEAD: CONTENT PRESENTER</a:t>
            </a:r>
          </a:p>
          <a:p>
            <a:r>
              <a:rPr lang="en-US" sz="1200"/>
              <a:t>SUB: the founder's own diagram — his life drawn as a sailing chart. A substitute may teach it simply from the slide, or let it stand while running the plan's Block 3 script.</a:t>
            </a:r>
          </a:p>
          <a:p>
            <a:r>
              <a:rPr lang="en-US" sz="1200"/>
              <a:t>BEATS:</a:t>
            </a:r>
          </a:p>
          <a:p>
            <a:r>
              <a:rPr lang="en-US" sz="1200"/>
              <a:t>1. After uphill/downhill lands, show the chart: the straight line to God's goal is unsailable — headwinds, direct opposition.</a:t>
            </a:r>
          </a:p>
          <a:p>
            <a:r>
              <a:rPr lang="en-US" sz="1200"/>
              <a:t>2. A sailor gains against a headwind by tacking, leg by leg at forty-five degrees. Each leg IS God's direction — and each is a transformative learning path (Ephesians 2:10: works prepared beforehand, walked into leg by leg).</a:t>
            </a:r>
          </a:p>
          <a:p>
            <a:r>
              <a:rPr lang="en-US" sz="1200"/>
              <a:t>3. The turns are heard, not seen. Stop listening mid-leg and you don't crash — you drift past the turn, competent and off-course.</a:t>
            </a:r>
          </a:p>
          <a:p>
            <a:r>
              <a:rPr lang="en-US" sz="1200"/>
              <a:t>4. The threads: what leg A taught, leg C needed. Nobody sees that forward; everybody sees it looking back. Invite one backward look — name a past leg that trained you for a later one.</a:t>
            </a:r>
          </a:p>
          <a:p>
            <a:r>
              <a:rPr lang="en-US" sz="1200"/>
              <a:t>GUARD: testimony architecture, not a demand for a tidy life-map — some in the room are mid-leg and cannot see any pattern yet; say so.</a:t>
            </a:r>
          </a:p>
        </p:txBody>
      </p:sp>
    </p:spTree>
  </p:cSld>
  <p:clrMapOvr>
    <a:masterClrMapping/>
  </p:clrMapOvr>
</p:notes>
</file>

<file path=ppt/notesSlides/notesSlide1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S13 · 7:35–7:36 · LEAD: CONTENT PRESENTER CIRCLE</a:t>
            </a:r>
          </a:p>
          <a:p>
            <a:r>
              <a:rPr lang="en-US" sz="1200"/>
              <a:t>BEATS: 1. Frame the two exercises: Gifts and Passions (~20 min, H13.1), then Downhill Mission (~20 min, H13.2) — each person ends by naming one downhill sentence to the pair. 2. Pray the sending prayer. 3. Name each pair's families and its Companion; send them for forty minutes.</a:t>
            </a:r>
          </a:p>
          <a:p>
            <a:r>
              <a:rPr lang="en-US" sz="1200"/>
              <a:t>CUES: A parent opens each sharing round — arranged this week (Run Card), never a cold call on a teen; teens choose their own depth; pass holds. About ten or fewer today? Skip the split — one circle.</a:t>
            </a:r>
          </a:p>
        </p:txBody>
      </p:sp>
    </p:spTree>
  </p:cSld>
  <p:clrMapOvr>
    <a:masterClrMapping/>
  </p:clrMapOvr>
</p:notes>
</file>

<file path=ppt/notesSlides/notesSlide1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S13 · 7:36–8:18 · LEAD: CONTENT PRESENTER · FAMILY PAIRS</a:t>
            </a:r>
          </a:p>
          <a:p>
            <a:r>
              <a:rPr lang="en-US" sz="1200"/>
              <a:t>BEATS: 1. Phase 1 — Gifts (~20): ten quiet minutes on H13.1, then 60-second shares; the pair affirms briefly and specifically. 2. Phase 2 — Downhill (~20): five minutes on H13.2, then 90-second rounds: the person names their answer, the pair adds what it has actually seen; family speaking to family lands deepest. 3. If time compresses, compress the gifts, never the downhill.</a:t>
            </a:r>
          </a:p>
          <a:p>
            <a:r>
              <a:rPr lang="en-US" sz="1200"/>
              <a:t>CUES: The arranged parent goes first in each round (Run Card); never cold-call a teen; pass anytime.</a:t>
            </a:r>
          </a:p>
          <a:p>
            <a:r>
              <a:rPr lang="en-US" sz="1200"/>
              <a:t>GUARD: Push generic to specific — what does the person you're helping get to be? Witness means concrete moments, not flattery. If grief surfaces ('I haven't been doing this for years'), receive without rushing — it is part of the recognition.</a:t>
            </a:r>
          </a:p>
        </p:txBody>
      </p:sp>
    </p:spTree>
  </p:cSld>
  <p:clrMapOvr>
    <a:masterClrMapping/>
  </p:clrMapOvr>
</p:notes>
</file>

<file path=ppt/notesSlides/notesSlide1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S13 · 8:18–8:20 · LEAD: CONTENT PRESENTER CIRCLE</a:t>
            </a:r>
          </a:p>
          <a:p>
            <a:r>
              <a:rPr lang="en-US" sz="1200"/>
              <a:t>BEATS: 1. Ask no one to repeat their downhill answer — what was named in the pair stays there. 2. One sentence per leadsanion: a general observation, no names. 3. One brief observation from you across the room. 4. Land it: today's answer is a working draft — closer to true than the resume version, and it will deepen.</a:t>
            </a:r>
          </a:p>
          <a:p>
            <a:r>
              <a:rPr lang="en-US" sz="1200"/>
              <a:t>GUARD: Five minutes only — this block gave its other five to the feedback round; a sentence each.</a:t>
            </a:r>
          </a:p>
        </p:txBody>
      </p:sp>
    </p:spTree>
  </p:cSld>
  <p:clrMapOvr>
    <a:masterClrMapping/>
  </p:clrMapOvr>
</p:notes>
</file>

<file path=ppt/notesSlides/notesSlide17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S13 · 8:20–8:24 · LEAD: CONTENT PRESENTER CIRCLE (Parent Co-Companion leads if present)</a:t>
            </a:r>
          </a:p>
          <a:p>
            <a:r>
              <a:rPr lang="en-US" sz="1200"/>
              <a:t>BEATS: 1. The practice: ONE small action this week aligned with your downhill answer — specific, small, not a campaign; journal what happens (H13.3). 2. The road ahead: Week 15 is the Rhythm night and finishes today's mission work; Week 21 is the family commissioning — bring the whole family, 6:30 start, light food at 6:00, details by email; Week 22 commissions the Companions-in-Formation — come to witness.</a:t>
            </a:r>
          </a:p>
          <a:p>
            <a:r>
              <a:rPr lang="en-US" sz="1200"/>
              <a:t>GUARD: Be explicit and warm about Week 21 — people leave today deciding who to bring. Adjust specifics to the actual closing-weeks plan.</a:t>
            </a:r>
          </a:p>
        </p:txBody>
      </p:sp>
    </p:spTree>
  </p:cSld>
  <p:clrMapOvr>
    <a:masterClrMapping/>
  </p:clrMapOvr>
</p:notes>
</file>

<file path=ppt/notesSlides/notesSlide17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S13 · 8:20–8:24 · LEAD: CONTENT PRESENTER CIRCLE</a:t>
            </a:r>
          </a:p>
          <a:p>
            <a:r>
              <a:rPr lang="en-US" sz="1200"/>
              <a:t>BEATS: 1. Point to the check-off card: the morning question and the session journal note, daily, carried forward. 2. One-time boxes: the one small downhill action, and the Doubts Inventory kept alive. 3. Say the card's spirit: a missed box is never failure — it is an invitation to return; filled or half-filled, come back evenings.</a:t>
            </a:r>
          </a:p>
        </p:txBody>
      </p:sp>
    </p:spTree>
  </p:cSld>
  <p:clrMapOvr>
    <a:masterClrMapping/>
  </p:clrMapOvr>
</p:notes>
</file>

<file path=ppt/notesSlides/notesSlide17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S13 · 8:24–8:28 · LEAD: BOTH LEADERS CIRCLE</a:t>
            </a:r>
          </a:p>
          <a:p>
            <a:r>
              <a:rPr lang="en-US" sz="1200"/>
              <a:t>BEATS: 1. The leader's three, same as every week: what went well; what I'd do differently; what I'd tell someone teaching today's process. 2. Then the room, same two questions — two or three voices each is plenty. 3. Receive without defending — 'thank you' is the whole response.</a:t>
            </a:r>
          </a:p>
          <a:p>
            <a:r>
              <a:rPr lang="en-US" sz="1200"/>
              <a:t>CUES: If a teen led today, they answer first, the adult second; the room's feedback covers both. The round may be dropped if the room needs something else — dropping it twice running goes to the team debrief.</a:t>
            </a:r>
          </a:p>
        </p:txBody>
      </p:sp>
    </p:spTree>
  </p:cSld>
  <p:clrMapOvr>
    <a:masterClrMapping/>
  </p:clrMapOvr>
</p:notes>
</file>

<file path=ppt/notesSlides/notesSlide17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S13 · 8:28–8:30 · LEAD: CONTAINER HOLDER CIRCLE</a:t>
            </a:r>
          </a:p>
          <a:p>
            <a:r>
              <a:rPr lang="en-US" sz="1200"/>
              <a:t>BEATS: 1. What was named in your pair is yours — carry it gently; the downhill answer keeps deepening across the week. 2. Open the door for the heavy: shadow-mission recognition or mid-life vocational grief — reach out; the team is walking with you, especially before when we gather. 3. Aaronic blessing, hands up if you want; send them warmly.</a:t>
            </a:r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16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6.jpg"/><Relationship Id="rId2" Type="http://schemas.openxmlformats.org/officeDocument/2006/relationships/notesSlide" Target="../notesSlides/notesSlide162.xml"/><Relationship Id="rId1" Type="http://schemas.openxmlformats.org/officeDocument/2006/relationships/slideLayout" Target="../slideLayouts/slideLayout7.xml"/></Relationships>
</file>

<file path=ppt/slides/_rels/slide16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g"/><Relationship Id="rId2" Type="http://schemas.openxmlformats.org/officeDocument/2006/relationships/notesSlide" Target="../notesSlides/notesSlide163.xml"/><Relationship Id="rId1" Type="http://schemas.openxmlformats.org/officeDocument/2006/relationships/slideLayout" Target="../slideLayouts/slideLayout7.xml"/></Relationships>
</file>

<file path=ppt/slides/_rels/slide16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4.xml"/><Relationship Id="rId1" Type="http://schemas.openxmlformats.org/officeDocument/2006/relationships/slideLayout" Target="../slideLayouts/slideLayout7.xml"/></Relationships>
</file>

<file path=ppt/slides/_rels/slide16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jpg"/><Relationship Id="rId2" Type="http://schemas.openxmlformats.org/officeDocument/2006/relationships/notesSlide" Target="../notesSlides/notesSlide165.xml"/><Relationship Id="rId1" Type="http://schemas.openxmlformats.org/officeDocument/2006/relationships/slideLayout" Target="../slideLayouts/slideLayout7.xml"/></Relationships>
</file>

<file path=ppt/slides/_rels/slide16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6.xml"/><Relationship Id="rId1" Type="http://schemas.openxmlformats.org/officeDocument/2006/relationships/slideLayout" Target="../slideLayouts/slideLayout7.xml"/></Relationships>
</file>

<file path=ppt/slides/_rels/slide16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7.svg"/><Relationship Id="rId2" Type="http://schemas.openxmlformats.org/officeDocument/2006/relationships/notesSlide" Target="../notesSlides/notesSlide167.xml"/><Relationship Id="rId1" Type="http://schemas.openxmlformats.org/officeDocument/2006/relationships/slideLayout" Target="../slideLayouts/slideLayout7.xml"/></Relationships>
</file>

<file path=ppt/slides/_rels/slide17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8.xml"/><Relationship Id="rId1" Type="http://schemas.openxmlformats.org/officeDocument/2006/relationships/slideLayout" Target="../slideLayouts/slideLayout7.xml"/></Relationships>
</file>

<file path=ppt/slides/_rels/slide17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9.xml"/><Relationship Id="rId1" Type="http://schemas.openxmlformats.org/officeDocument/2006/relationships/slideLayout" Target="../slideLayouts/slideLayout7.xml"/></Relationships>
</file>

<file path=ppt/slides/_rels/slide17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0.xml"/><Relationship Id="rId1" Type="http://schemas.openxmlformats.org/officeDocument/2006/relationships/slideLayout" Target="../slideLayouts/slideLayout7.xml"/></Relationships>
</file>

<file path=ppt/slides/_rels/slide17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jpg"/><Relationship Id="rId2" Type="http://schemas.openxmlformats.org/officeDocument/2006/relationships/notesSlide" Target="../notesSlides/notesSlide171.xml"/><Relationship Id="rId1" Type="http://schemas.openxmlformats.org/officeDocument/2006/relationships/slideLayout" Target="../slideLayouts/slideLayout7.xml"/></Relationships>
</file>

<file path=ppt/slides/_rels/slide17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8.png"/><Relationship Id="rId2" Type="http://schemas.openxmlformats.org/officeDocument/2006/relationships/notesSlide" Target="../notesSlides/notesSlide172.xml"/><Relationship Id="rId1" Type="http://schemas.openxmlformats.org/officeDocument/2006/relationships/slideLayout" Target="../slideLayouts/slideLayout7.xml"/></Relationships>
</file>

<file path=ppt/slides/_rels/slide175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jpg"/><Relationship Id="rId2" Type="http://schemas.openxmlformats.org/officeDocument/2006/relationships/notesSlide" Target="../notesSlides/notesSlide173.xml"/><Relationship Id="rId1" Type="http://schemas.openxmlformats.org/officeDocument/2006/relationships/slideLayout" Target="../slideLayouts/slideLayout7.xml"/></Relationships>
</file>

<file path=ppt/slides/_rels/slide17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4.xml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C5F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4c-trail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12480" y="1418285"/>
            <a:ext cx="3291840" cy="4021429"/>
          </a:xfrm>
          <a:prstGeom prst="rect">
            <a:avLst/>
          </a:prstGeom>
          <a:ln w="76200">
            <a:solidFill>
              <a:srgbClr val="FFFFFF"/>
            </a:solidFill>
          </a:ln>
          <a:effectLst>
            <a:outerShdw blurRad="63500" dist="25400" dir="5400000" rotWithShape="0">
              <a:srgbClr val="000000">
                <a:alpha val="35000"/>
              </a:srgbClr>
            </a:outerShdw>
          </a:effectLst>
        </p:spPr>
      </p:pic>
      <p:sp>
        <p:nvSpPr>
          <p:cNvPr id="4" name="TextBox 3"/>
          <p:cNvSpPr txBox="1"/>
          <p:nvPr/>
        </p:nvSpPr>
        <p:spPr>
          <a:xfrm>
            <a:off x="914400" y="1920240"/>
            <a:ext cx="722376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4000" b="1" i="0">
                <a:solidFill>
                  <a:srgbClr val="FFFFFF"/>
                </a:solidFill>
                <a:latin typeface="Cambria"/>
              </a:rPr>
              <a:t>Fellowship of the Heart</a:t>
            </a:r>
          </a:p>
          <a:p>
            <a:pPr algn="l">
              <a:spcAft>
                <a:spcPts val="600"/>
              </a:spcAft>
            </a:pPr>
            <a:r>
              <a:rPr sz="2000" b="0" i="1">
                <a:solidFill>
                  <a:srgbClr val="E4EFDA"/>
                </a:solidFill>
                <a:latin typeface="Calibri"/>
              </a:rPr>
              <a:t>Getting Started — the Four Connects, walked around the table on alternating evenings</a:t>
            </a:r>
          </a:p>
          <a:p>
            <a:pPr algn="l">
              <a:spcAft>
                <a:spcPts val="600"/>
              </a:spcAft>
            </a:pPr>
            <a:r>
              <a:rPr sz="1800" b="0" i="0">
                <a:solidFill>
                  <a:srgbClr val="97BC62"/>
                </a:solidFill>
                <a:latin typeface="Calibri"/>
              </a:rPr>
              <a:t>Evening Series 2026–27  ·  at the Tittle home  ·  v1.5E DRAFT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5943600"/>
            <a:ext cx="9966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0" i="1">
                <a:solidFill>
                  <a:srgbClr val="E4EFDA"/>
                </a:solidFill>
                <a:latin typeface="Calibri"/>
              </a:rPr>
              <a:t>All Scripture: ESV  ·  The Companion lesson plans carry the full scripts — these slides carry the room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1</a:t>
            </a:r>
            <a:endParaRPr sz="1000" b="1">
              <a:solidFill>
                <a:srgbClr val="F1F6EC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1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wk09-mission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68937" y="822960"/>
            <a:ext cx="3475805" cy="5212080"/>
          </a:xfrm>
          <a:prstGeom prst="rect">
            <a:avLst/>
          </a:prstGeom>
          <a:ln w="76200">
            <a:solidFill>
              <a:srgbClr val="FFFFFF"/>
            </a:solidFill>
          </a:ln>
          <a:effectLst>
            <a:outerShdw blurRad="63500" dist="25400" dir="5400000" rotWithShape="0">
              <a:srgbClr val="000000">
                <a:alpha val="35000"/>
              </a:srgbClr>
            </a:outerShdw>
          </a:effectLst>
        </p:spPr>
      </p:pic>
      <p:sp>
        <p:nvSpPr>
          <p:cNvPr id="4" name="TextBox 3"/>
          <p:cNvSpPr txBox="1"/>
          <p:nvPr/>
        </p:nvSpPr>
        <p:spPr>
          <a:xfrm>
            <a:off x="822960" y="1828800"/>
            <a:ext cx="521208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 i="0">
                <a:solidFill>
                  <a:srgbClr val="97BC62"/>
                </a:solidFill>
                <a:latin typeface="Calibri"/>
              </a:rPr>
              <a:t>SESSION 13</a:t>
            </a:r>
          </a:p>
          <a:p>
            <a:pPr algn="l">
              <a:spcAft>
                <a:spcPts val="1000"/>
              </a:spcAft>
            </a:pPr>
            <a:r>
              <a:rPr sz="3300" b="1" i="0">
                <a:solidFill>
                  <a:srgbClr val="2C5F2D"/>
                </a:solidFill>
                <a:latin typeface="Cambria"/>
              </a:rPr>
              <a:t>What Was Prepared for You</a:t>
            </a:r>
          </a:p>
          <a:p>
            <a:pPr algn="l">
              <a:spcAft>
                <a:spcPts val="600"/>
              </a:spcAft>
            </a:pPr>
            <a:r>
              <a:rPr sz="1800" b="0" i="1">
                <a:solidFill>
                  <a:srgbClr val="595959"/>
                </a:solidFill>
                <a:latin typeface="Calibri"/>
              </a:rPr>
              <a:t>Connecting with Mission — uphill, downhill, and the works prepared beforehand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6126480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0" i="0">
                <a:solidFill>
                  <a:srgbClr val="595959"/>
                </a:solidFill>
                <a:latin typeface="Calibri"/>
              </a:rPr>
              <a:t>Quarter 3: Mission &amp; Rhythm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164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1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Session 13 — Tonight’s Road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508760"/>
            <a:ext cx="704088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2800" b="1">
                <a:solidFill>
                  <a:srgbClr val="97BC62"/>
                </a:solidFill>
                <a:latin typeface="Calibri"/>
              </a:rPr>
              <a:t>1   </a:t>
            </a:r>
            <a:r>
              <a:rPr sz="2800">
                <a:solidFill>
                  <a:srgbClr val="222B22"/>
                </a:solidFill>
                <a:latin typeface="Calibri"/>
              </a:rPr>
              <a:t>Welcome and centering</a:t>
            </a:r>
          </a:p>
          <a:p>
            <a:pPr>
              <a:spcAft>
                <a:spcPts val="500"/>
              </a:spcAft>
            </a:pPr>
            <a:r>
              <a:rPr sz="2800" b="1">
                <a:solidFill>
                  <a:srgbClr val="97BC62"/>
                </a:solidFill>
                <a:latin typeface="Calibri"/>
              </a:rPr>
              <a:t>2   </a:t>
            </a:r>
            <a:r>
              <a:rPr sz="2800">
                <a:solidFill>
                  <a:srgbClr val="222B22"/>
                </a:solidFill>
                <a:latin typeface="Calibri"/>
              </a:rPr>
              <a:t>Week 11 check-in</a:t>
            </a:r>
          </a:p>
          <a:p>
            <a:pPr>
              <a:spcAft>
                <a:spcPts val="500"/>
              </a:spcAft>
            </a:pPr>
            <a:r>
              <a:rPr sz="2800" b="1">
                <a:solidFill>
                  <a:srgbClr val="97BC62"/>
                </a:solidFill>
                <a:latin typeface="Calibri"/>
              </a:rPr>
              <a:t>3   </a:t>
            </a:r>
            <a:r>
              <a:rPr sz="2800">
                <a:solidFill>
                  <a:srgbClr val="222B22"/>
                </a:solidFill>
                <a:latin typeface="Calibri"/>
              </a:rPr>
              <a:t>Ephesians 2:10 and the uphill/downhill distinction</a:t>
            </a:r>
          </a:p>
          <a:p>
            <a:pPr>
              <a:spcAft>
                <a:spcPts val="500"/>
              </a:spcAft>
            </a:pPr>
            <a:r>
              <a:rPr sz="2800" b="1">
                <a:solidFill>
                  <a:srgbClr val="97BC62"/>
                </a:solidFill>
                <a:latin typeface="Calibri"/>
              </a:rPr>
              <a:t>4   </a:t>
            </a:r>
            <a:r>
              <a:rPr sz="2800">
                <a:solidFill>
                  <a:srgbClr val="222B22"/>
                </a:solidFill>
                <a:latin typeface="Calibri"/>
              </a:rPr>
              <a:t>Bridge to split</a:t>
            </a:r>
          </a:p>
          <a:p>
            <a:pPr>
              <a:spcAft>
                <a:spcPts val="500"/>
              </a:spcAft>
            </a:pPr>
            <a:r>
              <a:rPr sz="2800" b="1">
                <a:solidFill>
                  <a:srgbClr val="97BC62"/>
                </a:solidFill>
                <a:latin typeface="Calibri"/>
              </a:rPr>
              <a:t>5   </a:t>
            </a:r>
            <a:r>
              <a:rPr sz="2800">
                <a:solidFill>
                  <a:srgbClr val="222B22"/>
                </a:solidFill>
                <a:latin typeface="Calibri"/>
              </a:rPr>
              <a:t>Gifts and Downhill in pairs</a:t>
            </a:r>
          </a:p>
          <a:p>
            <a:pPr>
              <a:spcAft>
                <a:spcPts val="500"/>
              </a:spcAft>
            </a:pPr>
            <a:r>
              <a:rPr sz="2800" b="1">
                <a:solidFill>
                  <a:srgbClr val="97BC62"/>
                </a:solidFill>
                <a:latin typeface="Calibri"/>
              </a:rPr>
              <a:t>6   </a:t>
            </a:r>
            <a:r>
              <a:rPr sz="2800">
                <a:solidFill>
                  <a:srgbClr val="222B22"/>
                </a:solidFill>
                <a:latin typeface="Calibri"/>
              </a:rPr>
              <a:t>Merge and surface</a:t>
            </a:r>
          </a:p>
          <a:p>
            <a:pPr>
              <a:spcAft>
                <a:spcPts val="500"/>
              </a:spcAft>
            </a:pPr>
            <a:r>
              <a:rPr sz="2800" b="1">
                <a:solidFill>
                  <a:srgbClr val="97BC62"/>
                </a:solidFill>
                <a:latin typeface="Calibri"/>
              </a:rPr>
              <a:t>7   </a:t>
            </a:r>
            <a:r>
              <a:rPr sz="2800">
                <a:solidFill>
                  <a:srgbClr val="222B22"/>
                </a:solidFill>
                <a:latin typeface="Calibri"/>
              </a:rPr>
              <a:t>Between-session practice and closing-weeks logistics</a:t>
            </a:r>
          </a:p>
          <a:p>
            <a:pPr>
              <a:spcAft>
                <a:spcPts val="500"/>
              </a:spcAft>
            </a:pPr>
            <a:r>
              <a:rPr sz="2800" b="1">
                <a:solidFill>
                  <a:srgbClr val="97BC62"/>
                </a:solidFill>
                <a:latin typeface="Calibri"/>
              </a:rPr>
              <a:t>8   </a:t>
            </a:r>
            <a:r>
              <a:rPr sz="2800">
                <a:solidFill>
                  <a:srgbClr val="222B22"/>
                </a:solidFill>
                <a:latin typeface="Calibri"/>
              </a:rPr>
              <a:t>Leader Feedback Round</a:t>
            </a:r>
          </a:p>
          <a:p>
            <a:pPr>
              <a:spcAft>
                <a:spcPts val="500"/>
              </a:spcAft>
            </a:pPr>
            <a:r>
              <a:rPr sz="2800" b="1">
                <a:solidFill>
                  <a:srgbClr val="97BC62"/>
                </a:solidFill>
                <a:latin typeface="Calibri"/>
              </a:rPr>
              <a:t>9   </a:t>
            </a:r>
            <a:r>
              <a:rPr sz="2800">
                <a:solidFill>
                  <a:srgbClr val="222B22"/>
                </a:solidFill>
                <a:latin typeface="Calibri"/>
              </a:rPr>
              <a:t>Closing container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165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  <p:pic>
        <p:nvPicPr>
          <p:cNvPr id="31" name="Picture 31" descr="the open container bowl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01000" y="1554480"/>
            <a:ext cx="3017520" cy="4526280"/>
          </a:xfrm>
          <a:prstGeom prst="rect">
            <a:avLst/>
          </a:prstGeom>
          <a:ln w="76200">
            <a:solidFill>
              <a:srgbClr val="FFFFFF"/>
            </a:solidFill>
          </a:ln>
          <a:effectLst>
            <a:outerShdw blurRad="63500" dist="25400" dir="5400000" rotWithShape="0">
              <a:srgbClr val="000000">
                <a:alpha val="35000"/>
              </a:srgbClr>
            </a:outerShdw>
          </a:effectLst>
        </p:spPr>
      </p:pic>
    </p:spTree>
  </p:cSld>
  <p:clrMapOvr>
    <a:masterClrMapping/>
  </p:clrMapOvr>
</p:sld>
</file>

<file path=ppt/slides/slide1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Opening Container — the Eight Steps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554480"/>
            <a:ext cx="10515600" cy="489204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342900" indent="-342900">
              <a:spcAft>
                <a:spcPts val="65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1 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Welcome — five minutes to open the container</a:t>
            </a:r>
          </a:p>
          <a:p>
            <a:pPr marL="342900" indent="-342900">
              <a:spcAft>
                <a:spcPts val="65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2 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Phones silenced and put away</a:t>
            </a:r>
          </a:p>
          <a:p>
            <a:pPr marL="342900" indent="-342900">
              <a:spcAft>
                <a:spcPts val="65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3 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Stand in a circle</a:t>
            </a:r>
          </a:p>
          <a:p>
            <a:pPr marL="342900" indent="-342900">
              <a:spcAft>
                <a:spcPts val="65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4 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One-word check-in — how you actually are, right now</a:t>
            </a:r>
          </a:p>
          <a:p>
            <a:pPr marL="342900" indent="-342900">
              <a:spcAft>
                <a:spcPts val="65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5 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Put out / bring in — set something down; bring a blessing in</a:t>
            </a:r>
          </a:p>
          <a:p>
            <a:pPr marL="342900" indent="-342900">
              <a:spcAft>
                <a:spcPts val="65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6 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Spoken commitment: “I am here. I am paying attention. I am willing to be moved.”</a:t>
            </a:r>
          </a:p>
          <a:p>
            <a:pPr marL="342900" indent="-342900">
              <a:spcAft>
                <a:spcPts val="65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7 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Opening prayer — “Holy Spirit, you are welcome here. Speak. We are listening.”</a:t>
            </a:r>
          </a:p>
          <a:p>
            <a:pPr marL="342900" indent="-342900">
              <a:spcAft>
                <a:spcPts val="65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8 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Sit. Begin.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166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1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Week 11 Check-In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554480"/>
            <a:ext cx="6675120" cy="489204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274320" indent="-274320">
              <a:spcAft>
                <a:spcPts val="90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Before the break: Any Doubts? — and last week, The Return read what the break did with our practices</a:t>
            </a:r>
          </a:p>
          <a:p>
            <a:pPr marL="274320" indent="-274320">
              <a:spcAft>
                <a:spcPts val="90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The practice carried across: the Personal Doubts Inventory</a:t>
            </a:r>
          </a:p>
          <a:p>
            <a:pPr marL="274320" indent="-274320">
              <a:spcAft>
                <a:spcPts val="90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“Anyone want to say one sentence about how that landed — the inventory, or anything that surfaced, or that you didn’t get to it?”</a:t>
            </a:r>
          </a:p>
          <a:p>
            <a:pPr marL="274320" indent="-274320">
              <a:spcAft>
                <a:spcPts val="90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One sentence each, voluntary — received without commentary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167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  <p:pic>
        <p:nvPicPr>
          <p:cNvPr id="32" name="Picture 32" descr="trail cairn - the weekly check-in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03612" y="1463040"/>
            <a:ext cx="3262379" cy="4892040"/>
          </a:xfrm>
          <a:prstGeom prst="rect">
            <a:avLst/>
          </a:prstGeom>
          <a:ln w="76200">
            <a:solidFill>
              <a:srgbClr val="FFFFFF"/>
            </a:solidFill>
          </a:ln>
          <a:effectLst>
            <a:outerShdw blurRad="63500" dist="25400" dir="5400000" rotWithShape="0">
              <a:srgbClr val="000000">
                <a:alpha val="35000"/>
              </a:srgbClr>
            </a:outerShdw>
          </a:effectLst>
        </p:spPr>
      </p:pic>
    </p:spTree>
  </p:cSld>
  <p:clrMapOvr>
    <a:masterClrMapping/>
  </p:clrMapOvr>
</p:sld>
</file>

<file path=ppt/slides/slide1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Uphill and Downhill — Ephesians 2:10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600200"/>
            <a:ext cx="5669280" cy="457200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274320" indent="-274320">
              <a:spcAft>
                <a:spcPts val="8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The works were prepared — beforehand, not by us, not for us to invent. Our job is to walk in them</a:t>
            </a:r>
          </a:p>
          <a:p>
            <a:pPr marL="274320" indent="-274320">
              <a:spcAft>
                <a:spcPts val="8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UPHILL mission — what I do: a goal, a plan, measurable steps. Good and real — and the smaller half</a:t>
            </a:r>
          </a:p>
          <a:p>
            <a:pPr marL="274320" indent="-274320">
              <a:spcAft>
                <a:spcPts val="8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DOWNHILL mission — what I am: the effect I have on the people around me when I am most aligned with the Spirit and most genuinely myself. It flows; you don’t have to push it</a:t>
            </a:r>
          </a:p>
          <a:p>
            <a:pPr marL="274320" indent="-274320">
              <a:spcAft>
                <a:spcPts val="8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The test: “When I am at my most genuinely myself — not performing, not managing, just present and open — what do the people around me get to be?”</a:t>
            </a:r>
          </a:p>
          <a:p>
            <a:pPr marL="274320" indent="-274320">
              <a:spcAft>
                <a:spcPts val="8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Eleven weeks of uphill clearing behind us — tonight we ask the downhill question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6766560" y="1737360"/>
            <a:ext cx="4663440" cy="2194560"/>
          </a:xfrm>
          <a:prstGeom prst="rect">
            <a:avLst/>
          </a:prstGeom>
          <a:solidFill>
            <a:srgbClr val="F1F6EC"/>
          </a:solidFill>
        </p:spPr>
        <p:txBody>
          <a:bodyPr wrap="square" lIns="91440" tIns="91440" rIns="91440" bIns="91440" anchor="ctr"/>
          <a:lstStyle/>
          <a:p>
            <a:pPr>
              <a:spcAft>
                <a:spcPts val="900"/>
              </a:spcAft>
            </a:pPr>
            <a:r>
              <a:rPr sz="1200" b="1" i="0">
                <a:solidFill>
                  <a:srgbClr val="97BC62"/>
                </a:solidFill>
                <a:latin typeface="Calibri"/>
              </a:rPr>
              <a:t>EPHESIANS 2:10</a:t>
            </a:r>
          </a:p>
          <a:p>
            <a:pPr>
              <a:spcAft>
                <a:spcPts val="600"/>
              </a:spcAft>
            </a:pPr>
            <a:r>
              <a:rPr sz="2400" b="0" i="1">
                <a:solidFill>
                  <a:srgbClr val="222B22"/>
                </a:solidFill>
                <a:latin typeface="Cambria"/>
              </a:rPr>
              <a:t>“For we are his workmanship, created in Christ Jesus for good works, which God prepared beforehand, that we should walk in them.”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168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1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Traveling the Mission — Tacking Against the Headwind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169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  <p:pic>
        <p:nvPicPr>
          <p:cNvPr id="5" name="Graphic 4">
            <a:extLst>
              <a:ext uri="{FF2B5EF4-FFF2-40B4-BE49-F238E27FC236}">
                <a16:creationId xmlns:a16="http://schemas.microsoft.com/office/drawing/2014/main" id="{57A95D7D-1063-6D30-607C-E5502D8C3B9D}"/>
              </a:ext>
            </a:extLst>
          </p:cNvPr>
          <p:cNvPicPr>
            <a:picLocks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044700" y="889000"/>
            <a:ext cx="8089900" cy="5397500"/>
          </a:xfrm>
          <a:prstGeom prst="rect">
            <a:avLst/>
          </a:prstGeom>
        </p:spPr>
      </p:pic>
    </p:spTree>
  </p:cSld>
  <p:clrMapOvr>
    <a:masterClrMapping/>
  </p:clrMapOvr>
</p:sld>
</file>

<file path=ppt/slides/slide1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Bridge to the Split — Two Exercises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554480"/>
            <a:ext cx="10515600" cy="489204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342900" indent="-342900">
              <a:spcAft>
                <a:spcPts val="90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1 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Gifts and Passions — about twenty minutes: ten alone, ten sharing. Where are you alive? What comes naturally? Where do others tell you you have something to offer?</a:t>
            </a:r>
          </a:p>
          <a:p>
            <a:pPr marL="685800" indent="-274320">
              <a:spcAft>
                <a:spcPts val="650"/>
              </a:spcAft>
            </a:pPr>
            <a:r>
              <a:rPr sz="1800" b="1" i="0">
                <a:solidFill>
                  <a:srgbClr val="97BC62"/>
                </a:solidFill>
                <a:latin typeface="Calibri"/>
              </a:rPr>
              <a:t>–  </a:t>
            </a:r>
            <a:r>
              <a:rPr sz="1800" b="0" i="1">
                <a:solidFill>
                  <a:srgbClr val="222B22"/>
                </a:solidFill>
                <a:latin typeface="Calibri"/>
              </a:rPr>
              <a:t>Share frame: “The three things I noticed are ______. The one I’m most surprised by is ______.”</a:t>
            </a:r>
          </a:p>
          <a:p>
            <a:pPr marL="342900" indent="-342900">
              <a:spcAft>
                <a:spcPts val="90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2 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Downhill Mission — about twenty minutes: five alone, then name your answer to the pair. “When I am at my best, what the room gets is ___.”</a:t>
            </a:r>
          </a:p>
          <a:p>
            <a:pPr marL="685800" indent="-274320">
              <a:spcAft>
                <a:spcPts val="650"/>
              </a:spcAft>
            </a:pPr>
            <a:r>
              <a:rPr sz="1800" b="1" i="0">
                <a:solidFill>
                  <a:srgbClr val="97BC62"/>
                </a:solidFill>
                <a:latin typeface="Calibri"/>
              </a:rPr>
              <a:t>–  </a:t>
            </a:r>
            <a:r>
              <a:rPr sz="1800" b="0" i="1">
                <a:solidFill>
                  <a:srgbClr val="222B22"/>
                </a:solidFill>
                <a:latin typeface="Calibri"/>
              </a:rPr>
              <a:t>The pair adds: “What I’ve seen in you is ______.” — specific, brief, something actually seen</a:t>
            </a:r>
          </a:p>
          <a:p>
            <a:pPr marL="274320" indent="-274320">
              <a:spcAft>
                <a:spcPts val="90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In each round a parent goes first — teens choose their own depth, and passing holds</a:t>
            </a:r>
          </a:p>
          <a:p>
            <a:pPr marL="274320" indent="-274320">
              <a:spcAft>
                <a:spcPts val="90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The pair may add what they have noticed — a parent may speak to a teen’s gifts, and a teen to a parent’s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170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1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Gifts and Downhill in pairs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554480"/>
            <a:ext cx="10515600" cy="489204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274320" indent="-274320">
              <a:spcAft>
                <a:spcPts val="75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Phase 1 — Gifts and Passions: quiet writing (10 min), then 60 seconds each: “The three things I noticed are ___. The one I’m most surprised by is ___.”</a:t>
            </a:r>
          </a:p>
          <a:p>
            <a:pPr marL="274320" indent="-274320">
              <a:spcAft>
                <a:spcPts val="75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After each share the pair affirms what it has seen — specific and brief: “Yes — we see that in you. Specifically: ___.”</a:t>
            </a:r>
          </a:p>
          <a:p>
            <a:pPr marL="274320" indent="-274320">
              <a:spcAft>
                <a:spcPts val="75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Phase 2 — Downhill Mission: five quiet minutes, then around the circle, 90 seconds each</a:t>
            </a:r>
          </a:p>
          <a:p>
            <a:pPr marL="685800" indent="-274320">
              <a:spcAft>
                <a:spcPts val="550"/>
              </a:spcAft>
            </a:pPr>
            <a:r>
              <a:rPr sz="1800" b="1" i="0">
                <a:solidFill>
                  <a:srgbClr val="97BC62"/>
                </a:solidFill>
                <a:latin typeface="Calibri"/>
              </a:rPr>
              <a:t>–  </a:t>
            </a:r>
            <a:r>
              <a:rPr sz="1800" b="0" i="1">
                <a:solidFill>
                  <a:srgbClr val="222B22"/>
                </a:solidFill>
                <a:latin typeface="Calibri"/>
              </a:rPr>
              <a:t>“What I noticed is that when I’m at my best, what the room gets is ___.”</a:t>
            </a:r>
          </a:p>
          <a:p>
            <a:pPr marL="274320" indent="-274320">
              <a:spcAft>
                <a:spcPts val="75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One or two voices add what they have actually seen across Getting Started — especially each other’s family</a:t>
            </a:r>
          </a:p>
          <a:p>
            <a:pPr marL="274320" indent="-274320">
              <a:spcAft>
                <a:spcPts val="75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The naming is the gift — no over-processing. Pass-anytime holds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171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1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Merge and Surface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554480"/>
            <a:ext cx="10515600" cy="489204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What was named in your pair stays in your pair — nobody repeats their downhill answer</a:t>
            </a:r>
          </a:p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One sentence from each leadsanion — one general thing they noticed, not a specific person</a:t>
            </a:r>
          </a:p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Then one observation across the room</a:t>
            </a:r>
          </a:p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“The downhill mission you named is not a final answer. It is the working draft you are walking in this season.” It will deepen. It will sharpen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172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1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Practice This Week — and the Road Ahead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554480"/>
            <a:ext cx="6675120" cy="489204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274320" indent="-274320">
              <a:spcAft>
                <a:spcPts val="90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200" b="0" i="0">
                <a:solidFill>
                  <a:srgbClr val="222B22"/>
                </a:solidFill>
                <a:latin typeface="Calibri"/>
              </a:rPr>
              <a:t>One small action this week, aligned with your downhill answer. One. Not a campaign. Specific — then journal what happens</a:t>
            </a:r>
          </a:p>
          <a:p>
            <a:pPr marL="685800" indent="-274320">
              <a:spcAft>
                <a:spcPts val="700"/>
              </a:spcAft>
            </a:pPr>
            <a:r>
              <a:rPr sz="1800" b="1" i="0">
                <a:solidFill>
                  <a:srgbClr val="97BC62"/>
                </a:solidFill>
                <a:latin typeface="Calibri"/>
              </a:rPr>
              <a:t>–  </a:t>
            </a:r>
            <a:r>
              <a:rPr sz="1800" b="0" i="1">
                <a:solidFill>
                  <a:srgbClr val="222B22"/>
                </a:solidFill>
                <a:latin typeface="Calibri"/>
              </a:rPr>
              <a:t>If your downhill is “the room gets calmer” — sit with a friend in distress this week instead of trying to fix them</a:t>
            </a:r>
          </a:p>
          <a:p>
            <a:pPr marL="274320" indent="-274320">
              <a:spcAft>
                <a:spcPts val="90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200" b="0" i="0">
                <a:solidFill>
                  <a:srgbClr val="222B22"/>
                </a:solidFill>
                <a:latin typeface="Calibri"/>
              </a:rPr>
              <a:t>Ahead: the Rhythm week — we build the practices you will carry when the Wednesdays stop</a:t>
            </a:r>
          </a:p>
          <a:p>
            <a:pPr marL="274320" indent="-274320">
              <a:spcAft>
                <a:spcPts val="90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200" b="0" i="0">
                <a:solidFill>
                  <a:srgbClr val="222B22"/>
                </a:solidFill>
                <a:latin typeface="Calibri"/>
              </a:rPr>
              <a:t>Week 21 — the family commissioning: bring your whole family, even members who have not been here. We run to 6:15 that night — light food from 4:00 as the room builds</a:t>
            </a:r>
          </a:p>
          <a:p>
            <a:pPr marL="274320" indent="-274320">
              <a:spcAft>
                <a:spcPts val="90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200" b="0" i="0">
                <a:solidFill>
                  <a:srgbClr val="222B22"/>
                </a:solidFill>
                <a:latin typeface="Calibri"/>
              </a:rPr>
              <a:t>Week 22 — the commissioning of our Companions-in-Formation. Their night; come to witness it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173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  <p:pic>
        <p:nvPicPr>
          <p:cNvPr id="33" name="Picture 33" descr="seedling - what grows between Wednesdays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03612" y="1463040"/>
            <a:ext cx="3262379" cy="4892040"/>
          </a:xfrm>
          <a:prstGeom prst="rect">
            <a:avLst/>
          </a:prstGeom>
          <a:ln w="76200">
            <a:solidFill>
              <a:srgbClr val="FFFFFF"/>
            </a:solidFill>
          </a:ln>
          <a:effectLst>
            <a:outerShdw blurRad="63500" dist="25400" dir="5400000" rotWithShape="0">
              <a:srgbClr val="000000">
                <a:alpha val="35000"/>
              </a:srgbClr>
            </a:outerShdw>
          </a:effectLst>
        </p:spPr>
      </p:pic>
    </p:spTree>
  </p:cSld>
  <p:clrMapOvr>
    <a:masterClrMapping/>
  </p:clrMapOvr>
</p:sld>
</file>

<file path=ppt/slides/slide1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Your Take-Home Card — This Session’s Practice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174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  <p:pic>
        <p:nvPicPr>
          <p:cNvPr id="270" name="CardImage" descr="the Week 13 check-off card, as handed out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82102" y="1554480"/>
            <a:ext cx="9827490" cy="4480560"/>
          </a:xfrm>
          <a:prstGeom prst="rect">
            <a:avLst/>
          </a:prstGeom>
          <a:ln w="76200">
            <a:solidFill>
              <a:srgbClr val="FFFFFF"/>
            </a:solidFill>
          </a:ln>
          <a:effectLst>
            <a:outerShdw blurRad="63500" dist="25400" dir="5400000" rotWithShape="0">
              <a:srgbClr val="000000">
                <a:alpha val="35000"/>
              </a:srgbClr>
            </a:outerShdw>
          </a:effectLst>
        </p:spPr>
      </p:pic>
      <p:sp>
        <p:nvSpPr>
          <p:cNvPr id="271" name="Caption"/>
          <p:cNvSpPr txBox="1"/>
          <p:nvPr/>
        </p:nvSpPr>
        <p:spPr>
          <a:xfrm>
            <a:off x="822960" y="6217920"/>
            <a:ext cx="10515600" cy="457200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1800" b="0" i="1">
                <a:solidFill>
                  <a:srgbClr val="222B22"/>
                </a:solidFill>
                <a:latin typeface="Calibri"/>
              </a:rPr>
              <a:t>Handed out now — fridge, mirror, journal pocket.</a:t>
            </a:r>
          </a:p>
        </p:txBody>
      </p:sp>
    </p:spTree>
  </p:cSld>
  <p:clrMapOvr>
    <a:masterClrMapping/>
  </p:clrMapOvr>
</p:sld>
</file>

<file path=ppt/slides/slide1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The Leader Feedback Round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554480"/>
            <a:ext cx="6675120" cy="489204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Two rounds, same as every session — the container holder first, then the content presenter: three things each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–  </a:t>
            </a:r>
            <a:r>
              <a:rPr sz="2000" b="0" i="1">
                <a:solidFill>
                  <a:srgbClr val="222B22"/>
                </a:solidFill>
                <a:latin typeface="Calibri"/>
              </a:rPr>
              <a:t>“What I think went well tonight: ______”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–  </a:t>
            </a:r>
            <a:r>
              <a:rPr sz="2000" b="0" i="1">
                <a:solidFill>
                  <a:srgbClr val="222B22"/>
                </a:solidFill>
                <a:latin typeface="Calibri"/>
              </a:rPr>
              <a:t>“What I’d do differently next time: ______”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–  </a:t>
            </a:r>
            <a:r>
              <a:rPr sz="2000" b="0" i="1">
                <a:solidFill>
                  <a:srgbClr val="222B22"/>
                </a:solidFill>
                <a:latin typeface="Calibri"/>
              </a:rPr>
              <a:t>“If I were to teach tonight’s process to someone, I would tell them: ______”</a:t>
            </a:r>
          </a:p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Then the room — the same two questions about tonight</a:t>
            </a:r>
          </a:p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The leaders receive without defending — “thank you” is the whole response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175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  <p:pic>
        <p:nvPicPr>
          <p:cNvPr id="33" name="Picture 33" descr="compass on the trail - the weekly bearing check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06160" y="1463040"/>
            <a:ext cx="3259831" cy="4892040"/>
          </a:xfrm>
          <a:prstGeom prst="rect">
            <a:avLst/>
          </a:prstGeom>
          <a:ln w="76200">
            <a:solidFill>
              <a:srgbClr val="FFFFFF"/>
            </a:solidFill>
          </a:ln>
          <a:effectLst>
            <a:outerShdw blurRad="63500" dist="25400" dir="5400000" rotWithShape="0">
              <a:srgbClr val="000000">
                <a:alpha val="35000"/>
              </a:srgbClr>
            </a:outerShdw>
          </a:effectLst>
        </p:spPr>
      </p:pic>
    </p:spTree>
  </p:cSld>
  <p:clrMapOvr>
    <a:masterClrMapping/>
  </p:clrMapOvr>
</p:sld>
</file>

<file path=ppt/slides/slide1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Closing the Container + Aaronic Blessing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600200"/>
            <a:ext cx="5669280" cy="457200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274320" indent="-274320">
              <a:spcAft>
                <a:spcPts val="90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200" b="0" i="0">
                <a:solidFill>
                  <a:srgbClr val="222B22"/>
                </a:solidFill>
                <a:latin typeface="Calibri"/>
              </a:rPr>
              <a:t>We close the way we opened — the container, six steps: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1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Stand again — same circle, same posture as the open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2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One-word landing — compare it to your opening word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3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The one thing you are taking from tonight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4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The one practice — committed aloud, or modified to one you will actually keep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5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Blessings — specific, witnessed, short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6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Closing prayer — and the Aaronic blessing, spoken over each other, face to face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6766560" y="1737360"/>
            <a:ext cx="4663440" cy="2926080"/>
          </a:xfrm>
          <a:prstGeom prst="rect">
            <a:avLst/>
          </a:prstGeom>
          <a:solidFill>
            <a:srgbClr val="F1F6EC"/>
          </a:solidFill>
        </p:spPr>
        <p:txBody>
          <a:bodyPr wrap="square" lIns="91440" tIns="91440" rIns="91440" bIns="91440" anchor="ctr"/>
          <a:lstStyle/>
          <a:p>
            <a:pPr>
              <a:spcAft>
                <a:spcPts val="900"/>
              </a:spcAft>
            </a:pPr>
            <a:r>
              <a:rPr sz="1200" b="1" i="0">
                <a:solidFill>
                  <a:srgbClr val="97BC62"/>
                </a:solidFill>
                <a:latin typeface="Calibri"/>
              </a:rPr>
              <a:t>THE AARONIC BLESSING — NUMBERS 6:24–26</a:t>
            </a:r>
          </a:p>
          <a:p>
            <a:pPr>
              <a:spcAft>
                <a:spcPts val="600"/>
              </a:spcAft>
            </a:pPr>
            <a:r>
              <a:rPr sz="2400" b="0" i="1">
                <a:solidFill>
                  <a:srgbClr val="222B22"/>
                </a:solidFill>
                <a:latin typeface="Cambria"/>
              </a:rPr>
              <a:t>“The Lord bless you and keep you;</a:t>
            </a:r>
          </a:p>
          <a:p>
            <a:pPr>
              <a:spcAft>
                <a:spcPts val="600"/>
              </a:spcAft>
            </a:pPr>
            <a:r>
              <a:rPr sz="2400" b="0" i="1">
                <a:solidFill>
                  <a:srgbClr val="222B22"/>
                </a:solidFill>
                <a:latin typeface="Cambria"/>
              </a:rPr>
              <a:t>the Lord make his face to shine upon you, and be gracious to you;</a:t>
            </a:r>
          </a:p>
          <a:p>
            <a:pPr>
              <a:spcAft>
                <a:spcPts val="600"/>
              </a:spcAft>
            </a:pPr>
            <a:r>
              <a:rPr sz="2400" b="0" i="1">
                <a:solidFill>
                  <a:srgbClr val="222B22"/>
                </a:solidFill>
                <a:latin typeface="Cambria"/>
              </a:rPr>
              <a:t>the Lord lift up his countenance upon you, and give you peace.”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176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104</TotalTime>
  <Words>55817</Words>
  <Application>Microsoft Office PowerPoint</Application>
  <PresentationFormat>Widescreen</PresentationFormat>
  <Paragraphs>3274</Paragraphs>
  <Slides>277</Slides>
  <Notes>275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277</vt:i4>
      </vt:variant>
    </vt:vector>
  </HeadingPairs>
  <TitlesOfParts>
    <vt:vector size="281" baseType="lpstr">
      <vt:lpstr>Arial</vt:lpstr>
      <vt:lpstr>Calibri</vt:lpstr>
      <vt:lpstr>Cambria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John Tittle</cp:lastModifiedBy>
  <cp:revision>2</cp:revision>
  <dcterms:created xsi:type="dcterms:W3CDTF">2013-01-27T09:14:16Z</dcterms:created>
  <dcterms:modified xsi:type="dcterms:W3CDTF">2026-08-20T14:52:01Z</dcterms:modified>
  <cp:category/>
</cp:coreProperties>
</file>