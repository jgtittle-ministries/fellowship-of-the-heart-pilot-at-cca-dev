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4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9"/>
  </p:notesMasterIdLst>
  <p:sldIdLst>
    <p:sldId id="256" r:id="rId2"/>
    <p:sldId id="297" r:id="rId165"/>
    <p:sldId id="549" r:id="rId23"/>
    <p:sldId id="298" r:id="rId166"/>
    <p:sldId id="437" r:id="rId167"/>
    <p:sldId id="438" r:id="rId168"/>
    <p:sldId id="439" r:id="rId169"/>
    <p:sldId id="548" r:id="rId170"/>
    <p:sldId id="440" r:id="rId171"/>
    <p:sldId id="441" r:id="rId172"/>
    <p:sldId id="442" r:id="rId173"/>
    <p:sldId id="443" r:id="rId174"/>
    <p:sldId id="550" r:id="rId24"/>
    <p:sldId id="551" r:id="rId25"/>
    <p:sldId id="444" r:id="rId176"/>
    <p:sldId id="445" r:id="rId17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FB8A61-E404-4362-9606-E87F49058870}" v="1" dt="2026-08-20T01:30:35.5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9085" autoAdjust="0"/>
  </p:normalViewPr>
  <p:slideViewPr>
    <p:cSldViewPr snapToGrid="0" snapToObjects="1">
      <p:cViewPr varScale="1">
        <p:scale>
          <a:sx n="48" d="100"/>
          <a:sy n="48" d="100"/>
        </p:scale>
        <p:origin x="200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23" Type="http://schemas.openxmlformats.org/officeDocument/2006/relationships/slide" Target="slides/slide3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165" Type="http://schemas.openxmlformats.org/officeDocument/2006/relationships/slide" Target="slides/slide2.xml"/><Relationship Id="rId166" Type="http://schemas.openxmlformats.org/officeDocument/2006/relationships/slide" Target="slides/slide4.xml"/><Relationship Id="rId167" Type="http://schemas.openxmlformats.org/officeDocument/2006/relationships/slide" Target="slides/slide5.xml"/><Relationship Id="rId168" Type="http://schemas.openxmlformats.org/officeDocument/2006/relationships/slide" Target="slides/slide6.xml"/><Relationship Id="rId169" Type="http://schemas.openxmlformats.org/officeDocument/2006/relationships/slide" Target="slides/slide7.xml"/><Relationship Id="rId170" Type="http://schemas.openxmlformats.org/officeDocument/2006/relationships/slide" Target="slides/slide8.xml"/><Relationship Id="rId171" Type="http://schemas.openxmlformats.org/officeDocument/2006/relationships/slide" Target="slides/slide9.xml"/><Relationship Id="rId172" Type="http://schemas.openxmlformats.org/officeDocument/2006/relationships/slide" Target="slides/slide10.xml"/><Relationship Id="rId173" Type="http://schemas.openxmlformats.org/officeDocument/2006/relationships/slide" Target="slides/slide11.xml"/><Relationship Id="rId174" Type="http://schemas.openxmlformats.org/officeDocument/2006/relationships/slide" Target="slides/slide12.xml"/><Relationship Id="rId176" Type="http://schemas.openxmlformats.org/officeDocument/2006/relationships/slide" Target="slides/slide15.xml"/><Relationship Id="rId177" Type="http://schemas.openxmlformats.org/officeDocument/2006/relationships/slide" Target="slides/slide16.xml"/><Relationship Id="rId279" Type="http://schemas.openxmlformats.org/officeDocument/2006/relationships/notesMaster" Target="notesMasters/notesMaster1.xml"/><Relationship Id="rId280" Type="http://schemas.openxmlformats.org/officeDocument/2006/relationships/presProps" Target="presProps.xml"/><Relationship Id="rId281" Type="http://schemas.openxmlformats.org/officeDocument/2006/relationships/viewProps" Target="viewProps.xml"/><Relationship Id="rId282" Type="http://schemas.openxmlformats.org/officeDocument/2006/relationships/theme" Target="theme/theme1.xml"/><Relationship Id="rId283" Type="http://schemas.openxmlformats.org/officeDocument/2006/relationships/tableStyles" Target="tableStyles.xml"/><Relationship Id="rId284" Type="http://schemas.microsoft.com/office/2016/11/relationships/changesInfo" Target="changesInfos/changesInfo1.xml"/><Relationship Id="rId28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Tittle" userId="c9414421e32e8042" providerId="LiveId" clId="{48C55722-1884-484D-BEBA-C6DAFFF89F9C}"/>
    <pc:docChg chg="undo custSel addSld modSld sldOrd">
      <pc:chgData name="John Tittle" userId="c9414421e32e8042" providerId="LiveId" clId="{48C55722-1884-484D-BEBA-C6DAFFF89F9C}" dt="2026-08-20T14:52:01.337" v="149" actId="20577"/>
      <pc:docMkLst>
        <pc:docMk/>
      </pc:docMkLst>
      <pc:sldChg chg="modSp mod">
        <pc:chgData name="John Tittle" userId="c9414421e32e8042" providerId="LiveId" clId="{48C55722-1884-484D-BEBA-C6DAFFF89F9C}" dt="2026-08-12T13:40:14.941" v="27" actId="1076"/>
        <pc:sldMkLst>
          <pc:docMk/>
          <pc:sldMk cId="0" sldId="256"/>
        </pc:sldMkLst>
        <pc:spChg chg="mod">
          <ac:chgData name="John Tittle" userId="c9414421e32e8042" providerId="LiveId" clId="{48C55722-1884-484D-BEBA-C6DAFFF89F9C}" dt="2026-08-12T13:40:14.941" v="27" actId="1076"/>
          <ac:spMkLst>
            <pc:docMk/>
            <pc:sldMk cId="0" sldId="256"/>
            <ac:spMk id="2" creationId="{00000000-0000-0000-0000-000000000000}"/>
          </ac:spMkLst>
        </pc:spChg>
      </pc:sldChg>
      <pc:sldChg chg="modSp mod ord">
        <pc:chgData name="John Tittle" userId="c9414421e32e8042" providerId="LiveId" clId="{48C55722-1884-484D-BEBA-C6DAFFF89F9C}" dt="2026-08-12T18:12:40.034" v="135" actId="20577"/>
        <pc:sldMkLst>
          <pc:docMk/>
          <pc:sldMk cId="0" sldId="259"/>
        </pc:sldMkLst>
        <pc:spChg chg="mod">
          <ac:chgData name="John Tittle" userId="c9414421e32e8042" providerId="LiveId" clId="{48C55722-1884-484D-BEBA-C6DAFFF89F9C}" dt="2026-08-12T18:12:40.034" v="135" actId="20577"/>
          <ac:spMkLst>
            <pc:docMk/>
            <pc:sldMk cId="0" sldId="259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6:56:06.378" v="33" actId="255"/>
        <pc:sldMkLst>
          <pc:docMk/>
          <pc:sldMk cId="0" sldId="262"/>
        </pc:sldMkLst>
        <pc:spChg chg="mod">
          <ac:chgData name="John Tittle" userId="c9414421e32e8042" providerId="LiveId" clId="{48C55722-1884-484D-BEBA-C6DAFFF89F9C}" dt="2026-08-12T16:56:06.378" v="33" actId="255"/>
          <ac:spMkLst>
            <pc:docMk/>
            <pc:sldMk cId="0" sldId="262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0:38.976" v="42" actId="255"/>
        <pc:sldMkLst>
          <pc:docMk/>
          <pc:sldMk cId="0" sldId="265"/>
        </pc:sldMkLst>
        <pc:spChg chg="mod">
          <ac:chgData name="John Tittle" userId="c9414421e32e8042" providerId="LiveId" clId="{48C55722-1884-484D-BEBA-C6DAFFF89F9C}" dt="2026-08-12T17:00:38.976" v="42" actId="255"/>
          <ac:spMkLst>
            <pc:docMk/>
            <pc:sldMk cId="0" sldId="265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5:16.529" v="87" actId="255"/>
        <pc:sldMkLst>
          <pc:docMk/>
          <pc:sldMk cId="0" sldId="268"/>
        </pc:sldMkLst>
        <pc:spChg chg="mod">
          <ac:chgData name="John Tittle" userId="c9414421e32e8042" providerId="LiveId" clId="{48C55722-1884-484D-BEBA-C6DAFFF89F9C}" dt="2026-08-12T17:05:16.529" v="87" actId="255"/>
          <ac:spMkLst>
            <pc:docMk/>
            <pc:sldMk cId="0" sldId="268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0:31.923" v="93" actId="255"/>
        <pc:sldMkLst>
          <pc:docMk/>
          <pc:sldMk cId="0" sldId="271"/>
        </pc:sldMkLst>
        <pc:spChg chg="mod">
          <ac:chgData name="John Tittle" userId="c9414421e32e8042" providerId="LiveId" clId="{48C55722-1884-484D-BEBA-C6DAFFF89F9C}" dt="2026-08-12T17:10:31.923" v="93" actId="255"/>
          <ac:spMkLst>
            <pc:docMk/>
            <pc:sldMk cId="0" sldId="271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6:41.035" v="25" actId="20577"/>
        <pc:sldMkLst>
          <pc:docMk/>
          <pc:sldMk cId="0" sldId="328"/>
        </pc:sldMkLst>
        <pc:spChg chg="mod">
          <ac:chgData name="John Tittle" userId="c9414421e32e8042" providerId="LiveId" clId="{48C55722-1884-484D-BEBA-C6DAFFF89F9C}" dt="2026-08-12T13:06:41.035" v="25" actId="20577"/>
          <ac:spMkLst>
            <pc:docMk/>
            <pc:sldMk cId="0" sldId="328"/>
            <ac:spMk id="4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2:27.925" v="5" actId="255"/>
          <ac:spMkLst>
            <pc:docMk/>
            <pc:sldMk cId="0" sldId="328"/>
            <ac:spMk id="6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6:56:22.357" v="34" actId="255"/>
        <pc:sldMkLst>
          <pc:docMk/>
          <pc:sldMk cId="0" sldId="335"/>
        </pc:sldMkLst>
        <pc:spChg chg="mod">
          <ac:chgData name="John Tittle" userId="c9414421e32e8042" providerId="LiveId" clId="{48C55722-1884-484D-BEBA-C6DAFFF89F9C}" dt="2026-08-12T16:56:22.357" v="34" actId="255"/>
          <ac:spMkLst>
            <pc:docMk/>
            <pc:sldMk cId="0" sldId="335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1:28.747" v="4" actId="1076"/>
        <pc:sldMkLst>
          <pc:docMk/>
          <pc:sldMk cId="0" sldId="337"/>
        </pc:sldMkLst>
        <pc:picChg chg="mod">
          <ac:chgData name="John Tittle" userId="c9414421e32e8042" providerId="LiveId" clId="{48C55722-1884-484D-BEBA-C6DAFFF89F9C}" dt="2026-08-12T13:01:28.747" v="4" actId="1076"/>
          <ac:picMkLst>
            <pc:docMk/>
            <pc:sldMk cId="0" sldId="337"/>
            <ac:picMk id="5" creationId="{00000000-0000-0000-0000-000000000000}"/>
          </ac:picMkLst>
        </pc:picChg>
      </pc:sldChg>
      <pc:sldChg chg="modSp mod">
        <pc:chgData name="John Tittle" userId="c9414421e32e8042" providerId="LiveId" clId="{48C55722-1884-484D-BEBA-C6DAFFF89F9C}" dt="2026-08-12T16:59:26.993" v="41" actId="255"/>
        <pc:sldMkLst>
          <pc:docMk/>
          <pc:sldMk cId="0" sldId="340"/>
        </pc:sldMkLst>
        <pc:spChg chg="mod">
          <ac:chgData name="John Tittle" userId="c9414421e32e8042" providerId="LiveId" clId="{48C55722-1884-484D-BEBA-C6DAFFF89F9C}" dt="2026-08-12T16:59:26.993" v="41" actId="255"/>
          <ac:spMkLst>
            <pc:docMk/>
            <pc:sldMk cId="0" sldId="340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1:07.634" v="43" actId="255"/>
        <pc:sldMkLst>
          <pc:docMk/>
          <pc:sldMk cId="0" sldId="343"/>
        </pc:sldMkLst>
        <pc:spChg chg="mod">
          <ac:chgData name="John Tittle" userId="c9414421e32e8042" providerId="LiveId" clId="{48C55722-1884-484D-BEBA-C6DAFFF89F9C}" dt="2026-08-12T17:01:07.634" v="43" actId="255"/>
          <ac:spMkLst>
            <pc:docMk/>
            <pc:sldMk cId="0" sldId="343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1:28.623" v="44" actId="255"/>
        <pc:sldMkLst>
          <pc:docMk/>
          <pc:sldMk cId="0" sldId="344"/>
        </pc:sldMkLst>
        <pc:spChg chg="mod">
          <ac:chgData name="John Tittle" userId="c9414421e32e8042" providerId="LiveId" clId="{48C55722-1884-484D-BEBA-C6DAFFF89F9C}" dt="2026-08-12T17:01:28.623" v="44" actId="255"/>
          <ac:spMkLst>
            <pc:docMk/>
            <pc:sldMk cId="0" sldId="344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3:01.179" v="84" actId="20577"/>
        <pc:sldMkLst>
          <pc:docMk/>
          <pc:sldMk cId="0" sldId="346"/>
        </pc:sldMkLst>
        <pc:spChg chg="mod">
          <ac:chgData name="John Tittle" userId="c9414421e32e8042" providerId="LiveId" clId="{48C55722-1884-484D-BEBA-C6DAFFF89F9C}" dt="2026-08-12T17:03:01.179" v="84" actId="20577"/>
          <ac:spMkLst>
            <pc:docMk/>
            <pc:sldMk cId="0" sldId="346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4:20.092" v="86" actId="255"/>
        <pc:sldMkLst>
          <pc:docMk/>
          <pc:sldMk cId="0" sldId="347"/>
        </pc:sldMkLst>
        <pc:spChg chg="mod">
          <ac:chgData name="John Tittle" userId="c9414421e32e8042" providerId="LiveId" clId="{48C55722-1884-484D-BEBA-C6DAFFF89F9C}" dt="2026-08-12T17:04:20.092" v="86" actId="255"/>
          <ac:spMkLst>
            <pc:docMk/>
            <pc:sldMk cId="0" sldId="347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3:59.966" v="85" actId="255"/>
        <pc:sldMkLst>
          <pc:docMk/>
          <pc:sldMk cId="0" sldId="349"/>
        </pc:sldMkLst>
        <pc:spChg chg="mod">
          <ac:chgData name="John Tittle" userId="c9414421e32e8042" providerId="LiveId" clId="{48C55722-1884-484D-BEBA-C6DAFFF89F9C}" dt="2026-08-12T17:03:59.966" v="85" actId="255"/>
          <ac:spMkLst>
            <pc:docMk/>
            <pc:sldMk cId="0" sldId="349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5:37.103" v="88" actId="255"/>
        <pc:sldMkLst>
          <pc:docMk/>
          <pc:sldMk cId="0" sldId="353"/>
        </pc:sldMkLst>
        <pc:spChg chg="mod">
          <ac:chgData name="John Tittle" userId="c9414421e32e8042" providerId="LiveId" clId="{48C55722-1884-484D-BEBA-C6DAFFF89F9C}" dt="2026-08-12T17:05:37.103" v="88" actId="255"/>
          <ac:spMkLst>
            <pc:docMk/>
            <pc:sldMk cId="0" sldId="353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8:29.079" v="89" actId="255"/>
        <pc:sldMkLst>
          <pc:docMk/>
          <pc:sldMk cId="0" sldId="354"/>
        </pc:sldMkLst>
        <pc:spChg chg="mod">
          <ac:chgData name="John Tittle" userId="c9414421e32e8042" providerId="LiveId" clId="{48C55722-1884-484D-BEBA-C6DAFFF89F9C}" dt="2026-08-12T17:08:29.079" v="89" actId="255"/>
          <ac:spMkLst>
            <pc:docMk/>
            <pc:sldMk cId="0" sldId="354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8:54.113" v="90" actId="255"/>
        <pc:sldMkLst>
          <pc:docMk/>
          <pc:sldMk cId="0" sldId="356"/>
        </pc:sldMkLst>
        <pc:spChg chg="mod">
          <ac:chgData name="John Tittle" userId="c9414421e32e8042" providerId="LiveId" clId="{48C55722-1884-484D-BEBA-C6DAFFF89F9C}" dt="2026-08-12T17:08:54.113" v="90" actId="255"/>
          <ac:spMkLst>
            <pc:docMk/>
            <pc:sldMk cId="0" sldId="356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9:09.405" v="91" actId="255"/>
        <pc:sldMkLst>
          <pc:docMk/>
          <pc:sldMk cId="0" sldId="357"/>
        </pc:sldMkLst>
        <pc:spChg chg="mod">
          <ac:chgData name="John Tittle" userId="c9414421e32e8042" providerId="LiveId" clId="{48C55722-1884-484D-BEBA-C6DAFFF89F9C}" dt="2026-08-12T17:09:09.405" v="91" actId="255"/>
          <ac:spMkLst>
            <pc:docMk/>
            <pc:sldMk cId="0" sldId="357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9:24.932" v="92" actId="255"/>
        <pc:sldMkLst>
          <pc:docMk/>
          <pc:sldMk cId="0" sldId="358"/>
        </pc:sldMkLst>
        <pc:spChg chg="mod">
          <ac:chgData name="John Tittle" userId="c9414421e32e8042" providerId="LiveId" clId="{48C55722-1884-484D-BEBA-C6DAFFF89F9C}" dt="2026-08-12T17:09:24.932" v="92" actId="255"/>
          <ac:spMkLst>
            <pc:docMk/>
            <pc:sldMk cId="0" sldId="358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1:42.432" v="94" actId="255"/>
        <pc:sldMkLst>
          <pc:docMk/>
          <pc:sldMk cId="0" sldId="362"/>
        </pc:sldMkLst>
        <pc:spChg chg="mod">
          <ac:chgData name="John Tittle" userId="c9414421e32e8042" providerId="LiveId" clId="{48C55722-1884-484D-BEBA-C6DAFFF89F9C}" dt="2026-08-12T17:11:42.432" v="94" actId="255"/>
          <ac:spMkLst>
            <pc:docMk/>
            <pc:sldMk cId="0" sldId="362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2:19.976" v="95" actId="255"/>
        <pc:sldMkLst>
          <pc:docMk/>
          <pc:sldMk cId="0" sldId="363"/>
        </pc:sldMkLst>
        <pc:spChg chg="mod">
          <ac:chgData name="John Tittle" userId="c9414421e32e8042" providerId="LiveId" clId="{48C55722-1884-484D-BEBA-C6DAFFF89F9C}" dt="2026-08-12T17:12:19.976" v="95" actId="255"/>
          <ac:spMkLst>
            <pc:docMk/>
            <pc:sldMk cId="0" sldId="363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3:01.002" v="96" actId="255"/>
        <pc:sldMkLst>
          <pc:docMk/>
          <pc:sldMk cId="0" sldId="364"/>
        </pc:sldMkLst>
        <pc:spChg chg="mod">
          <ac:chgData name="John Tittle" userId="c9414421e32e8042" providerId="LiveId" clId="{48C55722-1884-484D-BEBA-C6DAFFF89F9C}" dt="2026-08-12T17:13:01.002" v="96" actId="255"/>
          <ac:spMkLst>
            <pc:docMk/>
            <pc:sldMk cId="0" sldId="364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3:13.863" v="97" actId="255"/>
        <pc:sldMkLst>
          <pc:docMk/>
          <pc:sldMk cId="0" sldId="365"/>
        </pc:sldMkLst>
        <pc:spChg chg="mod">
          <ac:chgData name="John Tittle" userId="c9414421e32e8042" providerId="LiveId" clId="{48C55722-1884-484D-BEBA-C6DAFFF89F9C}" dt="2026-08-12T17:13:13.863" v="97" actId="255"/>
          <ac:spMkLst>
            <pc:docMk/>
            <pc:sldMk cId="0" sldId="365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3:25.042" v="7" actId="255"/>
        <pc:sldMkLst>
          <pc:docMk/>
          <pc:sldMk cId="0" sldId="520"/>
        </pc:sldMkLst>
        <pc:spChg chg="mod">
          <ac:chgData name="John Tittle" userId="c9414421e32e8042" providerId="LiveId" clId="{48C55722-1884-484D-BEBA-C6DAFFF89F9C}" dt="2026-08-12T13:03:14.451" v="6" actId="255"/>
          <ac:spMkLst>
            <pc:docMk/>
            <pc:sldMk cId="0" sldId="520"/>
            <ac:spMk id="220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3:25.042" v="7" actId="255"/>
          <ac:spMkLst>
            <pc:docMk/>
            <pc:sldMk cId="0" sldId="520"/>
            <ac:spMk id="221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6:57:49.209" v="40" actId="1076"/>
        <pc:sldMkLst>
          <pc:docMk/>
          <pc:sldMk cId="0" sldId="522"/>
        </pc:sldMkLst>
        <pc:spChg chg="mod">
          <ac:chgData name="John Tittle" userId="c9414421e32e8042" providerId="LiveId" clId="{48C55722-1884-484D-BEBA-C6DAFFF89F9C}" dt="2026-08-12T16:57:49.209" v="40" actId="1076"/>
          <ac:spMkLst>
            <pc:docMk/>
            <pc:sldMk cId="0" sldId="522"/>
            <ac:spMk id="242" creationId="{00000000-0000-0000-0000-000000000000}"/>
          </ac:spMkLst>
        </pc:spChg>
        <pc:spChg chg="mod">
          <ac:chgData name="John Tittle" userId="c9414421e32e8042" providerId="LiveId" clId="{48C55722-1884-484D-BEBA-C6DAFFF89F9C}" dt="2026-08-12T16:57:19.041" v="35" actId="255"/>
          <ac:spMkLst>
            <pc:docMk/>
            <pc:sldMk cId="0" sldId="522"/>
            <ac:spMk id="243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1:11.684" v="2" actId="255"/>
        <pc:sldMkLst>
          <pc:docMk/>
          <pc:sldMk cId="0" sldId="523"/>
        </pc:sldMkLst>
        <pc:spChg chg="mod">
          <ac:chgData name="John Tittle" userId="c9414421e32e8042" providerId="LiveId" clId="{48C55722-1884-484D-BEBA-C6DAFFF89F9C}" dt="2026-08-12T13:00:43.184" v="0" actId="255"/>
          <ac:spMkLst>
            <pc:docMk/>
            <pc:sldMk cId="0" sldId="523"/>
            <ac:spMk id="260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0:54.805" v="1" actId="255"/>
          <ac:spMkLst>
            <pc:docMk/>
            <pc:sldMk cId="0" sldId="523"/>
            <ac:spMk id="261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1:11.684" v="2" actId="255"/>
          <ac:spMkLst>
            <pc:docMk/>
            <pc:sldMk cId="0" sldId="523"/>
            <ac:spMk id="262" creationId="{00000000-0000-0000-0000-000000000000}"/>
          </ac:spMkLst>
        </pc:spChg>
      </pc:sldChg>
      <pc:sldChg chg="modSp mod ord">
        <pc:chgData name="John Tittle" userId="c9414421e32e8042" providerId="LiveId" clId="{48C55722-1884-484D-BEBA-C6DAFFF89F9C}" dt="2026-08-12T15:53:10.639" v="32"/>
        <pc:sldMkLst>
          <pc:docMk/>
          <pc:sldMk cId="0" sldId="546"/>
        </pc:sldMkLst>
        <pc:spChg chg="mod">
          <ac:chgData name="John Tittle" userId="c9414421e32e8042" providerId="LiveId" clId="{48C55722-1884-484D-BEBA-C6DAFFF89F9C}" dt="2026-08-12T15:25:26.241" v="28" actId="255"/>
          <ac:spMkLst>
            <pc:docMk/>
            <pc:sldMk cId="0" sldId="546"/>
            <ac:spMk id="231" creationId="{00000000-0000-0000-0000-000000000000}"/>
          </ac:spMkLst>
        </pc:spChg>
      </pc:sldChg>
      <pc:sldChg chg="modSp mod ord">
        <pc:chgData name="John Tittle" userId="c9414421e32e8042" providerId="LiveId" clId="{48C55722-1884-484D-BEBA-C6DAFFF89F9C}" dt="2026-08-20T01:26:03.976" v="147"/>
        <pc:sldMkLst>
          <pc:docMk/>
          <pc:sldMk cId="0" sldId="547"/>
        </pc:sldMkLst>
        <pc:spChg chg="mod">
          <ac:chgData name="John Tittle" userId="c9414421e32e8042" providerId="LiveId" clId="{48C55722-1884-484D-BEBA-C6DAFFF89F9C}" dt="2026-08-12T18:13:34.327" v="143" actId="20577"/>
          <ac:spMkLst>
            <pc:docMk/>
            <pc:sldMk cId="0" sldId="547"/>
            <ac:spMk id="240" creationId="{00000000-0000-0000-0000-000000000000}"/>
          </ac:spMkLst>
        </pc:spChg>
      </pc:sldChg>
      <pc:sldChg chg="addSp modSp">
        <pc:chgData name="John Tittle" userId="c9414421e32e8042" providerId="LiveId" clId="{48C55722-1884-484D-BEBA-C6DAFFF89F9C}" dt="2026-08-13T18:04:10.115" v="145"/>
        <pc:sldMkLst>
          <pc:docMk/>
          <pc:sldMk cId="0" sldId="548"/>
        </pc:sldMkLst>
        <pc:picChg chg="add mod">
          <ac:chgData name="John Tittle" userId="c9414421e32e8042" providerId="LiveId" clId="{48C55722-1884-484D-BEBA-C6DAFFF89F9C}" dt="2026-08-13T18:04:10.115" v="145"/>
          <ac:picMkLst>
            <pc:docMk/>
            <pc:sldMk cId="0" sldId="548"/>
            <ac:picMk id="5" creationId="{57A95D7D-1063-6D30-607C-E5502D8C3B9D}"/>
          </ac:picMkLst>
        </pc:picChg>
      </pc:sldChg>
      <pc:sldChg chg="add">
        <pc:chgData name="John Tittle" userId="c9414421e32e8042" providerId="LiveId" clId="{48C55722-1884-484D-BEBA-C6DAFFF89F9C}" dt="2026-08-20T01:30:35.577" v="148"/>
        <pc:sldMkLst>
          <pc:docMk/>
          <pc:sldMk cId="2484547825" sldId="553"/>
        </pc:sldMkLst>
      </pc:sldChg>
      <pc:sldChg chg="modNotes">
        <pc:chgData name="John Tittle" userId="c9414421e32e8042" providerId="LiveId" clId="{48C55722-1884-484D-BEBA-C6DAFFF89F9C}" dt="2026-08-20T14:52:01.337" v="149" actId="20577"/>
        <pc:sldMkLst>
          <pc:docMk/>
          <pc:sldMk cId="0" sldId="554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DECK TITLE · pre-session · DIVIDER</a:t>
            </a:r>
          </a:p>
          <a:p>
            <a:r>
              <a:rPr lang="en-US" sz="1200"/>
              <a:t>On screen as the room assembles on night one. All Scripture ESV; the plans carry the scripts; these slides carry the room — and these notes carry you.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S13 · WELCOME · LEAD: CONTAINER HOLDER · GROUNDING — every session opens on this map</a:t>
            </a:r>
          </a:p>
          <a:p>
            <a:r>
              <a:t>BEATS:</a:t>
            </a:r>
          </a:p>
          <a:p>
            <a:r>
              <a:t>1. Locate tonight on the map, plainly: Session 13 stands in the fourth box — Connect with Mission: the works He prepared (Eph. 2:10). Each connection makes the next one real (Matt. 22:37–40).</a:t>
            </a:r>
          </a:p>
          <a:p>
            <a:r>
              <a:t>2. The four boxes are one journey — each connection makes the next one real — rooted in the two great commandments: love God, love neighbor (Matt 22:37–40).</a:t>
            </a:r>
          </a:p>
          <a:p>
            <a:r>
              <a:t>3. This is also the 'where we are on the map' minute the welcome owes any newcomer.</a:t>
            </a:r>
          </a:p>
          <a:p>
            <a:r>
              <a:t>CUES: Two minutes at most; then tonight's road.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S13 · COMMISSIONING · LEAD: CONTENT PRESENTER</a:t>
            </a:r>
          </a:p>
          <a:p>
            <a:r>
              <a:t>BEATS:</a:t>
            </a:r>
          </a:p>
          <a:p>
            <a:r>
              <a:t>1. The sheet on the screen is the sheet in their hands — walk it, don't read it.</a:t>
            </a:r>
          </a:p>
          <a:p>
            <a:r>
              <a:t>2. The standing rhythm first: the morning question, the evening journal line — one box per day on the week-grids.</a:t>
            </a:r>
          </a:p>
          <a:p>
            <a:r>
              <a:t>3. A missed box is never a failure — it is an invitation to return.</a:t>
            </a:r>
          </a:p>
          <a:p>
            <a:r>
              <a:t>CUES: The four parts are the next slide.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S13 · COMMISSIONING · LEAD: CONTENT PRESENTER</a:t>
            </a:r>
          </a:p>
          <a:p>
            <a:r>
              <a:t>BEATS:</a:t>
            </a:r>
          </a:p>
          <a:p>
            <a:r>
              <a:t>1. The four parts, in order: the homework practice, week one; the end-of-week-one check-in; the homework practice, week two; one sentence of preparation.</a:t>
            </a:r>
          </a:p>
          <a:p>
            <a:r>
              <a:t>2. Check-in partners are named aloud before leaving this slide — the sheet has the line to write the name.</a:t>
            </a:r>
          </a:p>
          <a:p>
            <a:r>
              <a:t>GUARD: The sheet-walk, not a re-teach.</a:t>
            </a:r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S13 · pre-session · DIVIDER</a:t>
            </a:r>
          </a:p>
          <a:p>
            <a:r>
              <a:rPr lang="en-US" sz="1200"/>
              <a:t>On screen through dinner and as the circle forms. Greet at the door — the slide holds the room.</a:t>
            </a:r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S13 · 7:00–7:08 · LEAD: CONTAINER HOLDER CIRCLE</a:t>
            </a:r>
          </a:p>
          <a:p>
            <a:r>
              <a:rPr lang="en-US" sz="1200"/>
              <a:t>BEATS: 1. Aaronic blessing first. 2. Container reminder: what is said here stays here; nothing is required. 3. Frame the turn: eleven weeks looked inward and upward — today we turn outward to Mission: what was prepared for us to do, and to be. 4. Walk today's road briefly: teaching, two pair exercises, merge, practice, blessing.</a:t>
            </a:r>
          </a:p>
          <a:p>
            <a:r>
              <a:rPr lang="en-US" sz="1200"/>
              <a:t>GUARD: Mission is bigger than career — say it early; today is not a what-will-you-do-for-a-living night.</a:t>
            </a:r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S13 · 7:00–7:08 · LEAD: CONTAINER HOLDER CIRCLE</a:t>
            </a:r>
          </a:p>
          <a:p>
            <a:r>
              <a:t>BEATS: 1. Run the familiar open, unhurried: blessing; the four conditions — Safe, Present, Clear, Intentional; phones away. 2. Keep the container reminder brief today: what is said here stays here; nothing is required. 3. Settle the room before moving on — settled beats punctual.</a:t>
            </a:r>
          </a:p>
          <a:p>
            <a:r>
              <a:t>PAIR LEAD: name the leading pair in the welcome — two leaders hold tonight, and the room will see the evening handed back and forth between them; that is the design. The pair practices the session together beforehand.</a:t>
            </a:r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S13 · 7:08–7:25 · LEAD: CONTAINER HOLDER CIRCLE</a:t>
            </a:r>
          </a:p>
          <a:p>
            <a:r>
              <a:rPr lang="en-US" sz="1200"/>
              <a:t>BEATS: 1. Name the thread: Any Doubts? and the Personal Doubts Inventory carried since the break. 2. Invite one sentence on how it landed — 'I didn't get to it' counts. 3. Take two or three voluntary contributions; receive without commentary.</a:t>
            </a:r>
          </a:p>
          <a:p>
            <a:r>
              <a:rPr lang="en-US" sz="1200"/>
              <a:t>CUES: The arranged parent (Run Card) offers the first sentence — never a cold call on a teen; pass anytime.</a:t>
            </a:r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S13 · 7:25–7:35 · LEAD: CONTENT PRESENTER CIRCLE</a:t>
            </a:r>
          </a:p>
          <a:p>
            <a:r>
              <a:rPr lang="en-US" sz="1200"/>
              <a:t>BEATS: 1. Read Ephesians 2:10 slowly — the works were prepared; our job is to walk in them. 2. Whiteboard both columns: UPHILL = what I do (goal, plan, effort); DOWNHILL = what I am — what the room gets when I am most myself and most aligned with the Spirit. 3. The test: when I am not performing, what do the people around me get to be? 4. End with your OWN downhill answer — 90 seconds, specific, unpolished; the teens calibrate against your honesty. Give the version a spouse would recognize, not the resume.</a:t>
            </a:r>
          </a:p>
          <a:p>
            <a:r>
              <a:rPr lang="en-US" sz="1200"/>
              <a:t>GUARD: Mission is not career — reframe career drift on the spot.</a:t>
            </a:r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S13 · 7:25–7:35 · LEAD: CONTENT PRESENTER</a:t>
            </a:r>
          </a:p>
          <a:p>
            <a:r>
              <a:rPr lang="en-US" sz="1200"/>
              <a:t>SUB: the founder's own diagram — his life drawn as a sailing chart. A substitute may teach it simply from the slide, or let it stand while running the plan's Block 3 script.</a:t>
            </a:r>
          </a:p>
          <a:p>
            <a:r>
              <a:rPr lang="en-US" sz="1200"/>
              <a:t>BEATS:</a:t>
            </a:r>
          </a:p>
          <a:p>
            <a:r>
              <a:rPr lang="en-US" sz="1200"/>
              <a:t>1. After uphill/downhill lands, show the chart: the straight line to God's goal is unsailable — headwinds, direct opposition.</a:t>
            </a:r>
          </a:p>
          <a:p>
            <a:r>
              <a:rPr lang="en-US" sz="1200"/>
              <a:t>2. A sailor gains against a headwind by tacking, leg by leg at forty-five degrees. Each leg IS God's direction — and each is a transformative learning path (Ephesians 2:10: works prepared beforehand, walked into leg by leg).</a:t>
            </a:r>
          </a:p>
          <a:p>
            <a:r>
              <a:rPr lang="en-US" sz="1200"/>
              <a:t>3. The turns are heard, not seen. Stop listening mid-leg and you don't crash — you drift past the turn, competent and off-course.</a:t>
            </a:r>
          </a:p>
          <a:p>
            <a:r>
              <a:rPr lang="en-US" sz="1200"/>
              <a:t>4. The threads: what leg A taught, leg C needed. Nobody sees that forward; everybody sees it looking back. Invite one backward look — name a past leg that trained you for a later one.</a:t>
            </a:r>
          </a:p>
          <a:p>
            <a:r>
              <a:rPr lang="en-US" sz="1200"/>
              <a:t>GUARD: testimony architecture, not a demand for a tidy life-map — some in the room are mid-leg and cannot see any pattern yet; say so.</a:t>
            </a:r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S13 · 7:35–7:36 · LEAD: CONTENT PRESENTER CIRCLE</a:t>
            </a:r>
          </a:p>
          <a:p>
            <a:r>
              <a:t>BEATS: 1. Frame the two exercises: Gifts and Passions (~20 min, H13.1), then Downhill Mission (~20 min, H13.2) — each person ends by naming one downhill sentence to the pair. 2. Pray the sending prayer. 3. Name each pair's families and its Companion; send them for forty minutes.</a:t>
            </a:r>
          </a:p>
          <a:p>
            <a:r>
              <a:t>CUES: A parent opens each sharing round — arranged this week (Run Card), never a cold call on a teen; teens choose their own depth; pass holds. About ten or fewer today? Skip the split — one circle.</a:t>
            </a:r>
          </a:p>
          <a:p>
            <a:r>
              <a:t>SMALL ROOM: the split is only necessary if the room is large enough to need it. With six or so, stay one circle — or quick pair work in place, knee to knee. Pair work is also the standing time-recovery lever: a full split-and-merge costs about five minutes.</a:t>
            </a:r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S13 · 7:36–8:18 · LEAD: CONTENT PRESENTER · FAMILY PAIRS</a:t>
            </a:r>
          </a:p>
          <a:p>
            <a:r>
              <a:rPr lang="en-US" sz="1200"/>
              <a:t>BEATS: 1. Phase 1 — Gifts (~20): ten quiet minutes on H13.1, then 60-second shares; the pair affirms briefly and specifically. 2. Phase 2 — Downhill (~20): five minutes on H13.2, then 90-second rounds: the person names their answer, the pair adds what it has actually seen; family speaking to family lands deepest. 3. If time compresses, compress the gifts, never the downhill.</a:t>
            </a:r>
          </a:p>
          <a:p>
            <a:r>
              <a:rPr lang="en-US" sz="1200"/>
              <a:t>CUES: The arranged parent goes first in each round (Run Card); never cold-call a teen; pass anytime.</a:t>
            </a:r>
          </a:p>
          <a:p>
            <a:r>
              <a:rPr lang="en-US" sz="1200"/>
              <a:t>GUARD: Push generic to specific — what does the person you're helping get to be? Witness means concrete moments, not flattery. If grief surfaces ('I haven't been doing this for years'), receive without rushing — it is part of the recognition.</a:t>
            </a:r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S13 · 8:18–8:20 · LEAD: CONTAINER HOLDER CIRCLE</a:t>
            </a:r>
          </a:p>
          <a:p>
            <a:r>
              <a:rPr lang="en-US" sz="1200"/>
              <a:t>BEATS: 1. Ask no one to repeat their downhill answer — what was named in the pair stays there. 2. One sentence per Lead Companion: a general observation, no names. 3. One brief observation from you across the room. 4. Land it: today's answer is a working draft — closer to true than the resume version, and it will deepen.</a:t>
            </a:r>
          </a:p>
          <a:p>
            <a:r>
              <a:rPr lang="en-US" sz="1200"/>
              <a:t>GUARD: Five minutes only — this block gave its other five to the feedback round; a sentence each.</a:t>
            </a:r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S13 · 8:20–8:24 · LEAD: CONTENT PRESENTER CIRCLE (Parent Co-Companion leads if present)</a:t>
            </a:r>
          </a:p>
          <a:p>
            <a:r>
              <a:rPr lang="en-US" sz="1200"/>
              <a:t>BEATS: 1. The practice: ONE small action this week aligned with your downhill answer — specific, small, not a campaign; journal what happens (H13.3). 2. The road ahead: Week 15 is the Rhythm night and finishes today's mission work; Week 21 is the family commissioning — bring the whole family, 6:30 start, light food at 6:00, details by email; Week 22 commissions the Companions-in-Formation — come to witness.</a:t>
            </a:r>
          </a:p>
          <a:p>
            <a:r>
              <a:rPr lang="en-US" sz="1200"/>
              <a:t>GUARD: Be explicit and warm about Week 21 — people leave today deciding who to bring. Adjust specifics to the actual closing-weeks plan.</a:t>
            </a:r>
          </a:p>
        </p:txBody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S13 · 8:24–8:28 · LEAD: BOTH LEADERS CIRCLE</a:t>
            </a:r>
          </a:p>
          <a:p>
            <a:r>
              <a:rPr lang="en-US" sz="1200"/>
              <a:t>BEATS: 1. The leader's three, same as every week: what went well; what I'd do differently; what I'd tell someone teaching today's process. 2. Then the room, same two questions — two or three voices each is plenty. 3. Receive without defending — 'thank you' is the whole response.</a:t>
            </a:r>
          </a:p>
          <a:p>
            <a:r>
              <a:rPr lang="en-US" sz="1200"/>
              <a:t>CUES: If a teen led today, they answer first, the adult second; the room's feedback covers both. The round may be dropped if the room needs something else — dropping it twice running goes to the team debrief.</a:t>
            </a:r>
          </a:p>
        </p:txBody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S13 · 8:28–8:30 · LEAD: CONTAINER HOLDER CIRCLE</a:t>
            </a:r>
          </a:p>
          <a:p>
            <a:r>
              <a:t>BEATS: 1. What was named in your pair is yours — carry it gently; the downhill answer keeps deepening across the week. 2. Open the door for the heavy: shadow-mission recognition or mid-life vocational grief — reach out; the team is walking with you, especially before when we gather. 3. Aaronic blessing, hands up if you want; send them warmly.</a:t>
            </a:r>
          </a:p>
          <a:p>
            <a:r>
              <a:t>BLESSINGS: eyes on the person, not the screen — nothing to read; say what is on your heart for them, specific and short.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2.xml"/><Relationship Id="rId3" Type="http://schemas.openxmlformats.org/officeDocument/2006/relationships/image" Target="../media/image46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5.xml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3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5.xml"/><Relationship Id="rId3" Type="http://schemas.openxmlformats.org/officeDocument/2006/relationships/image" Target="../media/image1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7.xml"/><Relationship Id="rId3" Type="http://schemas.openxmlformats.org/officeDocument/2006/relationships/image" Target="../media/image47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1.xml"/><Relationship Id="rId3" Type="http://schemas.openxmlformats.org/officeDocument/2006/relationships/image" Target="../media/image1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3.xml"/><Relationship Id="rId3" Type="http://schemas.openxmlformats.org/officeDocument/2006/relationships/image" Target="../media/image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4c-trai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418285"/>
            <a:ext cx="3291840" cy="4021429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14400" y="1920240"/>
            <a:ext cx="7223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Fellowship of the Heart</a:t>
            </a:r>
          </a:p>
          <a:p>
            <a:pPr algn="l">
              <a:spcAft>
                <a:spcPts val="600"/>
              </a:spcAft>
            </a:pPr>
            <a:r>
              <a:rPr sz="2000" b="0" i="1">
                <a:solidFill>
                  <a:srgbClr val="E4EFDA"/>
                </a:solidFill>
                <a:latin typeface="Calibri"/>
              </a:rPr>
              <a:t>Getting Started — the Four Connects, walked around the table on alternating evenings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97BC62"/>
                </a:solidFill>
                <a:latin typeface="Calibri"/>
              </a:rPr>
              <a:t>Evening Series 2026–27  ·  at the Tittle home  ·  v1.5E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9436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1">
                <a:solidFill>
                  <a:srgbClr val="E4EFDA"/>
                </a:solidFill>
                <a:latin typeface="Calibri"/>
              </a:rPr>
              <a:t>All Scripture: ESV  ·  The Companion lesson plans carry the full scripts — these slides carry the room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1</a:t>
            </a:r>
            <a:endParaRPr sz="1000" b="1">
              <a:solidFill>
                <a:srgbClr val="F1F6EC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wk09-miss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8937" y="822960"/>
            <a:ext cx="3475805" cy="521208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822960" y="1828800"/>
            <a:ext cx="5212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97BC62"/>
                </a:solidFill>
                <a:latin typeface="Calibri"/>
              </a:rPr>
              <a:t>SESSION 13</a:t>
            </a:r>
          </a:p>
          <a:p>
            <a:pPr algn="l">
              <a:spcAft>
                <a:spcPts val="1000"/>
              </a:spcAft>
            </a:pPr>
            <a:r>
              <a:rPr sz="3300" b="1" i="0">
                <a:solidFill>
                  <a:srgbClr val="2C5F2D"/>
                </a:solidFill>
                <a:latin typeface="Cambria"/>
              </a:rPr>
              <a:t>What Was Prepared for You</a:t>
            </a:r>
          </a:p>
          <a:p>
            <a:pPr algn="l">
              <a:spcAft>
                <a:spcPts val="600"/>
              </a:spcAft>
            </a:pPr>
            <a:r>
              <a:rPr sz="1800" b="0" i="1">
                <a:solidFill>
                  <a:srgbClr val="595959"/>
                </a:solidFill>
                <a:latin typeface="Calibri"/>
              </a:rPr>
              <a:t>Connecting with Mission — uphill, downhill, and the works prepared beforehand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595959"/>
                </a:solidFill>
                <a:latin typeface="Calibri"/>
              </a:rPr>
              <a:t>Quarter 3: Mission &amp; Rhythm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190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5F2D"/>
                </a:solidFill>
                <a:latin typeface="Cambria"/>
              </a:rPr>
              <a:t>Where We Are — the Four Connects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23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B22"/>
                </a:solidFill>
                <a:latin typeface="Calibri"/>
              </a:rPr>
              <a:t>Session 13 stands in the fourth box — </a:t>
            </a:r>
            <a:r>
              <a:rPr sz="1800" b="1">
                <a:solidFill>
                  <a:srgbClr val="2C5F2D"/>
                </a:solidFill>
                <a:latin typeface="Calibri"/>
              </a:rPr>
              <a:t>Connect with Mission</a:t>
            </a:r>
            <a:r>
              <a:rPr sz="1800" b="0">
                <a:solidFill>
                  <a:srgbClr val="222B22"/>
                </a:solidFill>
                <a:latin typeface="Calibri"/>
              </a:rPr>
              <a:t>: the works He prepared (Eph. 2:10). Each connection makes the next one real (Matt. 22:37–40).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191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91" name="Picture 90" descr="four-connec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1645920"/>
            <a:ext cx="10332720" cy="37086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Session 13 — Tonight’s Road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7040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1   </a:t>
            </a:r>
            <a:r>
              <a:rPr sz="2800">
                <a:solidFill>
                  <a:srgbClr val="222B22"/>
                </a:solidFill>
                <a:latin typeface="Calibri"/>
              </a:rPr>
              <a:t>Welcome and centering</a:t>
            </a:r>
          </a:p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2   </a:t>
            </a:r>
            <a:r>
              <a:rPr sz="2800">
                <a:solidFill>
                  <a:srgbClr val="222B22"/>
                </a:solidFill>
                <a:latin typeface="Calibri"/>
              </a:rPr>
              <a:t>Week 11 check-in</a:t>
            </a:r>
          </a:p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3   </a:t>
            </a:r>
            <a:r>
              <a:rPr sz="2800">
                <a:solidFill>
                  <a:srgbClr val="222B22"/>
                </a:solidFill>
                <a:latin typeface="Calibri"/>
              </a:rPr>
              <a:t>Ephesians 2:10 and the uphill/downhill distinction</a:t>
            </a:r>
          </a:p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4   </a:t>
            </a:r>
            <a:r>
              <a:rPr sz="2800">
                <a:solidFill>
                  <a:srgbClr val="222B22"/>
                </a:solidFill>
                <a:latin typeface="Calibri"/>
              </a:rPr>
              <a:t>Bridge to split</a:t>
            </a:r>
          </a:p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5   </a:t>
            </a:r>
            <a:r>
              <a:rPr sz="2800">
                <a:solidFill>
                  <a:srgbClr val="222B22"/>
                </a:solidFill>
                <a:latin typeface="Calibri"/>
              </a:rPr>
              <a:t>Gifts and Downhill in pairs</a:t>
            </a:r>
          </a:p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6   </a:t>
            </a:r>
            <a:r>
              <a:rPr sz="2800">
                <a:solidFill>
                  <a:srgbClr val="222B22"/>
                </a:solidFill>
                <a:latin typeface="Calibri"/>
              </a:rPr>
              <a:t>Merge and surface</a:t>
            </a:r>
          </a:p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7   </a:t>
            </a:r>
            <a:r>
              <a:rPr sz="2800">
                <a:solidFill>
                  <a:srgbClr val="222B22"/>
                </a:solidFill>
                <a:latin typeface="Calibri"/>
              </a:rPr>
              <a:t>Between-session practice and closing-weeks logistics</a:t>
            </a:r>
          </a:p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8   </a:t>
            </a:r>
            <a:r>
              <a:rPr sz="2800">
                <a:solidFill>
                  <a:srgbClr val="222B22"/>
                </a:solidFill>
                <a:latin typeface="Calibri"/>
              </a:rPr>
              <a:t>Leader Feedback Round</a:t>
            </a:r>
          </a:p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9   </a:t>
            </a:r>
            <a:r>
              <a:rPr sz="2800">
                <a:solidFill>
                  <a:srgbClr val="222B22"/>
                </a:solidFill>
                <a:latin typeface="Calibri"/>
              </a:rPr>
              <a:t>Closing container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192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31" name="Picture 31" descr="the open container bow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554480"/>
            <a:ext cx="3017520" cy="452628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Opening Container — the Eight Steps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1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Welcome — five minutes to open the container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2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Phones silenced and put away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3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Stand in a circle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4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One-word check-in — how you actually are, right now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5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Put out / bring in — set something down; bring a blessing in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6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Spoken commitment: “I am here. I am paying attention. I am willing to be moved.”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7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Opening prayer — “Holy Spirit, you are welcome here. Speak. We are listening.”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8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Sit. Begin.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193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Week 11 Check-In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667512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Before the break: Any Doubts? — and last week, The Return read what the break did with our practices</a:t>
            </a:r>
          </a:p>
          <a:p>
            <a:pPr marL="274320" indent="-274320">
              <a:spcAft>
                <a:spcPts val="90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The practice carried across: the Personal Doubts Inventory</a:t>
            </a:r>
          </a:p>
          <a:p>
            <a:pPr marL="274320" indent="-274320">
              <a:spcAft>
                <a:spcPts val="90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“Anyone want to say one sentence about how that landed — the inventory, or anything that surfaced, or that you didn’t get to it?”</a:t>
            </a:r>
          </a:p>
          <a:p>
            <a:pPr marL="274320" indent="-274320">
              <a:spcAft>
                <a:spcPts val="90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One sentence each, voluntary — received without commentary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194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32" name="Picture 32" descr="trail cairn - the weekly check-i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3612" y="1463040"/>
            <a:ext cx="3262379" cy="489204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Uphill and Downhill — Ephesians 2:10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600200"/>
            <a:ext cx="5669280" cy="45720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8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The works were prepared — beforehand, not by us, not for us to invent. Our job is to walk in them</a:t>
            </a:r>
          </a:p>
          <a:p>
            <a:pPr marL="274320" indent="-274320">
              <a:spcAft>
                <a:spcPts val="8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UPHILL mission — what I do: a goal, a plan, measurable steps. Good and real — and the smaller half</a:t>
            </a:r>
          </a:p>
          <a:p>
            <a:pPr marL="274320" indent="-274320">
              <a:spcAft>
                <a:spcPts val="8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DOWNHILL mission — what I am: the effect I have on the people around me when I am most aligned with the Spirit and most genuinely myself. It flows; you don’t have to push it</a:t>
            </a:r>
          </a:p>
          <a:p>
            <a:pPr marL="274320" indent="-274320">
              <a:spcAft>
                <a:spcPts val="8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The test: “When I am at my most genuinely myself — not performing, not managing, just present and open — what do the people around me get to be?”</a:t>
            </a:r>
          </a:p>
          <a:p>
            <a:pPr marL="274320" indent="-274320">
              <a:spcAft>
                <a:spcPts val="8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Eleven weeks of uphill clearing behind us — tonight we ask the downhill question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66560" y="1737360"/>
            <a:ext cx="4663440" cy="2194560"/>
          </a:xfrm>
          <a:prstGeom prst="rect">
            <a:avLst/>
          </a:prstGeom>
          <a:solidFill>
            <a:srgbClr val="F1F6EC"/>
          </a:solidFill>
        </p:spPr>
        <p:txBody>
          <a:bodyPr wrap="square" lIns="91440" tIns="91440" rIns="91440" bIns="91440" anchor="ctr"/>
          <a:lstStyle/>
          <a:p>
            <a:pPr>
              <a:spcAft>
                <a:spcPts val="900"/>
              </a:spcAft>
            </a:pPr>
            <a:r>
              <a:rPr sz="1200" b="1" i="0">
                <a:solidFill>
                  <a:srgbClr val="97BC62"/>
                </a:solidFill>
                <a:latin typeface="Calibri"/>
              </a:rPr>
              <a:t>EPHESIANS 2:10</a:t>
            </a:r>
          </a:p>
          <a:p>
            <a:pPr>
              <a:spcAft>
                <a:spcPts val="6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“For we are his workmanship, created in Christ Jesus for good works, which God prepared beforehand, that we should walk in them.”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195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Traveling the Mission — Tacking Against the Headwind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196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7A95D7D-1063-6D30-607C-E5502D8C3B9D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44700" y="889000"/>
            <a:ext cx="8089900" cy="5397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Bridge to the Split — Two Exercises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342900" indent="-342900">
              <a:spcAft>
                <a:spcPts val="90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1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Gifts and Passions — about twenty minutes: ten alone, ten sharing. Where are you alive? What comes naturally? Where do others tell you you have something to offer?</a:t>
            </a:r>
          </a:p>
          <a:p>
            <a:pPr marL="685800" indent="-274320">
              <a:spcAft>
                <a:spcPts val="650"/>
              </a:spcAft>
            </a:pPr>
            <a:r>
              <a:rPr sz="18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1800" b="0" i="1">
                <a:solidFill>
                  <a:srgbClr val="222B22"/>
                </a:solidFill>
                <a:latin typeface="Calibri"/>
              </a:rPr>
              <a:t>Share frame: “The three things I noticed are ______. The one I’m most surprised by is ______.”</a:t>
            </a:r>
          </a:p>
          <a:p>
            <a:pPr marL="342900" indent="-342900">
              <a:spcAft>
                <a:spcPts val="90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2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Downhill Mission — about twenty minutes: five alone, then name your answer to the pair. “When I am at my best, what the room gets is ___.”</a:t>
            </a:r>
          </a:p>
          <a:p>
            <a:pPr marL="685800" indent="-274320">
              <a:spcAft>
                <a:spcPts val="650"/>
              </a:spcAft>
            </a:pPr>
            <a:r>
              <a:rPr sz="18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1800" b="0" i="1">
                <a:solidFill>
                  <a:srgbClr val="222B22"/>
                </a:solidFill>
                <a:latin typeface="Calibri"/>
              </a:rPr>
              <a:t>The pair adds: “What I’ve seen in you is ______.” — specific, brief, something actually seen</a:t>
            </a:r>
          </a:p>
          <a:p>
            <a:pPr marL="274320" indent="-274320">
              <a:spcAft>
                <a:spcPts val="90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In each round a parent goes first — teens choose their own depth, and passing holds</a:t>
            </a:r>
          </a:p>
          <a:p>
            <a:pPr marL="274320" indent="-274320">
              <a:spcAft>
                <a:spcPts val="90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The pair may add what they have noticed — a parent may speak to a teen’s gifts, and a teen to a parent’s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197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Gifts and Downhill in pairs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7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Phase 1 — Gifts and Passions: quiet writing (10 min), then 60 seconds each: “The three things I noticed are ___. The one I’m most surprised by is ___.”</a:t>
            </a:r>
          </a:p>
          <a:p>
            <a:pPr marL="274320" indent="-274320">
              <a:spcAft>
                <a:spcPts val="7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After each share the pair affirms what it has seen — specific and brief: “Yes — we see that in you. Specifically: ___.”</a:t>
            </a:r>
          </a:p>
          <a:p>
            <a:pPr marL="274320" indent="-274320">
              <a:spcAft>
                <a:spcPts val="7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Phase 2 — Downhill Mission: five quiet minutes, then around the circle, 90 seconds each</a:t>
            </a:r>
          </a:p>
          <a:p>
            <a:pPr marL="685800" indent="-274320">
              <a:spcAft>
                <a:spcPts val="550"/>
              </a:spcAft>
            </a:pPr>
            <a:r>
              <a:rPr sz="18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1800" b="0" i="1">
                <a:solidFill>
                  <a:srgbClr val="222B22"/>
                </a:solidFill>
                <a:latin typeface="Calibri"/>
              </a:rPr>
              <a:t>“What I noticed is that when I’m at my best, what the room gets is ___.”</a:t>
            </a:r>
          </a:p>
          <a:p>
            <a:pPr marL="274320" indent="-274320">
              <a:spcAft>
                <a:spcPts val="7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One or two voices add what they have actually seen across Getting Started — especially each other’s family</a:t>
            </a:r>
          </a:p>
          <a:p>
            <a:pPr marL="274320" indent="-274320">
              <a:spcAft>
                <a:spcPts val="7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The naming is the gift — no over-processing. Pass-anytime holds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198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Merge and Surface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What was named in your pair stays in your pair — nobody repeats their downhill answer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One sentence from each Lead Companion — one general thing they noticed, not a specific person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Then one observation across the room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“The downhill mission you named is not a final answer. It is the working draft you are walking in this season.” It will deepen. It will sharpen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199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Practice This Week — and the Road Ahead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667512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One small action this week, aligned with your downhill answer. One. Not a campaign. Specific — then journal what happens</a:t>
            </a:r>
          </a:p>
          <a:p>
            <a:pPr marL="685800" indent="-274320">
              <a:spcAft>
                <a:spcPts val="700"/>
              </a:spcAft>
            </a:pPr>
            <a:r>
              <a:rPr sz="18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1800" b="0" i="1">
                <a:solidFill>
                  <a:srgbClr val="222B22"/>
                </a:solidFill>
                <a:latin typeface="Calibri"/>
              </a:rPr>
              <a:t>If your downhill is “the room gets calmer” — sit with a friend in distress this week instead of trying to fix them</a:t>
            </a:r>
          </a:p>
          <a:p>
            <a:pPr marL="274320" indent="-274320">
              <a:spcAft>
                <a:spcPts val="9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Ahead: the Rhythm week — we build the practices you will carry when the Wednesdays stop</a:t>
            </a:r>
          </a:p>
          <a:p>
            <a:pPr marL="274320" indent="-274320">
              <a:spcAft>
                <a:spcPts val="9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Week 21 — the family commissioning: bring your whole family, even members who have not been here. We run to 8:30 that night — light food from 6:00 as the room builds</a:t>
            </a:r>
          </a:p>
          <a:p>
            <a:pPr marL="274320" indent="-274320">
              <a:spcAft>
                <a:spcPts val="9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Week 22 — the commissioning of our Companions-in-Formation. Their night; come to witness it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200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33" name="Picture 33" descr="seedling - what grows between Wednesday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3612" y="1463040"/>
            <a:ext cx="3262379" cy="489204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5F2D"/>
                </a:solidFill>
                <a:latin typeface="Cambria"/>
              </a:rPr>
              <a:t>The Take-Home Sheet — the Daily Rhythm</a:t>
            </a:r>
          </a:p>
        </p:txBody>
      </p:sp>
      <p:pic>
        <p:nvPicPr>
          <p:cNvPr id="4" name="Picture 3" descr="s13_par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167" y="1463040"/>
            <a:ext cx="8595360" cy="4457308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22960" y="6355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595959"/>
                </a:solidFill>
                <a:latin typeface="Calibri"/>
              </a:rPr>
              <a:t>Handed out now — this is the sheet in your hands.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201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5F2D"/>
                </a:solidFill>
                <a:latin typeface="Cambria"/>
              </a:rPr>
              <a:t>The Take-Home Sheet — the Four Parts</a:t>
            </a:r>
          </a:p>
        </p:txBody>
      </p:sp>
      <p:pic>
        <p:nvPicPr>
          <p:cNvPr id="4" name="Picture 3" descr="s13_par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0924" y="1463040"/>
            <a:ext cx="8049846" cy="4709160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22960" y="6355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595959"/>
                </a:solidFill>
                <a:latin typeface="Calibri"/>
              </a:rPr>
              <a:t>One practice at a time — and a partner expecting you at the end of week one.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202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The Leader Feedback Round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667512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Two rounds, same as every session — the container holder first, then the content presenter: three things each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2000" b="0" i="1">
                <a:solidFill>
                  <a:srgbClr val="222B22"/>
                </a:solidFill>
                <a:latin typeface="Calibri"/>
              </a:rPr>
              <a:t>“What I think went well tonight: ______”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2000" b="0" i="1">
                <a:solidFill>
                  <a:srgbClr val="222B22"/>
                </a:solidFill>
                <a:latin typeface="Calibri"/>
              </a:rPr>
              <a:t>“What I’d do differently next time: ______”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2000" b="0" i="1">
                <a:solidFill>
                  <a:srgbClr val="222B22"/>
                </a:solidFill>
                <a:latin typeface="Calibri"/>
              </a:rPr>
              <a:t>“If I were to teach tonight’s process to someone, I would tell them: ______”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Then the room — the same two questions about tonight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The leaders receive without defending — “thank you” is the whole response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203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33" name="Picture 33" descr="compass on the trail - the weekly bearing 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6160" y="1463040"/>
            <a:ext cx="3259831" cy="489204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Closing the Container + Aaronic Blessing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600200"/>
            <a:ext cx="5669280" cy="45720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We close the way we opened — the container, six steps: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1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Stand again — same circle, same posture as the open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2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One-word landing — compare it to your opening word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3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The one thing you are taking from tonight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4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The one practice — committed aloud, or modified to one you will actually keep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5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Blessings — eyes on the person, not the screen: say what is on your heart for them. Specific, witnessed, short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6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Closing prayer — and the Aaronic blessing, spoken over each other, face to face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66560" y="1737360"/>
            <a:ext cx="4663440" cy="2926080"/>
          </a:xfrm>
          <a:prstGeom prst="rect">
            <a:avLst/>
          </a:prstGeom>
          <a:solidFill>
            <a:srgbClr val="F1F6EC"/>
          </a:solidFill>
        </p:spPr>
        <p:txBody>
          <a:bodyPr wrap="square" lIns="91440" tIns="91440" rIns="91440" bIns="91440" anchor="ctr"/>
          <a:lstStyle/>
          <a:p>
            <a:pPr>
              <a:spcAft>
                <a:spcPts val="900"/>
              </a:spcAft>
            </a:pPr>
            <a:r>
              <a:rPr sz="1200" b="1" i="0">
                <a:solidFill>
                  <a:srgbClr val="97BC62"/>
                </a:solidFill>
                <a:latin typeface="Calibri"/>
              </a:rPr>
              <a:t>THE AARONIC BLESSING — NUMBERS 6:24–26</a:t>
            </a:r>
          </a:p>
          <a:p>
            <a:pPr>
              <a:spcAft>
                <a:spcPts val="6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“The Lord bless you and keep you;</a:t>
            </a:r>
          </a:p>
          <a:p>
            <a:pPr>
              <a:spcAft>
                <a:spcPts val="6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the Lord make his face to shine upon you, and be gracious to you;</a:t>
            </a:r>
          </a:p>
          <a:p>
            <a:pPr>
              <a:spcAft>
                <a:spcPts val="6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the Lord lift up his countenance upon you, and give you peace.”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204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55817</Words>
  <Application>Microsoft Office PowerPoint</Application>
  <PresentationFormat>Widescreen</PresentationFormat>
  <Paragraphs>3274</Paragraphs>
  <Slides>277</Slides>
  <Notes>275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277</vt:i4>
      </vt:variant>
    </vt:vector>
  </HeadingPairs>
  <TitlesOfParts>
    <vt:vector size="28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John Tittle</cp:lastModifiedBy>
  <cp:revision>2</cp:revision>
  <dcterms:created xsi:type="dcterms:W3CDTF">2013-01-27T09:14:16Z</dcterms:created>
  <dcterms:modified xsi:type="dcterms:W3CDTF">2026-08-20T14:52:01Z</dcterms:modified>
  <cp:category/>
</cp:coreProperties>
</file>