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3.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8:26–8:29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8:24 BEFORE this round; the blessing follows it at 8:29.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8:24–8:26, blessing 8:29–8:30 · LEAD: CONTAINER HOLDER</a:t>
            </a:r>
          </a:p>
          <a:p>
            <a:r>
              <a:rPr lang="en-US" sz="1200" dirty="0"/>
              <a:t>BEATS:</a:t>
            </a:r>
          </a:p>
          <a:p>
            <a:r>
              <a:rPr lang="en-US" sz="1200" dirty="0"/>
              <a:t>1. Six-step closing (Handbook Section 5). One-word landing — any word, even 'tired'; do not push for depth today.</a:t>
            </a:r>
          </a:p>
          <a:p>
            <a:r>
              <a:rPr lang="en-US" sz="1200" dirty="0"/>
              <a:t>2. The one practice, said aloud together: 'Father, what are You up to today, and what do You want me to notice?'</a:t>
            </a:r>
          </a:p>
          <a:p>
            <a:r>
              <a:rPr lang="en-US" sz="1200" dirty="0"/>
              <a:t>3. Blessings: do not press in Week 1; honor any offered. Closing prayer 30 seconds, naming the Holy Spirit.</a:t>
            </a:r>
          </a:p>
          <a:p>
            <a:r>
              <a:rPr lang="en-US" sz="1200" dirty="0"/>
              <a:t>4. Aaronic blessing at 8:29: teens face parents, hand on shoulder if comfortable; read the card together, slowly. Pause. 'Take your blessing card with you.'</a:t>
            </a:r>
          </a:p>
          <a:p>
            <a:r>
              <a:rPr lang="en-US" sz="1200" dirty="0"/>
              <a:t>CUES: Week 1 order: closing 8:24, Leader Feedback Round 8:26, blessing 8:29 — the round sits inside this window.</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