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4:56: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 CiF runs the close, brief today: standing circle, one-word landing, the one thing, the one practice.</a:t>
            </a:r>
          </a:p>
          <a:p>
            <a:r>
              <a:rPr lang="en-US" sz="1200"/>
              <a:t>2. The one practice is the findable spot — committed aloud by a voice from each family.</a:t>
            </a:r>
          </a:p>
          <a:p>
            <a:r>
              <a:rPr lang="en-US" sz="1200"/>
              <a:t>3. Hold the Aaronic blessing — today it comes after the feedback round; a CiF speaks it at the very end.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(5:27):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