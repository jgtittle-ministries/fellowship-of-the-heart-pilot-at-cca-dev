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29.xml" ContentType="application/vnd.openxmlformats-officedocument.presentationml.notesSlide+xml"/>
  <Override PartName="/ppt/notesSlides/notesSlide230.xml" ContentType="application/vnd.openxmlformats-officedocument.presentationml.notesSlide+xml"/>
  <Override PartName="/ppt/notesSlides/notesSlide231.xml" ContentType="application/vnd.openxmlformats-officedocument.presentationml.notesSlide+xml"/>
  <Override PartName="/ppt/notesSlides/notesSlide232.xml" ContentType="application/vnd.openxmlformats-officedocument.presentationml.notesSlide+xml"/>
  <Override PartName="/ppt/notesSlides/notesSlide233.xml" ContentType="application/vnd.openxmlformats-officedocument.presentationml.notesSlide+xml"/>
  <Override PartName="/ppt/notesSlides/notesSlide234.xml" ContentType="application/vnd.openxmlformats-officedocument.presentationml.notesSlide+xml"/>
  <Override PartName="/ppt/notesSlides/notesSlide235.xml" ContentType="application/vnd.openxmlformats-officedocument.presentationml.notesSlide+xml"/>
  <Override PartName="/ppt/notesSlides/notesSlide236.xml" ContentType="application/vnd.openxmlformats-officedocument.presentationml.notesSlide+xml"/>
  <Override PartName="/ppt/notesSlides/notesSlide237.xml" ContentType="application/vnd.openxmlformats-officedocument.presentationml.notesSlide+xml"/>
  <Override PartName="/ppt/notesSlides/notesSlide238.xml" ContentType="application/vnd.openxmlformats-officedocument.presentationml.notesSlide+xml"/>
  <Override PartName="/ppt/notesSlides/notesSlide240.xml" ContentType="application/vnd.openxmlformats-officedocument.presentationml.notesSlide+xml"/>
  <Override PartName="/ppt/notesSlides/notesSlide2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79"/>
  </p:notesMasterIdLst>
  <p:sldIdLst>
    <p:sldId id="256" r:id="rId2"/>
    <p:sldId id="316" r:id="rId232"/>
    <p:sldId id="543" r:id="rId23"/>
    <p:sldId id="317" r:id="rId233"/>
    <p:sldId id="483" r:id="rId234"/>
    <p:sldId id="484" r:id="rId235"/>
    <p:sldId id="485" r:id="rId236"/>
    <p:sldId id="486" r:id="rId237"/>
    <p:sldId id="487" r:id="rId238"/>
    <p:sldId id="488" r:id="rId239"/>
    <p:sldId id="489" r:id="rId240"/>
    <p:sldId id="490" r:id="rId241"/>
    <p:sldId id="544" r:id="rId24"/>
    <p:sldId id="545" r:id="rId25"/>
    <p:sldId id="491" r:id="rId243"/>
    <p:sldId id="492" r:id="rId24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FB8A61-E404-4362-9606-E87F49058870}" v="1" dt="2026-08-20T01:30:35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59085" autoAdjust="0"/>
  </p:normalViewPr>
  <p:slideViewPr>
    <p:cSldViewPr snapToGrid="0" snapToObjects="1">
      <p:cViewPr varScale="1">
        <p:scale>
          <a:sx n="48" d="100"/>
          <a:sy n="48" d="100"/>
        </p:scale>
        <p:origin x="200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23" Type="http://schemas.openxmlformats.org/officeDocument/2006/relationships/slide" Target="slides/slide3.xml"/><Relationship Id="rId24" Type="http://schemas.openxmlformats.org/officeDocument/2006/relationships/slide" Target="slides/slide13.xml"/><Relationship Id="rId25" Type="http://schemas.openxmlformats.org/officeDocument/2006/relationships/slide" Target="slides/slide14.xml"/><Relationship Id="rId232" Type="http://schemas.openxmlformats.org/officeDocument/2006/relationships/slide" Target="slides/slide2.xml"/><Relationship Id="rId233" Type="http://schemas.openxmlformats.org/officeDocument/2006/relationships/slide" Target="slides/slide4.xml"/><Relationship Id="rId234" Type="http://schemas.openxmlformats.org/officeDocument/2006/relationships/slide" Target="slides/slide5.xml"/><Relationship Id="rId235" Type="http://schemas.openxmlformats.org/officeDocument/2006/relationships/slide" Target="slides/slide6.xml"/><Relationship Id="rId236" Type="http://schemas.openxmlformats.org/officeDocument/2006/relationships/slide" Target="slides/slide7.xml"/><Relationship Id="rId237" Type="http://schemas.openxmlformats.org/officeDocument/2006/relationships/slide" Target="slides/slide8.xml"/><Relationship Id="rId238" Type="http://schemas.openxmlformats.org/officeDocument/2006/relationships/slide" Target="slides/slide9.xml"/><Relationship Id="rId239" Type="http://schemas.openxmlformats.org/officeDocument/2006/relationships/slide" Target="slides/slide10.xml"/><Relationship Id="rId240" Type="http://schemas.openxmlformats.org/officeDocument/2006/relationships/slide" Target="slides/slide11.xml"/><Relationship Id="rId241" Type="http://schemas.openxmlformats.org/officeDocument/2006/relationships/slide" Target="slides/slide12.xml"/><Relationship Id="rId243" Type="http://schemas.openxmlformats.org/officeDocument/2006/relationships/slide" Target="slides/slide15.xml"/><Relationship Id="rId244" Type="http://schemas.openxmlformats.org/officeDocument/2006/relationships/slide" Target="slides/slide16.xml"/><Relationship Id="rId279" Type="http://schemas.openxmlformats.org/officeDocument/2006/relationships/notesMaster" Target="notesMasters/notesMaster1.xml"/><Relationship Id="rId280" Type="http://schemas.openxmlformats.org/officeDocument/2006/relationships/presProps" Target="presProps.xml"/><Relationship Id="rId281" Type="http://schemas.openxmlformats.org/officeDocument/2006/relationships/viewProps" Target="viewProps.xml"/><Relationship Id="rId282" Type="http://schemas.openxmlformats.org/officeDocument/2006/relationships/theme" Target="theme/theme1.xml"/><Relationship Id="rId283" Type="http://schemas.openxmlformats.org/officeDocument/2006/relationships/tableStyles" Target="tableStyles.xml"/><Relationship Id="rId284" Type="http://schemas.microsoft.com/office/2016/11/relationships/changesInfo" Target="changesInfos/changesInfo1.xml"/><Relationship Id="rId285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ohn Tittle" userId="c9414421e32e8042" providerId="LiveId" clId="{48C55722-1884-484D-BEBA-C6DAFFF89F9C}"/>
    <pc:docChg chg="undo custSel addSld modSld sldOrd">
      <pc:chgData name="John Tittle" userId="c9414421e32e8042" providerId="LiveId" clId="{48C55722-1884-484D-BEBA-C6DAFFF89F9C}" dt="2026-08-20T14:52:01.337" v="149" actId="20577"/>
      <pc:docMkLst>
        <pc:docMk/>
      </pc:docMkLst>
      <pc:sldChg chg="modSp mod">
        <pc:chgData name="John Tittle" userId="c9414421e32e8042" providerId="LiveId" clId="{48C55722-1884-484D-BEBA-C6DAFFF89F9C}" dt="2026-08-12T13:40:14.941" v="27" actId="1076"/>
        <pc:sldMkLst>
          <pc:docMk/>
          <pc:sldMk cId="0" sldId="256"/>
        </pc:sldMkLst>
        <pc:spChg chg="mod">
          <ac:chgData name="John Tittle" userId="c9414421e32e8042" providerId="LiveId" clId="{48C55722-1884-484D-BEBA-C6DAFFF89F9C}" dt="2026-08-12T13:40:14.941" v="27" actId="1076"/>
          <ac:spMkLst>
            <pc:docMk/>
            <pc:sldMk cId="0" sldId="256"/>
            <ac:spMk id="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8:12:40.034" v="135" actId="20577"/>
        <pc:sldMkLst>
          <pc:docMk/>
          <pc:sldMk cId="0" sldId="259"/>
        </pc:sldMkLst>
        <pc:spChg chg="mod">
          <ac:chgData name="John Tittle" userId="c9414421e32e8042" providerId="LiveId" clId="{48C55722-1884-484D-BEBA-C6DAFFF89F9C}" dt="2026-08-12T18:12:40.034" v="135" actId="20577"/>
          <ac:spMkLst>
            <pc:docMk/>
            <pc:sldMk cId="0" sldId="25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06.378" v="33" actId="255"/>
        <pc:sldMkLst>
          <pc:docMk/>
          <pc:sldMk cId="0" sldId="262"/>
        </pc:sldMkLst>
        <pc:spChg chg="mod">
          <ac:chgData name="John Tittle" userId="c9414421e32e8042" providerId="LiveId" clId="{48C55722-1884-484D-BEBA-C6DAFFF89F9C}" dt="2026-08-12T16:56:06.378" v="33" actId="255"/>
          <ac:spMkLst>
            <pc:docMk/>
            <pc:sldMk cId="0" sldId="2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0:38.976" v="42" actId="255"/>
        <pc:sldMkLst>
          <pc:docMk/>
          <pc:sldMk cId="0" sldId="265"/>
        </pc:sldMkLst>
        <pc:spChg chg="mod">
          <ac:chgData name="John Tittle" userId="c9414421e32e8042" providerId="LiveId" clId="{48C55722-1884-484D-BEBA-C6DAFFF89F9C}" dt="2026-08-12T17:00:38.976" v="42" actId="255"/>
          <ac:spMkLst>
            <pc:docMk/>
            <pc:sldMk cId="0" sldId="2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16.529" v="87" actId="255"/>
        <pc:sldMkLst>
          <pc:docMk/>
          <pc:sldMk cId="0" sldId="268"/>
        </pc:sldMkLst>
        <pc:spChg chg="mod">
          <ac:chgData name="John Tittle" userId="c9414421e32e8042" providerId="LiveId" clId="{48C55722-1884-484D-BEBA-C6DAFFF89F9C}" dt="2026-08-12T17:05:16.529" v="87" actId="255"/>
          <ac:spMkLst>
            <pc:docMk/>
            <pc:sldMk cId="0" sldId="26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0:31.923" v="93" actId="255"/>
        <pc:sldMkLst>
          <pc:docMk/>
          <pc:sldMk cId="0" sldId="271"/>
        </pc:sldMkLst>
        <pc:spChg chg="mod">
          <ac:chgData name="John Tittle" userId="c9414421e32e8042" providerId="LiveId" clId="{48C55722-1884-484D-BEBA-C6DAFFF89F9C}" dt="2026-08-12T17:10:31.923" v="93" actId="255"/>
          <ac:spMkLst>
            <pc:docMk/>
            <pc:sldMk cId="0" sldId="271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6:41.035" v="25" actId="20577"/>
        <pc:sldMkLst>
          <pc:docMk/>
          <pc:sldMk cId="0" sldId="328"/>
        </pc:sldMkLst>
        <pc:spChg chg="mod">
          <ac:chgData name="John Tittle" userId="c9414421e32e8042" providerId="LiveId" clId="{48C55722-1884-484D-BEBA-C6DAFFF89F9C}" dt="2026-08-12T13:06:41.035" v="25" actId="20577"/>
          <ac:spMkLst>
            <pc:docMk/>
            <pc:sldMk cId="0" sldId="328"/>
            <ac:spMk id="4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2:27.925" v="5" actId="255"/>
          <ac:spMkLst>
            <pc:docMk/>
            <pc:sldMk cId="0" sldId="328"/>
            <ac:spMk id="6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6:22.357" v="34" actId="255"/>
        <pc:sldMkLst>
          <pc:docMk/>
          <pc:sldMk cId="0" sldId="335"/>
        </pc:sldMkLst>
        <pc:spChg chg="mod">
          <ac:chgData name="John Tittle" userId="c9414421e32e8042" providerId="LiveId" clId="{48C55722-1884-484D-BEBA-C6DAFFF89F9C}" dt="2026-08-12T16:56:22.357" v="34" actId="255"/>
          <ac:spMkLst>
            <pc:docMk/>
            <pc:sldMk cId="0" sldId="33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28.747" v="4" actId="1076"/>
        <pc:sldMkLst>
          <pc:docMk/>
          <pc:sldMk cId="0" sldId="337"/>
        </pc:sldMkLst>
        <pc:picChg chg="mod">
          <ac:chgData name="John Tittle" userId="c9414421e32e8042" providerId="LiveId" clId="{48C55722-1884-484D-BEBA-C6DAFFF89F9C}" dt="2026-08-12T13:01:28.747" v="4" actId="1076"/>
          <ac:picMkLst>
            <pc:docMk/>
            <pc:sldMk cId="0" sldId="337"/>
            <ac:picMk id="5" creationId="{00000000-0000-0000-0000-000000000000}"/>
          </ac:picMkLst>
        </pc:picChg>
      </pc:sldChg>
      <pc:sldChg chg="modSp mod">
        <pc:chgData name="John Tittle" userId="c9414421e32e8042" providerId="LiveId" clId="{48C55722-1884-484D-BEBA-C6DAFFF89F9C}" dt="2026-08-12T16:59:26.993" v="41" actId="255"/>
        <pc:sldMkLst>
          <pc:docMk/>
          <pc:sldMk cId="0" sldId="340"/>
        </pc:sldMkLst>
        <pc:spChg chg="mod">
          <ac:chgData name="John Tittle" userId="c9414421e32e8042" providerId="LiveId" clId="{48C55722-1884-484D-BEBA-C6DAFFF89F9C}" dt="2026-08-12T16:59:26.993" v="41" actId="255"/>
          <ac:spMkLst>
            <pc:docMk/>
            <pc:sldMk cId="0" sldId="340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07.634" v="43" actId="255"/>
        <pc:sldMkLst>
          <pc:docMk/>
          <pc:sldMk cId="0" sldId="343"/>
        </pc:sldMkLst>
        <pc:spChg chg="mod">
          <ac:chgData name="John Tittle" userId="c9414421e32e8042" providerId="LiveId" clId="{48C55722-1884-484D-BEBA-C6DAFFF89F9C}" dt="2026-08-12T17:01:07.634" v="43" actId="255"/>
          <ac:spMkLst>
            <pc:docMk/>
            <pc:sldMk cId="0" sldId="34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1:28.623" v="44" actId="255"/>
        <pc:sldMkLst>
          <pc:docMk/>
          <pc:sldMk cId="0" sldId="344"/>
        </pc:sldMkLst>
        <pc:spChg chg="mod">
          <ac:chgData name="John Tittle" userId="c9414421e32e8042" providerId="LiveId" clId="{48C55722-1884-484D-BEBA-C6DAFFF89F9C}" dt="2026-08-12T17:01:28.623" v="44" actId="255"/>
          <ac:spMkLst>
            <pc:docMk/>
            <pc:sldMk cId="0" sldId="34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01.179" v="84" actId="20577"/>
        <pc:sldMkLst>
          <pc:docMk/>
          <pc:sldMk cId="0" sldId="346"/>
        </pc:sldMkLst>
        <pc:spChg chg="mod">
          <ac:chgData name="John Tittle" userId="c9414421e32e8042" providerId="LiveId" clId="{48C55722-1884-484D-BEBA-C6DAFFF89F9C}" dt="2026-08-12T17:03:01.179" v="84" actId="20577"/>
          <ac:spMkLst>
            <pc:docMk/>
            <pc:sldMk cId="0" sldId="34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4:20.092" v="86" actId="255"/>
        <pc:sldMkLst>
          <pc:docMk/>
          <pc:sldMk cId="0" sldId="347"/>
        </pc:sldMkLst>
        <pc:spChg chg="mod">
          <ac:chgData name="John Tittle" userId="c9414421e32e8042" providerId="LiveId" clId="{48C55722-1884-484D-BEBA-C6DAFFF89F9C}" dt="2026-08-12T17:04:20.092" v="86" actId="255"/>
          <ac:spMkLst>
            <pc:docMk/>
            <pc:sldMk cId="0" sldId="34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3:59.966" v="85" actId="255"/>
        <pc:sldMkLst>
          <pc:docMk/>
          <pc:sldMk cId="0" sldId="349"/>
        </pc:sldMkLst>
        <pc:spChg chg="mod">
          <ac:chgData name="John Tittle" userId="c9414421e32e8042" providerId="LiveId" clId="{48C55722-1884-484D-BEBA-C6DAFFF89F9C}" dt="2026-08-12T17:03:59.966" v="85" actId="255"/>
          <ac:spMkLst>
            <pc:docMk/>
            <pc:sldMk cId="0" sldId="349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5:37.103" v="88" actId="255"/>
        <pc:sldMkLst>
          <pc:docMk/>
          <pc:sldMk cId="0" sldId="353"/>
        </pc:sldMkLst>
        <pc:spChg chg="mod">
          <ac:chgData name="John Tittle" userId="c9414421e32e8042" providerId="LiveId" clId="{48C55722-1884-484D-BEBA-C6DAFFF89F9C}" dt="2026-08-12T17:05:37.103" v="88" actId="255"/>
          <ac:spMkLst>
            <pc:docMk/>
            <pc:sldMk cId="0" sldId="35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29.079" v="89" actId="255"/>
        <pc:sldMkLst>
          <pc:docMk/>
          <pc:sldMk cId="0" sldId="354"/>
        </pc:sldMkLst>
        <pc:spChg chg="mod">
          <ac:chgData name="John Tittle" userId="c9414421e32e8042" providerId="LiveId" clId="{48C55722-1884-484D-BEBA-C6DAFFF89F9C}" dt="2026-08-12T17:08:29.079" v="89" actId="255"/>
          <ac:spMkLst>
            <pc:docMk/>
            <pc:sldMk cId="0" sldId="35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8:54.113" v="90" actId="255"/>
        <pc:sldMkLst>
          <pc:docMk/>
          <pc:sldMk cId="0" sldId="356"/>
        </pc:sldMkLst>
        <pc:spChg chg="mod">
          <ac:chgData name="John Tittle" userId="c9414421e32e8042" providerId="LiveId" clId="{48C55722-1884-484D-BEBA-C6DAFFF89F9C}" dt="2026-08-12T17:08:54.113" v="90" actId="255"/>
          <ac:spMkLst>
            <pc:docMk/>
            <pc:sldMk cId="0" sldId="356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09.405" v="91" actId="255"/>
        <pc:sldMkLst>
          <pc:docMk/>
          <pc:sldMk cId="0" sldId="357"/>
        </pc:sldMkLst>
        <pc:spChg chg="mod">
          <ac:chgData name="John Tittle" userId="c9414421e32e8042" providerId="LiveId" clId="{48C55722-1884-484D-BEBA-C6DAFFF89F9C}" dt="2026-08-12T17:09:09.405" v="91" actId="255"/>
          <ac:spMkLst>
            <pc:docMk/>
            <pc:sldMk cId="0" sldId="357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09:24.932" v="92" actId="255"/>
        <pc:sldMkLst>
          <pc:docMk/>
          <pc:sldMk cId="0" sldId="358"/>
        </pc:sldMkLst>
        <pc:spChg chg="mod">
          <ac:chgData name="John Tittle" userId="c9414421e32e8042" providerId="LiveId" clId="{48C55722-1884-484D-BEBA-C6DAFFF89F9C}" dt="2026-08-12T17:09:24.932" v="92" actId="255"/>
          <ac:spMkLst>
            <pc:docMk/>
            <pc:sldMk cId="0" sldId="358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1:42.432" v="94" actId="255"/>
        <pc:sldMkLst>
          <pc:docMk/>
          <pc:sldMk cId="0" sldId="362"/>
        </pc:sldMkLst>
        <pc:spChg chg="mod">
          <ac:chgData name="John Tittle" userId="c9414421e32e8042" providerId="LiveId" clId="{48C55722-1884-484D-BEBA-C6DAFFF89F9C}" dt="2026-08-12T17:11:42.432" v="94" actId="255"/>
          <ac:spMkLst>
            <pc:docMk/>
            <pc:sldMk cId="0" sldId="362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2:19.976" v="95" actId="255"/>
        <pc:sldMkLst>
          <pc:docMk/>
          <pc:sldMk cId="0" sldId="363"/>
        </pc:sldMkLst>
        <pc:spChg chg="mod">
          <ac:chgData name="John Tittle" userId="c9414421e32e8042" providerId="LiveId" clId="{48C55722-1884-484D-BEBA-C6DAFFF89F9C}" dt="2026-08-12T17:12:19.976" v="95" actId="255"/>
          <ac:spMkLst>
            <pc:docMk/>
            <pc:sldMk cId="0" sldId="363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01.002" v="96" actId="255"/>
        <pc:sldMkLst>
          <pc:docMk/>
          <pc:sldMk cId="0" sldId="364"/>
        </pc:sldMkLst>
        <pc:spChg chg="mod">
          <ac:chgData name="John Tittle" userId="c9414421e32e8042" providerId="LiveId" clId="{48C55722-1884-484D-BEBA-C6DAFFF89F9C}" dt="2026-08-12T17:13:01.002" v="96" actId="255"/>
          <ac:spMkLst>
            <pc:docMk/>
            <pc:sldMk cId="0" sldId="364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7:13:13.863" v="97" actId="255"/>
        <pc:sldMkLst>
          <pc:docMk/>
          <pc:sldMk cId="0" sldId="365"/>
        </pc:sldMkLst>
        <pc:spChg chg="mod">
          <ac:chgData name="John Tittle" userId="c9414421e32e8042" providerId="LiveId" clId="{48C55722-1884-484D-BEBA-C6DAFFF89F9C}" dt="2026-08-12T17:13:13.863" v="97" actId="255"/>
          <ac:spMkLst>
            <pc:docMk/>
            <pc:sldMk cId="0" sldId="365"/>
            <ac:spMk id="4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3:25.042" v="7" actId="255"/>
        <pc:sldMkLst>
          <pc:docMk/>
          <pc:sldMk cId="0" sldId="520"/>
        </pc:sldMkLst>
        <pc:spChg chg="mod">
          <ac:chgData name="John Tittle" userId="c9414421e32e8042" providerId="LiveId" clId="{48C55722-1884-484D-BEBA-C6DAFFF89F9C}" dt="2026-08-12T13:03:14.451" v="6" actId="255"/>
          <ac:spMkLst>
            <pc:docMk/>
            <pc:sldMk cId="0" sldId="520"/>
            <ac:spMk id="22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3:25.042" v="7" actId="255"/>
          <ac:spMkLst>
            <pc:docMk/>
            <pc:sldMk cId="0" sldId="520"/>
            <ac:spMk id="221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6:57:49.209" v="40" actId="1076"/>
        <pc:sldMkLst>
          <pc:docMk/>
          <pc:sldMk cId="0" sldId="522"/>
        </pc:sldMkLst>
        <pc:spChg chg="mod">
          <ac:chgData name="John Tittle" userId="c9414421e32e8042" providerId="LiveId" clId="{48C55722-1884-484D-BEBA-C6DAFFF89F9C}" dt="2026-08-12T16:57:49.209" v="40" actId="1076"/>
          <ac:spMkLst>
            <pc:docMk/>
            <pc:sldMk cId="0" sldId="522"/>
            <ac:spMk id="242" creationId="{00000000-0000-0000-0000-000000000000}"/>
          </ac:spMkLst>
        </pc:spChg>
        <pc:spChg chg="mod">
          <ac:chgData name="John Tittle" userId="c9414421e32e8042" providerId="LiveId" clId="{48C55722-1884-484D-BEBA-C6DAFFF89F9C}" dt="2026-08-12T16:57:19.041" v="35" actId="255"/>
          <ac:spMkLst>
            <pc:docMk/>
            <pc:sldMk cId="0" sldId="522"/>
            <ac:spMk id="243" creationId="{00000000-0000-0000-0000-000000000000}"/>
          </ac:spMkLst>
        </pc:spChg>
      </pc:sldChg>
      <pc:sldChg chg="modSp mod">
        <pc:chgData name="John Tittle" userId="c9414421e32e8042" providerId="LiveId" clId="{48C55722-1884-484D-BEBA-C6DAFFF89F9C}" dt="2026-08-12T13:01:11.684" v="2" actId="255"/>
        <pc:sldMkLst>
          <pc:docMk/>
          <pc:sldMk cId="0" sldId="523"/>
        </pc:sldMkLst>
        <pc:spChg chg="mod">
          <ac:chgData name="John Tittle" userId="c9414421e32e8042" providerId="LiveId" clId="{48C55722-1884-484D-BEBA-C6DAFFF89F9C}" dt="2026-08-12T13:00:43.184" v="0" actId="255"/>
          <ac:spMkLst>
            <pc:docMk/>
            <pc:sldMk cId="0" sldId="523"/>
            <ac:spMk id="260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0:54.805" v="1" actId="255"/>
          <ac:spMkLst>
            <pc:docMk/>
            <pc:sldMk cId="0" sldId="523"/>
            <ac:spMk id="261" creationId="{00000000-0000-0000-0000-000000000000}"/>
          </ac:spMkLst>
        </pc:spChg>
        <pc:spChg chg="mod">
          <ac:chgData name="John Tittle" userId="c9414421e32e8042" providerId="LiveId" clId="{48C55722-1884-484D-BEBA-C6DAFFF89F9C}" dt="2026-08-12T13:01:11.684" v="2" actId="255"/>
          <ac:spMkLst>
            <pc:docMk/>
            <pc:sldMk cId="0" sldId="523"/>
            <ac:spMk id="262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12T15:53:10.639" v="32"/>
        <pc:sldMkLst>
          <pc:docMk/>
          <pc:sldMk cId="0" sldId="546"/>
        </pc:sldMkLst>
        <pc:spChg chg="mod">
          <ac:chgData name="John Tittle" userId="c9414421e32e8042" providerId="LiveId" clId="{48C55722-1884-484D-BEBA-C6DAFFF89F9C}" dt="2026-08-12T15:25:26.241" v="28" actId="255"/>
          <ac:spMkLst>
            <pc:docMk/>
            <pc:sldMk cId="0" sldId="546"/>
            <ac:spMk id="231" creationId="{00000000-0000-0000-0000-000000000000}"/>
          </ac:spMkLst>
        </pc:spChg>
      </pc:sldChg>
      <pc:sldChg chg="modSp mod ord">
        <pc:chgData name="John Tittle" userId="c9414421e32e8042" providerId="LiveId" clId="{48C55722-1884-484D-BEBA-C6DAFFF89F9C}" dt="2026-08-20T01:26:03.976" v="147"/>
        <pc:sldMkLst>
          <pc:docMk/>
          <pc:sldMk cId="0" sldId="547"/>
        </pc:sldMkLst>
        <pc:spChg chg="mod">
          <ac:chgData name="John Tittle" userId="c9414421e32e8042" providerId="LiveId" clId="{48C55722-1884-484D-BEBA-C6DAFFF89F9C}" dt="2026-08-12T18:13:34.327" v="143" actId="20577"/>
          <ac:spMkLst>
            <pc:docMk/>
            <pc:sldMk cId="0" sldId="547"/>
            <ac:spMk id="240" creationId="{00000000-0000-0000-0000-000000000000}"/>
          </ac:spMkLst>
        </pc:spChg>
      </pc:sldChg>
      <pc:sldChg chg="addSp modSp">
        <pc:chgData name="John Tittle" userId="c9414421e32e8042" providerId="LiveId" clId="{48C55722-1884-484D-BEBA-C6DAFFF89F9C}" dt="2026-08-13T18:04:10.115" v="145"/>
        <pc:sldMkLst>
          <pc:docMk/>
          <pc:sldMk cId="0" sldId="548"/>
        </pc:sldMkLst>
        <pc:picChg chg="add mod">
          <ac:chgData name="John Tittle" userId="c9414421e32e8042" providerId="LiveId" clId="{48C55722-1884-484D-BEBA-C6DAFFF89F9C}" dt="2026-08-13T18:04:10.115" v="145"/>
          <ac:picMkLst>
            <pc:docMk/>
            <pc:sldMk cId="0" sldId="548"/>
            <ac:picMk id="5" creationId="{57A95D7D-1063-6D30-607C-E5502D8C3B9D}"/>
          </ac:picMkLst>
        </pc:picChg>
      </pc:sldChg>
      <pc:sldChg chg="add">
        <pc:chgData name="John Tittle" userId="c9414421e32e8042" providerId="LiveId" clId="{48C55722-1884-484D-BEBA-C6DAFFF89F9C}" dt="2026-08-20T01:30:35.577" v="148"/>
        <pc:sldMkLst>
          <pc:docMk/>
          <pc:sldMk cId="2484547825" sldId="553"/>
        </pc:sldMkLst>
      </pc:sldChg>
      <pc:sldChg chg="modNotes">
        <pc:chgData name="John Tittle" userId="c9414421e32e8042" providerId="LiveId" clId="{48C55722-1884-484D-BEBA-C6DAFFF89F9C}" dt="2026-08-20T14:52:01.337" v="149" actId="20577"/>
        <pc:sldMkLst>
          <pc:docMk/>
          <pc:sldMk cId="0" sldId="554"/>
        </pc:sldMkLst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>
      <a:defRPr sz="1200"/>
    </a:lvl1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2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2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2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2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2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DECK TITLE · pre-session · DIVIDER</a:t>
            </a:r>
          </a:p>
          <a:p>
            <a:r>
              <a:rPr lang="en-US" sz="1200"/>
              <a:t>On screen as the room assembles on night one. All Scripture ESV; the plans carry the scripts; these slides carry the room — and these notes carry you.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WELCOME · LEAD: CONTAINER HOLDER · GROUNDING — every session opens on this map</a:t>
            </a:r>
          </a:p>
          <a:p>
            <a:r>
              <a:t>BEATS:</a:t>
            </a:r>
          </a:p>
          <a:p>
            <a:r>
              <a:t>1. Locate tonight on the map, plainly: Session 19 rehearses across the whole map — all four Connects, in the Companions' hands. Each connection makes the next one real (Matt. 22:37–40).</a:t>
            </a:r>
          </a:p>
          <a:p>
            <a:r>
              <a:t>2. The four boxes are one journey — each connection makes the next one real — rooted in the two great commandments: love God, love neighbor (Matt 22:37–40).</a:t>
            </a:r>
          </a:p>
          <a:p>
            <a:r>
              <a:t>3. This is also the 'where we are on the map' minute the welcome owes any newcomer.</a:t>
            </a:r>
          </a:p>
          <a:p>
            <a:r>
              <a:t>CUES: Two minutes at most; then tonight's road.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COMMISSIONING · LEAD: CONTENT PRESENTER</a:t>
            </a:r>
          </a:p>
          <a:p>
            <a:r>
              <a:t>BEATS:</a:t>
            </a:r>
          </a:p>
          <a:p>
            <a:r>
              <a:t>1. The sheet on the screen is the sheet in their hands — walk it, don't read it.</a:t>
            </a:r>
          </a:p>
          <a:p>
            <a:r>
              <a:t>2. The standing rhythm first: the morning question, the evening journal line — one box per day on the week-grids.</a:t>
            </a:r>
          </a:p>
          <a:p>
            <a:r>
              <a:t>3. A missed box is never a failure — it is an invitation to return.</a:t>
            </a:r>
          </a:p>
          <a:p>
            <a:r>
              <a:t>CUES: The four parts are the next slide.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COMMISSIONING · LEAD: CONTENT PRESENTER</a:t>
            </a:r>
          </a:p>
          <a:p>
            <a:r>
              <a:t>BEATS:</a:t>
            </a:r>
          </a:p>
          <a:p>
            <a:r>
              <a:t>1. The four parts, in order: the homework practice, week one; the end-of-week-one check-in; the homework practice, week two; one sentence of preparation.</a:t>
            </a:r>
          </a:p>
          <a:p>
            <a:r>
              <a:t>2. Check-in partners are named aloud before leaving this slide — the sheet has the line to write the name.</a:t>
            </a:r>
          </a:p>
          <a:p>
            <a:r>
              <a:t>GUARD: The sheet-walk, not a re-teach.</a:t>
            </a:r>
          </a:p>
        </p:txBody>
      </p:sp>
    </p:spTree>
  </p:cSld>
  <p:clrMapOvr>
    <a:masterClrMapping/>
  </p:clrMapOvr>
</p:notes>
</file>

<file path=ppt/notesSlides/notesSlide2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pre-session · DIVIDER</a:t>
            </a:r>
          </a:p>
          <a:p>
            <a:r>
              <a:rPr lang="en-US" sz="1200"/>
              <a:t>On screen through dinner and as the circle forms. Greet at the door — the slide holds the room. Folders at each seat with both mercy cards in them; the CiFs set their first pair spaces; tissues in every pair space. Doors close at 7:00.</a:t>
            </a:r>
          </a:p>
        </p:txBody>
      </p:sp>
    </p:spTree>
  </p:cSld>
  <p:clrMapOvr>
    <a:masterClrMapping/>
  </p:clrMapOvr>
</p:notes>
</file>

<file path=ppt/notesSlides/notesSlide2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7:00–8:30 · LEAD: BOTH LEADERS CIRCLE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Today is the rehearsal: the Companions-in-Formation teach the Signs Card and the Path Home Card in pairs — twice each, coached — one week before they teach the whole room.</a:t>
            </a:r>
          </a:p>
          <a:p>
            <a:r>
              <a:rPr lang="en-US" sz="1200"/>
              <a:t>2. Shape: frame, split, first rep, keep-and-adjust feedback, rotation, tightened second rep, second feedback, merge, close.</a:t>
            </a:r>
          </a:p>
          <a:p>
            <a:r>
              <a:rPr lang="en-US" sz="1200"/>
              <a:t>3. Adults coach from inside the pair, light touch — at most one whispered cue per rep; the rehearsal is the CiF's room.</a:t>
            </a:r>
          </a:p>
          <a:p>
            <a:r>
              <a:rPr lang="en-US" sz="1200"/>
              <a:t>GUARD: Teach the card, never probe the person — 'take out the card,' never 'which column are you in.' Any live disclosure passes to the pair adult at once, and the handoff is honored publicly as leadership, not failure.</a:t>
            </a:r>
          </a:p>
        </p:txBody>
      </p:sp>
    </p:spTree>
  </p:cSld>
  <p:clrMapOvr>
    <a:masterClrMapping/>
  </p:clrMapOvr>
</p:notes>
</file>

<file path=ppt/notesSlides/notesSlide2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7:00–7:08 · LEAD: CONTAINER HOLDER CIRCLE</a:t>
            </a:r>
          </a:p>
          <a:p>
            <a:r>
              <a:t>BEATS:</a:t>
            </a:r>
          </a:p>
          <a:p>
            <a:r>
              <a:t>1. A Companion-in-Formation opens with the full protocol from memory — the weekly free rep.</a:t>
            </a:r>
          </a:p>
          <a:p>
            <a:r>
              <a:t>2. The open goes to a CiF who is NOT teaching first-round in their strongest pair, so the session's reps spread rather than stack.</a:t>
            </a:r>
          </a:p>
          <a:p>
            <a:r>
              <a:t>3. Receive every check-in word; read the room — today's subject is dryness, and somebody is statistically in it right now.</a:t>
            </a:r>
          </a:p>
          <a:p>
            <a:r>
              <a:t>PAIR LEAD: name the leading pair in the welcome — two leaders hold tonight, and the room will see the evening handed back and forth between them; that is the design. The pair practices the session together beforehand.</a:t>
            </a:r>
          </a:p>
        </p:txBody>
      </p:sp>
    </p:spTree>
  </p:cSld>
  <p:clrMapOvr>
    <a:masterClrMapping/>
  </p:clrMapOvr>
</p:notes>
</file>

<file path=ppt/notesSlides/notesSlide2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7:25–7:31 · LEAD: CONTENT PRESENTER CIRCLE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Everyone takes out both cards. Why they exist: the danger of a dry season is the wrong diagnosis, and the way back must be written down — the father runs.</a:t>
            </a:r>
          </a:p>
          <a:p>
            <a:r>
              <a:rPr lang="en-US" sz="1200"/>
              <a:t>2. Read 2 Timothy 2:2 — four generations in one sentence; today the room watches the third handoff happen.</a:t>
            </a:r>
          </a:p>
          <a:p>
            <a:r>
              <a:rPr lang="en-US" sz="1200"/>
              <a:t>3. Name the rehearsal plainly and warmly: small room before the large one; your pair is their first congregation, and at the end it gives its teacher two gifts — one keep, one adjust.</a:t>
            </a:r>
          </a:p>
          <a:p>
            <a:r>
              <a:rPr lang="en-US" sz="1200"/>
              <a:t>4. End gently: today is about the cards, not anyone's current season — but if a column has your name on it, the adult in your pair is there for exactly that.</a:t>
            </a:r>
          </a:p>
          <a:p>
            <a:r>
              <a:rPr lang="en-US" sz="1200"/>
              <a:t>GUARD: Say from the front that nobody will be asked where they are — it keeps the promise true in the pairs.</a:t>
            </a:r>
          </a:p>
        </p:txBody>
      </p:sp>
    </p:spTree>
  </p:cSld>
  <p:clrMapOvr>
    <a:masterClrMapping/>
  </p:clrMapOvr>
</p:notes>
</file>

<file path=ppt/notesSlides/notesSlide2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7:31–7:32 · LEAD: CONTENT PRESENTER CIRCLE</a:t>
            </a:r>
          </a:p>
          <a:p>
            <a:r>
              <a:t>BEATS:</a:t>
            </a:r>
          </a:p>
          <a:p>
            <a:r>
              <a:t>1. Name each pair: its families, its adult coach-and-catch, its first-round teacher.</a:t>
            </a:r>
          </a:p>
          <a:p>
            <a:r>
              <a:t>2. Pray briefly — for the teachers by name, and for any dry ground in the room, unnamed.</a:t>
            </a:r>
          </a:p>
          <a:p>
            <a:r>
              <a:t>3. Split fast — the teaching minutes are protected.</a:t>
            </a:r>
          </a:p>
          <a:p>
            <a:r>
              <a:t>CUES: About ten or fewer in the room? Small-room variation: one circle, two CiFs split the cards, feedback after each, then a compressed second pass with the cards swapped — everyone still teaches twice.</a:t>
            </a:r>
          </a:p>
          <a:p>
            <a:r>
              <a:t>SMALL ROOM: the split is only necessary if the room is large enough to need it. With six or so, stay one circle — or quick pair work in place, knee to knee. Pair work is also the standing time-recovery lever: a full split-and-merge costs about five minutes.</a:t>
            </a:r>
          </a:p>
        </p:txBody>
      </p:sp>
    </p:spTree>
  </p:cSld>
  <p:clrMapOvr>
    <a:masterClrMapping/>
  </p:clrMapOvr>
</p:notes>
</file>

<file path=ppt/notesSlides/notesSlide2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7:32–7:52 · LEAD: CONTENT PRESENTER · FAMILY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The CiF teaches both cards: Signs ~13 min — the sorting question (which way does the desire point?), the four kinds of dry, cases 3 and 4 command OPPOSITE motions (resist vs receive; when unsure, do not decide alone), the four rules; Path Home ~10 — five steps, the father runs, the door is not locked; close ~2 — the findable spot.</a:t>
            </a:r>
          </a:p>
          <a:p>
            <a:r>
              <a:rPr lang="en-US" sz="1200"/>
              <a:t>2. Adult sits inside the circle, coaching light — one whispered cue at most ('desire question' is usually the only one needed); everything else to the note sheet.</a:t>
            </a:r>
          </a:p>
          <a:p>
            <a:r>
              <a:rPr lang="en-US" sz="1200"/>
              <a:t>CUES: Teen-taught block — the adult sits where the teacher can find their eyes. If anything live surfaces the adult receives it at once while the CiF keeps teaching; a stumble is never the story of the night.</a:t>
            </a:r>
          </a:p>
          <a:p>
            <a:r>
              <a:rPr lang="en-US" sz="1200"/>
              <a:t>GUARD: Redirect probing and diagnosing gently and immediately — quote the card's own rule so the correction lands on the card, not the person.</a:t>
            </a:r>
          </a:p>
        </p:txBody>
      </p:sp>
    </p:spTree>
  </p:cSld>
  <p:clrMapOvr>
    <a:masterClrMapping/>
  </p:clrMapOvr>
</p:notes>
</file>

<file path=ppt/notesSlides/notesSlide2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7:52–7:57 · LEAD: CONTENT PRESENTER · FAMILY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The adult models first — one specific keep, one specific adjust; quotable, never 'you did great.'</a:t>
            </a:r>
          </a:p>
          <a:p>
            <a:r>
              <a:rPr lang="en-US" sz="1200"/>
              <a:t>2. The arranged parent adds next (Run Card); one or two brief voices more, teens welcome.</a:t>
            </a:r>
          </a:p>
          <a:p>
            <a:r>
              <a:rPr lang="en-US" sz="1200"/>
              <a:t>3. The CiF receives without defending — 'thank you' is the whole response; the adult writes both gifts down.</a:t>
            </a:r>
          </a:p>
          <a:p>
            <a:r>
              <a:rPr lang="en-US" sz="1200"/>
              <a:t>4. Rotation at 7:57: 'Teachers, travel' — each CiF one pair clockwise, adjust in hand; the new pair does not hear the old feedback.</a:t>
            </a:r>
          </a:p>
          <a:p>
            <a:r>
              <a:rPr lang="en-US" sz="1200"/>
              <a:t>CUES: The adjust is the point of the rehearsal — a rehearsal with no adjusts was wasted. Keeps and adjusts are per-teacher coaching, never a leaderboard.</a:t>
            </a:r>
          </a:p>
        </p:txBody>
      </p:sp>
    </p:spTree>
  </p:cSld>
  <p:clrMapOvr>
    <a:masterClrMapping/>
  </p:clrMapOvr>
</p:notes>
</file>

<file path=ppt/notesSlides/notesSlide2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7:59–8:15 · LEAD: CONTENT PRESENTER · FAMILY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Same arc, tightened: Signs ~11, Path Home ~8, close ~1 — same spine, fewer words; the load-bearing minutes untouched (the desire question, resist-versus-receive, the father runs).</a:t>
            </a:r>
          </a:p>
          <a:p>
            <a:r>
              <a:rPr lang="en-US" sz="1200"/>
              <a:t>2. Watch specifically for the Round-1 adjust being tried while warm — that is what this rep is for.</a:t>
            </a:r>
          </a:p>
          <a:p>
            <a:r>
              <a:rPr lang="en-US" sz="1200"/>
              <a:t>3. Against the clock? The agreed fallback: Signs Card in full; Path Home in its two sentences — the father runs; the door is not locked — with the card in every hand. Next week restores the whole.</a:t>
            </a:r>
          </a:p>
          <a:p>
            <a:r>
              <a:rPr lang="en-US" sz="1200"/>
              <a:t>CUES: Same posture as Rep 1 — anything live goes to the adult instantly and the teaching continues.</a:t>
            </a:r>
          </a:p>
        </p:txBody>
      </p:sp>
    </p:spTree>
  </p:cSld>
  <p:clrMapOvr>
    <a:masterClrMapping/>
  </p:clrMapOvr>
</p:notes>
</file>

<file path=ppt/notesSlides/notesSlide2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8:15–8:19 · LEAD: CONTENT PRESENTER · FAMILY PAIRS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Same shape, briefer: the adult's keep and adjust — the keep, where honest, naming the adjust that got tried — then one pair voice.</a:t>
            </a:r>
          </a:p>
          <a:p>
            <a:r>
              <a:rPr lang="en-US" sz="1200"/>
              <a:t>2. Record both per CiF; these notes travel in writing to The Long Walk prep meeting.</a:t>
            </a:r>
          </a:p>
          <a:p>
            <a:r>
              <a:rPr lang="en-US" sz="1200"/>
              <a:t>3. Hold it to four minutes — the merge is waiting.</a:t>
            </a:r>
          </a:p>
        </p:txBody>
      </p:sp>
    </p:spTree>
  </p:cSld>
  <p:clrMapOvr>
    <a:masterClrMapping/>
  </p:clrMapOvr>
</p:notes>
</file>

<file path=ppt/notesSlides/notesSlide2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8:19–8:20 · LEAD: CONTAINER HOLDER CIRCLE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One practice, the easiest of the year: both cards go home and get a findable spot — a drawer everyone knows, the cabinet door, the family Bible — decided together, in the car today if you like.</a:t>
            </a:r>
          </a:p>
          <a:p>
            <a:r>
              <a:rPr lang="en-US" sz="1200"/>
              <a:t>2. Say the strange truth: if all goes well the cards gather dust for years; the person who someday needs them will not be in a room like this when they do. The cards wait.</a:t>
            </a:r>
          </a:p>
          <a:p>
            <a:r>
              <a:rPr lang="en-US" sz="1200"/>
              <a:t>3. Name next week: The Long Walk — whole room, whole teaching, these same teachers. Come ready to receive them again.</a:t>
            </a:r>
          </a:p>
        </p:txBody>
      </p:sp>
    </p:spTree>
  </p:cSld>
  <p:clrMapOvr>
    <a:masterClrMapping/>
  </p:clrMapOvr>
</p:notes>
</file>

<file path=ppt/notesSlides/notesSlide2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S19 · 8:28–8:30 · LEAD: CONTAINER HOLDER CIRCLE</a:t>
            </a:r>
          </a:p>
          <a:p>
            <a:r>
              <a:t>BEATS:</a:t>
            </a:r>
          </a:p>
          <a:p>
            <a:r>
              <a:t>1. A CiF runs the close, brief today: standing circle, one-word landing, the one thing, the one practice.</a:t>
            </a:r>
          </a:p>
          <a:p>
            <a:r>
              <a:t>2. The one practice is the findable spot — committed aloud by a voice from each family.</a:t>
            </a:r>
          </a:p>
          <a:p>
            <a:r>
              <a:t>3. Hold the Aaronic blessing — today it comes after the feedback round; a CiF speaks it at the very end.</a:t>
            </a:r>
          </a:p>
          <a:p>
            <a:r>
              <a:t>BLESSINGS: eyes on the person, not the screen — nothing to read; say what is on your heart for them, specific and short.</a:t>
            </a:r>
          </a:p>
        </p:txBody>
      </p:sp>
    </p:spTree>
  </p:cSld>
  <p:clrMapOvr>
    <a:masterClrMapping/>
  </p:clrMapOvr>
</p:notes>
</file>

<file path=ppt/notesSlides/notesSlide2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200"/>
              <a:t>S19 · 8:24–8:28 · LEAD: BOTH LEADERS CIRCLE</a:t>
            </a:r>
          </a:p>
          <a:p>
            <a:r>
              <a:rPr lang="en-US" sz="1200"/>
              <a:t>BEATS:</a:t>
            </a:r>
          </a:p>
          <a:p>
            <a:r>
              <a:rPr lang="en-US" sz="1200"/>
              <a:t>1. The CiFs answer first, together: what went well, what they'd do differently — next week IS the next time — and one sentence on what they'd tell someone teaching this.</a:t>
            </a:r>
          </a:p>
          <a:p>
            <a:r>
              <a:rPr lang="en-US" sz="1200"/>
              <a:t>2. The Lead Companion answers second for the whole evening, plus one specific affirmation of the teachers AS A GROUP; individual coaching stays in the pair notes.</a:t>
            </a:r>
          </a:p>
          <a:p>
            <a:r>
              <a:rPr lang="en-US" sz="1200"/>
              <a:t>3. Room feedback only by the CiFs' consent — any one of them may decline for all; two or three voices, received undefended.</a:t>
            </a:r>
          </a:p>
          <a:p>
            <a:r>
              <a:rPr lang="en-US" sz="1200"/>
              <a:t>4. Then a CiF sends the room (8:28): Aaronic blessing, hands up — cards to their spot this week; see you at The Long Walk.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9.xml"/><Relationship Id="rId3" Type="http://schemas.openxmlformats.org/officeDocument/2006/relationships/image" Target="../media/image63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5.xml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0.xml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1.xml"/><Relationship Id="rId3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4c-trai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418285"/>
            <a:ext cx="3291840" cy="4021429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  <p:sp>
        <p:nvSpPr>
          <p:cNvPr id="4" name="TextBox 3"/>
          <p:cNvSpPr txBox="1"/>
          <p:nvPr/>
        </p:nvSpPr>
        <p:spPr>
          <a:xfrm>
            <a:off x="914400" y="1920240"/>
            <a:ext cx="722376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mbria"/>
              </a:rPr>
              <a:t>Fellowship of the Heart</a:t>
            </a:r>
          </a:p>
          <a:p>
            <a:pPr algn="l">
              <a:spcAft>
                <a:spcPts val="600"/>
              </a:spcAft>
            </a:pPr>
            <a:r>
              <a:rPr sz="2000" b="0" i="1">
                <a:solidFill>
                  <a:srgbClr val="E4EFDA"/>
                </a:solidFill>
                <a:latin typeface="Calibri"/>
              </a:rPr>
              <a:t>Getting Started — the Four Connects, walked around the table on alternating evenings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97BC62"/>
                </a:solidFill>
                <a:latin typeface="Calibri"/>
              </a:rPr>
              <a:t>Evening Series 2026–27  ·  at the Tittle home  ·  v1.5E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943600"/>
            <a:ext cx="9966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E4EFDA"/>
                </a:solidFill>
                <a:latin typeface="Calibri"/>
              </a:rPr>
              <a:t>All Scripture: ESV  ·  The Companion lesson plans carry the full scripts — these slides carry the room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1</a:t>
            </a:r>
            <a:endParaRPr sz="1000" b="1">
              <a:solidFill>
                <a:srgbClr val="F1F6EC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52120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SESSION 19</a:t>
            </a:r>
          </a:p>
          <a:p>
            <a:pPr algn="l">
              <a:spcAft>
                <a:spcPts val="1000"/>
              </a:spcAft>
            </a:pPr>
            <a:r>
              <a:rPr sz="3300" b="1" i="0">
                <a:solidFill>
                  <a:srgbClr val="2C5F2D"/>
                </a:solidFill>
                <a:latin typeface="Cambria"/>
              </a:rPr>
              <a:t>Second Running: Block B</a:t>
            </a:r>
          </a:p>
          <a:p>
            <a:pPr algn="l">
              <a:spcAft>
                <a:spcPts val="600"/>
              </a:spcAft>
            </a:pPr>
            <a:r>
              <a:rPr sz="1800" b="0" i="1">
                <a:solidFill>
                  <a:srgbClr val="595959"/>
                </a:solidFill>
                <a:latin typeface="Calibri"/>
              </a:rPr>
              <a:t>The rehearsal — the Companions-in-Formation teach the two mercy cards in the small room, one week before they teach them in the large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6126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595959"/>
                </a:solidFill>
                <a:latin typeface="Calibri"/>
              </a:rPr>
              <a:t>Quarter 4: Consolidation &amp;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269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1" descr="two candle flames in the dark leaning into one another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1630118"/>
            <a:ext cx="5394960" cy="3597763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Where We Are — the Four Connects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62356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222B22"/>
                </a:solidFill>
                <a:latin typeface="Calibri"/>
              </a:rPr>
              <a:t>Session 19 rehearses across the whole map — </a:t>
            </a:r>
            <a:r>
              <a:rPr sz="1800" b="1">
                <a:solidFill>
                  <a:srgbClr val="2C5F2D"/>
                </a:solidFill>
                <a:latin typeface="Calibri"/>
              </a:rPr>
              <a:t>all four Connects</a:t>
            </a:r>
            <a:r>
              <a:rPr sz="1800" b="0">
                <a:solidFill>
                  <a:srgbClr val="222B22"/>
                </a:solidFill>
                <a:latin typeface="Calibri"/>
              </a:rPr>
              <a:t>, in the Companions' hands. Each connection makes the next one real (Matt. 22:37–40).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91" name="Picture 90" descr="four-connect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" y="1645920"/>
            <a:ext cx="10332720" cy="370866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Session 19 — Tonight’s Road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508760"/>
            <a:ext cx="70408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   </a:t>
            </a:r>
            <a:r>
              <a:rPr sz="2800">
                <a:solidFill>
                  <a:srgbClr val="222B22"/>
                </a:solidFill>
                <a:latin typeface="Calibri"/>
              </a:rPr>
              <a:t>Welcome and opening container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2   </a:t>
            </a:r>
            <a:r>
              <a:rPr sz="2800">
                <a:solidFill>
                  <a:srgbClr val="222B22"/>
                </a:solidFill>
                <a:latin typeface="Calibri"/>
              </a:rPr>
              <a:t>The frame — why these two cards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3   </a:t>
            </a:r>
            <a:r>
              <a:rPr sz="2800">
                <a:solidFill>
                  <a:srgbClr val="222B22"/>
                </a:solidFill>
                <a:latin typeface="Calibri"/>
              </a:rPr>
              <a:t>Bridge and split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4   </a:t>
            </a:r>
            <a:r>
              <a:rPr sz="2800">
                <a:solidFill>
                  <a:srgbClr val="222B22"/>
                </a:solidFill>
                <a:latin typeface="Calibri"/>
              </a:rPr>
              <a:t>First teaching rep — both cards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5   </a:t>
            </a:r>
            <a:r>
              <a:rPr sz="2800">
                <a:solidFill>
                  <a:srgbClr val="222B22"/>
                </a:solidFill>
                <a:latin typeface="Calibri"/>
              </a:rPr>
              <a:t>pair feedback — one keep, one adjust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6   </a:t>
            </a:r>
            <a:r>
              <a:rPr sz="2800">
                <a:solidFill>
                  <a:srgbClr val="222B22"/>
                </a:solidFill>
                <a:latin typeface="Calibri"/>
              </a:rPr>
              <a:t>Second teaching rep — both cards, tightened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7   </a:t>
            </a:r>
            <a:r>
              <a:rPr sz="2800">
                <a:solidFill>
                  <a:srgbClr val="222B22"/>
                </a:solidFill>
                <a:latin typeface="Calibri"/>
              </a:rPr>
              <a:t>Second pair feedback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8   </a:t>
            </a:r>
            <a:r>
              <a:rPr sz="2800">
                <a:solidFill>
                  <a:srgbClr val="222B22"/>
                </a:solidFill>
                <a:latin typeface="Calibri"/>
              </a:rPr>
              <a:t>Merge and homework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9   </a:t>
            </a:r>
            <a:r>
              <a:rPr sz="2800">
                <a:solidFill>
                  <a:srgbClr val="222B22"/>
                </a:solidFill>
                <a:latin typeface="Calibri"/>
              </a:rPr>
              <a:t>Closing container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10   </a:t>
            </a:r>
            <a:r>
              <a:rPr sz="2800">
                <a:solidFill>
                  <a:srgbClr val="222B22"/>
                </a:solidFill>
                <a:latin typeface="Calibri"/>
              </a:rPr>
              <a:t>Leader Feedback Round</a:t>
            </a:r>
          </a:p>
          <a:p>
            <a:pPr>
              <a:spcAft>
                <a:spcPts val="500"/>
              </a:spcAft>
            </a:pPr>
            <a:r>
              <a:rPr sz="2800" b="1">
                <a:solidFill>
                  <a:srgbClr val="97BC62"/>
                </a:solidFill>
                <a:latin typeface="Calibri"/>
              </a:rPr>
              <a:t>11   </a:t>
            </a:r>
            <a:r>
              <a:rPr sz="2800">
                <a:solidFill>
                  <a:srgbClr val="222B22"/>
                </a:solidFill>
                <a:latin typeface="Calibri"/>
              </a:rPr>
              <a:t>Aaronic blessing and sending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1" name="Picture 31" descr="the open container bowl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554480"/>
            <a:ext cx="3017520" cy="452628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Opening Container — the Eight Steps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Welcome — five minutes to open the container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Phones silenced and put away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Stand in a circle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One-word check-in — how you actually are, right now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Put out / bring in — set something down; bring a blessing in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Spoken commitment: “I am here. I am paying attention. I am willing to be moved.”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7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Opening prayer — “Holy Spirit, you are welcome here. Speak. We are listening.”</a:t>
            </a:r>
          </a:p>
          <a:p>
            <a:pPr marL="342900" indent="-342900">
              <a:spcAft>
                <a:spcPts val="650"/>
              </a:spcAft>
            </a:pPr>
            <a:r>
              <a:rPr sz="2400" b="1" i="0">
                <a:solidFill>
                  <a:srgbClr val="97BC62"/>
                </a:solidFill>
                <a:latin typeface="Calibri"/>
              </a:rPr>
              <a:t>8   </a:t>
            </a:r>
            <a:r>
              <a:rPr sz="2400" b="0" i="0">
                <a:solidFill>
                  <a:srgbClr val="222B22"/>
                </a:solidFill>
                <a:latin typeface="Calibri"/>
              </a:rPr>
              <a:t>Sit. Begin.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Frame — Why These Two Cards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Sooner or later, everyone who walks with God hits a dry season — and the dangerous thing is not the dryness, it is the wrong diagnosis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Signs Card — so a misread dry season never ends a journey in this room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Path Home Card — the written door back, and it ends the way Luke 15 ends: the father runs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Tonight is a rehearsal — the small room before the large one. Your pair is their first congregation.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At the end, your pair gives its teacher two gifts: one thing to keep, and one thing to adjust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Tonight is about the cards, not anyone’s current season — nobody will be asked where they are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3310128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2 TIMOTHY 2:2</a:t>
            </a:r>
          </a:p>
          <a:p>
            <a:pPr>
              <a:spcAft>
                <a:spcPts val="600"/>
              </a:spcAft>
            </a:pPr>
            <a:r>
              <a:rPr sz="2000" b="0" i="1">
                <a:solidFill>
                  <a:srgbClr val="222B22"/>
                </a:solidFill>
                <a:latin typeface="Cambria"/>
              </a:rPr>
              <a:t>“and what you have heard from me in the presence of many witnesses entrust to faithful men, who will be able to teach others also.”</a:t>
            </a:r>
          </a:p>
          <a:p>
            <a:pPr>
              <a:spcAft>
                <a:spcPts val="600"/>
              </a:spcAft>
            </a:pPr>
            <a:r>
              <a:rPr sz="2000" b="0" i="1">
                <a:solidFill>
                  <a:srgbClr val="222B22"/>
                </a:solidFill>
                <a:latin typeface="Cambria"/>
              </a:rPr>
              <a:t>Four generations in one sentence — Paul, Timothy, the faithful, and the others also. Tonight you are watching the third handoff happen.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Bridge and Split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Each pair named — its families, its adult, its first-round Companion-in-Formation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Pray — for the teachers by name, and for any dry ground in the room, unnamed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split — receive your teacher, and work the cards with them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274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First Teaching Rep — Both Cards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Signs Card (~13 min) — the one question: “Which way does the desire point?” Then the four kinds of dry, from the card’s own table</a:t>
            </a:r>
          </a:p>
          <a:p>
            <a:pPr marL="685800" indent="-274320">
              <a:spcAft>
                <a:spcPts val="5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Cases 3 and 4 — one says resist, the other says receive; opposite motions. When you cannot tell which you are in, do not decide alone.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The Path Home Card (~10 min) — the five steps, and the reception: it ends with a feast, not a hearing</a:t>
            </a:r>
          </a:p>
          <a:p>
            <a:pPr marL="685800" indent="-274320">
              <a:spcAft>
                <a:spcPts val="50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1800" b="0" i="1">
                <a:solidFill>
                  <a:srgbClr val="222B22"/>
                </a:solidFill>
                <a:latin typeface="Calibri"/>
              </a:rPr>
              <a:t>“The door is not locked. The light is on.”</a:t>
            </a:r>
          </a:p>
          <a:p>
            <a:pPr marL="342900" indent="-34290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Close (~2 min) — both cards go home tonight; this week your family gives them a findable spot</a:t>
            </a:r>
          </a:p>
          <a:p>
            <a:pPr marL="274320" indent="-274320">
              <a:spcAft>
                <a:spcPts val="650"/>
              </a:spcAft>
            </a:pPr>
            <a:r>
              <a:rPr sz="1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1800" b="0" i="0">
                <a:solidFill>
                  <a:srgbClr val="222B22"/>
                </a:solidFill>
                <a:latin typeface="Calibri"/>
              </a:rPr>
              <a:t>Questions of information are welcome — the teacher answers them. The adults hold every door that opens.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19456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LUKE 15:20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“while he was still a long way off, his father saw him and felt compassion, and ran”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275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pair Feedback — One Keep, One Adjust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adult models first — one specific keep, one specific adjust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Specific means quotable: “keep the way you paused after the desire question” — not “you did great”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a parent adds one; one or two more voices if brief — teens welcome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teacher receives without defending — “thank you” is the whole response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Both gifts go on the note sheet — this block is the reason the evening exists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276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Second Teaching Rep — Both Cards, Tightened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“Teachers, travel.” Each teacher moves one pair over, adjust in hand — the new pair is a clean room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same arc, compressed — Signs ~11 min, Path Home ~8, close ~1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compression is the second rep’s own skill — same spine, fewer words, the load-bearing minutes untouched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The desire question — resist versus receive — the father runs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adjust from Round 1 gets tried here, while it is warm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277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Second pair Feedback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Same shape, briefer — the adult’s keep and adjust, then one pair voice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keep, wherever honest, names the adjust that got tried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Both recorded per teacher — these notes are next week’s prep meeting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278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Merge and Homework Practice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1051560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One practice this week — the easiest assignment of the year: the two cards go home and get a spot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Somewhere findable — a drawer everyone knows about, the kitchen cabinet door, inside the family Bible. Decide the spot together.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If all goes well, they will sit there gathering dust for years. That is the job — the cards wait.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Next Wednesday is The Long Walk — the whole room, the whole teaching, these same teachers. Come ready to receive them again.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279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Daily Rhythm</a:t>
            </a:r>
          </a:p>
        </p:txBody>
      </p:sp>
      <p:pic>
        <p:nvPicPr>
          <p:cNvPr id="4" name="Picture 3" descr="s19_part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8167" y="1463040"/>
            <a:ext cx="8595360" cy="4457308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Handed out now — this is the sheet in your hands.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280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2C5F2D"/>
                </a:solidFill>
                <a:latin typeface="Cambria"/>
              </a:rPr>
              <a:t>The Take-Home Sheet — the Four Parts</a:t>
            </a:r>
          </a:p>
        </p:txBody>
      </p:sp>
      <p:pic>
        <p:nvPicPr>
          <p:cNvPr id="4" name="Picture 3" descr="s19_part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753" y="1463040"/>
            <a:ext cx="7006189" cy="4709160"/>
          </a:xfrm>
          <a:prstGeom prst="rect">
            <a:avLst/>
          </a:prstGeom>
          <a:ln w="12700">
            <a:solidFill>
              <a:srgbClr val="C8C8C8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822960" y="63550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i="1">
                <a:solidFill>
                  <a:srgbClr val="595959"/>
                </a:solidFill>
                <a:latin typeface="Calibri"/>
              </a:rPr>
              <a:t>One practice at a time — and a partner expecting you at the end of week one.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281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Closing the Container + Aaronic Blessing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600200"/>
            <a:ext cx="5669280" cy="457200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2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200" b="0" i="0">
                <a:solidFill>
                  <a:srgbClr val="222B22"/>
                </a:solidFill>
                <a:latin typeface="Calibri"/>
              </a:rPr>
              <a:t>We close the way we opened — the container, six steps: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1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Stand again — same circle, same posture as the open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2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One-word landing — compare it to your opening word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3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thing you are taking from tonight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4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The one practice — committed aloud, or modified to one you will actually keep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5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Blessings — eyes on the person, not the screen: say what is on your heart for them. Specific, witnessed, short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6   </a:t>
            </a:r>
            <a:r>
              <a:rPr sz="2000" b="0" i="0">
                <a:solidFill>
                  <a:srgbClr val="222B22"/>
                </a:solidFill>
                <a:latin typeface="Calibri"/>
              </a:rPr>
              <a:t>Closing prayer — and the Aaronic blessing, spoken over each other, face to face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6766560" y="1737360"/>
            <a:ext cx="4663440" cy="2926080"/>
          </a:xfrm>
          <a:prstGeom prst="rect">
            <a:avLst/>
          </a:prstGeom>
          <a:solidFill>
            <a:srgbClr val="F1F6EC"/>
          </a:solidFill>
        </p:spPr>
        <p:txBody>
          <a:bodyPr wrap="square" lIns="91440" tIns="91440" rIns="91440" bIns="91440" anchor="ctr"/>
          <a:lstStyle/>
          <a:p>
            <a:pPr>
              <a:spcAft>
                <a:spcPts val="900"/>
              </a:spcAft>
            </a:pPr>
            <a:r>
              <a:rPr sz="1200" b="1" i="0">
                <a:solidFill>
                  <a:srgbClr val="97BC62"/>
                </a:solidFill>
                <a:latin typeface="Calibri"/>
              </a:rPr>
              <a:t>THE AARONIC BLESSING — NUMBERS 6:24–26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“The Lord bless you and keep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make his face to shine upon you, and be gracious to you;</a:t>
            </a:r>
          </a:p>
          <a:p>
            <a:pPr>
              <a:spcAft>
                <a:spcPts val="600"/>
              </a:spcAft>
            </a:pPr>
            <a:r>
              <a:rPr sz="2400" b="0" i="1">
                <a:solidFill>
                  <a:srgbClr val="222B22"/>
                </a:solidFill>
                <a:latin typeface="Cambria"/>
              </a:rPr>
              <a:t>the Lord lift up his countenance upon you, and give you peace.”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282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822960" y="50292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2800" b="1" i="0">
                <a:solidFill>
                  <a:srgbClr val="2C5F2D"/>
                </a:solidFill>
                <a:latin typeface="Cambria"/>
              </a:rPr>
              <a:t>The Leader Feedback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22960" y="1554480"/>
            <a:ext cx="6675120" cy="4892040"/>
          </a:xfrm>
          <a:prstGeom prst="rect">
            <a:avLst/>
          </a:prstGeom>
          <a:noFill/>
        </p:spPr>
        <p:txBody>
          <a:bodyPr wrap="square" lIns="91440" tIns="91440" rIns="91440" bIns="91440"/>
          <a:lstStyle/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Two rounds, same as every session — the container holder first, then the content presenter: three things each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 think went well tonight: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“What I’d do differently next time: ______”</a:t>
            </a:r>
          </a:p>
          <a:p>
            <a:pPr marL="685800" indent="-274320">
              <a:spcAft>
                <a:spcPts val="700"/>
              </a:spcAft>
            </a:pPr>
            <a:r>
              <a:rPr sz="2000" b="1" i="0">
                <a:solidFill>
                  <a:srgbClr val="97BC62"/>
                </a:solidFill>
                <a:latin typeface="Calibri"/>
              </a:rPr>
              <a:t>–  </a:t>
            </a:r>
            <a:r>
              <a:rPr sz="2000" b="0" i="1">
                <a:solidFill>
                  <a:srgbClr val="222B22"/>
                </a:solidFill>
                <a:latin typeface="Calibri"/>
              </a:rPr>
              <a:t>“If I were to teach tonight’s process to someone, I would tell them: ______”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Then the room — the same two questions about tonight</a:t>
            </a:r>
          </a:p>
          <a:p>
            <a:pPr marL="274320" indent="-274320">
              <a:spcAft>
                <a:spcPts val="900"/>
              </a:spcAft>
            </a:pPr>
            <a:r>
              <a:rPr sz="2800" b="1" i="0">
                <a:solidFill>
                  <a:srgbClr val="97BC62"/>
                </a:solidFill>
                <a:latin typeface="Calibri"/>
              </a:rPr>
              <a:t>•  </a:t>
            </a:r>
            <a:r>
              <a:rPr sz="2800" b="0" i="0">
                <a:solidFill>
                  <a:srgbClr val="222B22"/>
                </a:solidFill>
                <a:latin typeface="Calibri"/>
              </a:rPr>
              <a:t>The leaders receive without defending — “thank you” is the whole response</a:t>
            </a:r>
          </a:p>
        </p:txBody>
      </p:sp>
      <p:sp>
        <p:nvSpPr>
          <p:cNvPr id="90" name="SlideNum"/>
          <p:cNvSpPr txBox="1"/>
          <p:nvPr/>
        </p:nvSpPr>
        <p:spPr>
          <a:xfrm>
            <a:off x="11384280" y="6446520"/>
            <a:ext cx="640080" cy="292608"/>
          </a:xfrm>
          <a:prstGeom prst="rect">
            <a:avLst/>
          </a:prstGeom>
          <a:noFill/>
        </p:spPr>
        <p:txBody>
          <a:bodyPr wrap="none" lIns="0" tIns="0" rIns="45720" bIns="0" anchor="ctr"/>
          <a:lstStyle/>
          <a:p>
            <a:pPr algn="r"/>
            <a:r>
              <a:t>283</a:t>
            </a:r>
            <a:endParaRPr sz="1000" b="1">
              <a:solidFill>
                <a:srgbClr val="7A8A6E"/>
              </a:solidFill>
              <a:latin typeface="Calibri"/>
            </a:endParaRPr>
          </a:p>
        </p:txBody>
      </p:sp>
      <p:pic>
        <p:nvPicPr>
          <p:cNvPr id="33" name="Picture 33" descr="compass on the trail - the weekly bearing check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6160" y="1463040"/>
            <a:ext cx="3259831" cy="4892040"/>
          </a:xfrm>
          <a:prstGeom prst="rect">
            <a:avLst/>
          </a:prstGeom>
          <a:ln w="76200">
            <a:solidFill>
              <a:srgbClr val="FFFFFF"/>
            </a:solidFill>
          </a:ln>
          <a:effectLst>
            <a:outerShdw blurRad="63500" dist="25400" dir="5400000" rotWithShape="0">
              <a:srgbClr val="000000">
                <a:alpha val="35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104</TotalTime>
  <Words>55817</Words>
  <Application>Microsoft Office PowerPoint</Application>
  <PresentationFormat>Widescreen</PresentationFormat>
  <Paragraphs>3274</Paragraphs>
  <Slides>277</Slides>
  <Notes>275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277</vt:i4>
      </vt:variant>
    </vt:vector>
  </HeadingPairs>
  <TitlesOfParts>
    <vt:vector size="281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John Tittle</cp:lastModifiedBy>
  <cp:revision>2</cp:revision>
  <dcterms:created xsi:type="dcterms:W3CDTF">2013-01-27T09:14:16Z</dcterms:created>
  <dcterms:modified xsi:type="dcterms:W3CDTF">2026-08-20T14:52:01Z</dcterms:modified>
  <cp:category/>
</cp:coreProperties>
</file>