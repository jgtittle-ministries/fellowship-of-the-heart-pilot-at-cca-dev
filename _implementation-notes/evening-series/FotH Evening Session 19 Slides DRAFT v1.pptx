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4:56: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(5:27):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