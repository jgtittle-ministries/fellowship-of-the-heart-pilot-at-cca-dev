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543" r:id="rId23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4" r:id="rId24"/>
    <p:sldId id="545" r:id="rId25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32" Type="http://schemas.openxmlformats.org/officeDocument/2006/relationships/slide" Target="slides/slide2.xml"/><Relationship Id="rId233" Type="http://schemas.openxmlformats.org/officeDocument/2006/relationships/slide" Target="slides/slide4.xml"/><Relationship Id="rId234" Type="http://schemas.openxmlformats.org/officeDocument/2006/relationships/slide" Target="slides/slide5.xml"/><Relationship Id="rId235" Type="http://schemas.openxmlformats.org/officeDocument/2006/relationships/slide" Target="slides/slide6.xml"/><Relationship Id="rId236" Type="http://schemas.openxmlformats.org/officeDocument/2006/relationships/slide" Target="slides/slide7.xml"/><Relationship Id="rId237" Type="http://schemas.openxmlformats.org/officeDocument/2006/relationships/slide" Target="slides/slide8.xml"/><Relationship Id="rId238" Type="http://schemas.openxmlformats.org/officeDocument/2006/relationships/slide" Target="slides/slide9.xml"/><Relationship Id="rId239" Type="http://schemas.openxmlformats.org/officeDocument/2006/relationships/slide" Target="slides/slide10.xml"/><Relationship Id="rId240" Type="http://schemas.openxmlformats.org/officeDocument/2006/relationships/slide" Target="slides/slide11.xml"/><Relationship Id="rId241" Type="http://schemas.openxmlformats.org/officeDocument/2006/relationships/slide" Target="slides/slide12.xml"/><Relationship Id="rId243" Type="http://schemas.openxmlformats.org/officeDocument/2006/relationships/slide" Target="slides/slide15.xml"/><Relationship Id="rId24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19 rehearses across the whole map — all four Connects, in the Companions' hands.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7:00–7:08 · LEAD: CONTAINER HOLDER CIRCLE</a:t>
            </a:r>
          </a:p>
          <a:p>
            <a:r>
              <a:t>BEATS:</a:t>
            </a:r>
          </a:p>
          <a:p>
            <a:r>
              <a:t>1. A Companion-in-Formation opens with the full protocol from memory — the weekly free rep.</a:t>
            </a:r>
          </a:p>
          <a:p>
            <a:r>
              <a:t>2. The open goes to a CiF who is NOT teaching first-round in their strongest pair, so the session's reps spread rather than stack.</a:t>
            </a:r>
          </a:p>
          <a:p>
            <a:r>
              <a:t>3. Receive every check-in word; read the room — today's subject is dryness, and somebody is statistically in it right now.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7:31–7:32 · LEAD: CONTENT PRESENTER CIRCLE</a:t>
            </a:r>
          </a:p>
          <a:p>
            <a:r>
              <a:t>BEATS:</a:t>
            </a:r>
          </a:p>
          <a:p>
            <a:r>
              <a:t>1. Name each pair: its families, its adult coach-and-catch, its first-round teacher.</a:t>
            </a:r>
          </a:p>
          <a:p>
            <a:r>
              <a:t>2. Pray briefly — for the teachers by name, and for any dry ground in the room, unnamed.</a:t>
            </a:r>
          </a:p>
          <a:p>
            <a:r>
              <a:t>3. Split fast — the teaching minutes are protected.</a:t>
            </a:r>
          </a:p>
          <a:p>
            <a:r>
              <a:t>CUES: About ten or fewer in the room? Small-room variation: one circle, two CiFs split the cards, feedback after each, then a compressed second pass with the cards swapped — everyone still teaches twice.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7:57: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 CiF runs the close, brief today: standing circle, one-word landing, the one thing, the one practice.</a:t>
            </a:r>
          </a:p>
          <a:p>
            <a:r>
              <a:rPr lang="en-US" sz="1200"/>
              <a:t>2. The one practice is the findable spot — committed aloud by a voice from each family.</a:t>
            </a:r>
          </a:p>
          <a:p>
            <a:r>
              <a:rPr lang="en-US" sz="1200"/>
              <a:t>3. Hold the Aaronic blessing — today it comes after the feedback round; a CiF speaks it at the very end.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(8:28):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6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19 rehearses across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 the Companions' hands.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53" y="1463040"/>
            <a:ext cx="700618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