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32" Type="http://schemas.openxmlformats.org/officeDocument/2006/relationships/slide" Target="slides/slide2.xml"/><Relationship Id="rId233" Type="http://schemas.openxmlformats.org/officeDocument/2006/relationships/slide" Target="slides/slide3.xml"/><Relationship Id="rId234" Type="http://schemas.openxmlformats.org/officeDocument/2006/relationships/slide" Target="slides/slide4.xml"/><Relationship Id="rId235" Type="http://schemas.openxmlformats.org/officeDocument/2006/relationships/slide" Target="slides/slide5.xml"/><Relationship Id="rId236" Type="http://schemas.openxmlformats.org/officeDocument/2006/relationships/slide" Target="slides/slide6.xml"/><Relationship Id="rId237" Type="http://schemas.openxmlformats.org/officeDocument/2006/relationships/slide" Target="slides/slide7.xml"/><Relationship Id="rId238" Type="http://schemas.openxmlformats.org/officeDocument/2006/relationships/slide" Target="slides/slide8.xml"/><Relationship Id="rId239" Type="http://schemas.openxmlformats.org/officeDocument/2006/relationships/slide" Target="slides/slide9.xml"/><Relationship Id="rId240" Type="http://schemas.openxmlformats.org/officeDocument/2006/relationships/slide" Target="slides/slide10.xml"/><Relationship Id="rId241" Type="http://schemas.openxmlformats.org/officeDocument/2006/relationships/slide" Target="slides/slide11.xml"/><Relationship Id="rId243" Type="http://schemas.openxmlformats.org/officeDocument/2006/relationships/slide" Target="slides/slide13.xml"/><Relationship Id="rId244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