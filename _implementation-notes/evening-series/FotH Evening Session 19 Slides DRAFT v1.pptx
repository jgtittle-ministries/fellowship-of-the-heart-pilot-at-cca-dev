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16" r:id="rId232"/>
    <p:sldId id="317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542" r:id="rId242"/>
    <p:sldId id="491" r:id="rId243"/>
    <p:sldId id="492" r:id="rId24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37" Type="http://schemas.openxmlformats.org/officeDocument/2006/relationships/slide" Target="slides/slide23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38" Type="http://schemas.openxmlformats.org/officeDocument/2006/relationships/slide" Target="slides/slide237.xml"/><Relationship Id="rId281" Type="http://schemas.openxmlformats.org/officeDocument/2006/relationships/viewProps" Target="viewProps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82" Type="http://schemas.openxmlformats.org/officeDocument/2006/relationships/theme" Target="theme/theme1.xml"/><Relationship Id="rId241" Type="http://schemas.openxmlformats.org/officeDocument/2006/relationships/slide" Target="slides/slide240.xml"/><Relationship Id="rId283" Type="http://schemas.openxmlformats.org/officeDocument/2006/relationships/tableStyles" Target="tableStyles.xml"/><Relationship Id="rId242" Type="http://schemas.openxmlformats.org/officeDocument/2006/relationships/slide" Target="slides/slide241.xml"/><Relationship Id="rId284" Type="http://schemas.microsoft.com/office/2016/11/relationships/changesInfo" Target="changesInfos/changesInfo1.xml"/><Relationship Id="rId232" Type="http://schemas.openxmlformats.org/officeDocument/2006/relationships/slide" Target="slides/slide231.xml"/><Relationship Id="rId243" Type="http://schemas.openxmlformats.org/officeDocument/2006/relationships/slide" Target="slides/slide242.xml"/><Relationship Id="rId285" Type="http://schemas.microsoft.com/office/2015/10/relationships/revisionInfo" Target="revisionInfo.xml"/><Relationship Id="rId1" Type="http://schemas.openxmlformats.org/officeDocument/2006/relationships/slideMaster" Target="slideMasters/slideMaster1.xml"/><Relationship Id="rId233" Type="http://schemas.openxmlformats.org/officeDocument/2006/relationships/slide" Target="slides/slide232.xml"/><Relationship Id="rId244" Type="http://schemas.openxmlformats.org/officeDocument/2006/relationships/slide" Target="slides/slide243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pre-session · DIVIDER</a:t>
            </a:r>
          </a:p>
          <a:p>
            <a:r>
              <a:rPr lang="en-US" sz="1200"/>
              <a:t>On screen through dinner and as the circle forms. Greet at the door — the slide holds the room. Folders at each seat with both mercy cards in them; the CiFs set their first pair spaces; tissues in every pair space. Doors close at 7:00.</a:t>
            </a:r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Today is the rehearsal: the Companions-in-Formation teach the Signs Card and the Path Home Card in pairs — twice each, coached — one week before they teach the whole room.</a:t>
            </a:r>
          </a:p>
          <a:p>
            <a:r>
              <a:rPr lang="en-US" sz="1200"/>
              <a:t>2. Shape: frame, split, first rep, keep-and-adjust feedback, rotation, tightened second rep, second feedback, merge, close.</a:t>
            </a:r>
          </a:p>
          <a:p>
            <a:r>
              <a:rPr lang="en-US" sz="1200"/>
              <a:t>3. Adults coach from inside the pair, light touch — at most one whispered cue per rep; the rehearsal is the CiF's room.</a:t>
            </a:r>
          </a:p>
          <a:p>
            <a:r>
              <a:rPr lang="en-US" sz="1200"/>
              <a:t>GUARD: Teach the card, never probe the person — 'take out the card,' never 'which column are you in.' Any live disclosure passes to the pair adult at once, and the handoff is honored publicly as leadership, not failure.</a:t>
            </a:r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7:00–7:08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 Companion-in-Formation opens with the full protocol from memory — the weekly free rep.</a:t>
            </a:r>
          </a:p>
          <a:p>
            <a:r>
              <a:rPr lang="en-US" sz="1200"/>
              <a:t>2. The open goes to a CiF who is NOT teaching first-round in their strongest pair, so the session's reps spread rather than stack.</a:t>
            </a:r>
          </a:p>
          <a:p>
            <a:r>
              <a:rPr lang="en-US" sz="1200"/>
              <a:t>3. Receive every check-in word; read the room — today's subject is dryness, and somebody is statistically in it right now.</a:t>
            </a:r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7:25–7:31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Everyone takes out both cards. Why they exist: the danger of a dry season is the wrong diagnosis, and the way back must be written down — the father runs.</a:t>
            </a:r>
          </a:p>
          <a:p>
            <a:r>
              <a:rPr lang="en-US" sz="1200"/>
              <a:t>2. Read 2 Timothy 2:2 — four generations in one sentence; today the room watches the third handoff happen.</a:t>
            </a:r>
          </a:p>
          <a:p>
            <a:r>
              <a:rPr lang="en-US" sz="1200"/>
              <a:t>3. Name the rehearsal plainly and warmly: small room before the large one; your pair is their first congregation, and at the end it gives its teacher two gifts — one keep, one adjust.</a:t>
            </a:r>
          </a:p>
          <a:p>
            <a:r>
              <a:rPr lang="en-US" sz="1200"/>
              <a:t>4. End gently: today is about the cards, not anyone's current season — but if a column has your name on it, the adult in your pair is there for exactly that.</a:t>
            </a:r>
          </a:p>
          <a:p>
            <a:r>
              <a:rPr lang="en-US" sz="1200"/>
              <a:t>GUARD: Say from the front that nobody will be asked where they are — it keeps the promise true in the pairs.</a:t>
            </a:r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7:31–7:32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Name each pair: its families, its adult coach-and-catch, its first-round teacher.</a:t>
            </a:r>
          </a:p>
          <a:p>
            <a:r>
              <a:rPr lang="en-US" sz="1200"/>
              <a:t>2. Pray briefly — for the teachers by name, and for any dry ground in the room, unnamed.</a:t>
            </a:r>
          </a:p>
          <a:p>
            <a:r>
              <a:rPr lang="en-US" sz="1200"/>
              <a:t>3. Split fast — the teaching minutes are protected.</a:t>
            </a:r>
          </a:p>
          <a:p>
            <a:r>
              <a:rPr lang="en-US" sz="1200"/>
              <a:t>CUES: About ten or fewer in the room? Small-room variation: one circle, two CiFs split the cards, feedback after each, then a compressed second pass with the cards swapped — everyone still teaches twice.</a:t>
            </a:r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7:32–7:52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CiF teaches both cards: Signs ~13 min — the sorting question (which way does the desire point?), the four kinds of dry, cases 3 and 4 command OPPOSITE motions (resist vs receive; when unsure, do not decide alone), the four rules; Path Home ~10 — five steps, the father runs, the door is not locked; close ~2 — the findable spot.</a:t>
            </a:r>
          </a:p>
          <a:p>
            <a:r>
              <a:rPr lang="en-US" sz="1200"/>
              <a:t>2. Adult sits inside the circle, coaching light — one whispered cue at most ('desire question' is usually the only one needed); everything else to the note sheet.</a:t>
            </a:r>
          </a:p>
          <a:p>
            <a:r>
              <a:rPr lang="en-US" sz="1200"/>
              <a:t>CUES: Teen-taught block — the adult sits where the teacher can find their eyes. If anything live surfaces the adult receives it at once while the CiF keeps teaching; a stumble is never the story of the night.</a:t>
            </a:r>
          </a:p>
          <a:p>
            <a:r>
              <a:rPr lang="en-US" sz="1200"/>
              <a:t>GUARD: Redirect probing and diagnosing gently and immediately — quote the card's own rule so the correction lands on the card, not the person.</a:t>
            </a:r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7:52–7:57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adult models first — one specific keep, one specific adjust; quotable, never 'you did great.'</a:t>
            </a:r>
          </a:p>
          <a:p>
            <a:r>
              <a:rPr lang="en-US" sz="1200"/>
              <a:t>2. The arranged parent adds next (Run Card); one or two brief voices more, teens welcome.</a:t>
            </a:r>
          </a:p>
          <a:p>
            <a:r>
              <a:rPr lang="en-US" sz="1200"/>
              <a:t>3. The CiF receives without defending — 'thank you' is the whole response; the adult writes both gifts down.</a:t>
            </a:r>
          </a:p>
          <a:p>
            <a:r>
              <a:rPr lang="en-US" sz="1200"/>
              <a:t>4. Rotation at 4:56: 'Teachers, travel' — each CiF one pair clockwise, adjust in hand; the new pair does not hear the old feedback.</a:t>
            </a:r>
          </a:p>
          <a:p>
            <a:r>
              <a:rPr lang="en-US" sz="1200"/>
              <a:t>CUES: The adjust is the point of the rehearsal — a rehearsal with no adjusts was wasted. Keeps and adjusts are per-teacher coaching, never a leaderboard.</a:t>
            </a:r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7:59–8:15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Same arc, tightened: Signs ~11, Path Home ~8, close ~1 — same spine, fewer words; the load-bearing minutes untouched (the desire question, resist-versus-receive, the father runs).</a:t>
            </a:r>
          </a:p>
          <a:p>
            <a:r>
              <a:rPr lang="en-US" sz="1200"/>
              <a:t>2. Watch specifically for the Round-1 adjust being tried while warm — that is what this rep is for.</a:t>
            </a:r>
          </a:p>
          <a:p>
            <a:r>
              <a:rPr lang="en-US" sz="1200"/>
              <a:t>3. Against the clock? The agreed fallback: Signs Card in full; Path Home in its two sentences — the father runs; the door is not locked — with the card in every hand. Next week restores the whole.</a:t>
            </a:r>
          </a:p>
          <a:p>
            <a:r>
              <a:rPr lang="en-US" sz="1200"/>
              <a:t>CUES: Same posture as Rep 1 — anything live goes to the adult instantly and the teaching continues.</a:t>
            </a:r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8:15–8:19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Same shape, briefer: the adult's keep and adjust — the keep, where honest, naming the adjust that got tried — then one pair voice.</a:t>
            </a:r>
          </a:p>
          <a:p>
            <a:r>
              <a:rPr lang="en-US" sz="1200"/>
              <a:t>2. Record both per CiF; these notes travel in writing to The Long Walk prep meeting.</a:t>
            </a:r>
          </a:p>
          <a:p>
            <a:r>
              <a:rPr lang="en-US" sz="1200"/>
              <a:t>3. Hold it to four minutes — the merge is waiting.</a:t>
            </a:r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8:19–8:20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practice, the easiest of the year: both cards go home and get a findable spot — a drawer everyone knows, the cabinet door, the family Bible — decided together, in the car today if you like.</a:t>
            </a:r>
          </a:p>
          <a:p>
            <a:r>
              <a:rPr lang="en-US" sz="1200"/>
              <a:t>2. Say the strange truth: if all goes well the cards gather dust for years; the person who someday needs them will not be in a room like this when they do. The cards wait.</a:t>
            </a:r>
          </a:p>
          <a:p>
            <a:r>
              <a:rPr lang="en-US" sz="1200"/>
              <a:t>3. Name next week: The Long Walk — whole room, whole teaching, these same teachers. Come ready to receive them again.</a:t>
            </a:r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8:19–8:20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Check-off card H19.1: the Rhythm Card dailies as built — the standing rhythm, nothing new this week.</a:t>
            </a:r>
          </a:p>
          <a:p>
            <a:r>
              <a:rPr lang="en-US" sz="1200"/>
              <a:t>2. One one-time box: the two mercy cards given a findable spot at home, decided together as a family.</a:t>
            </a:r>
          </a:p>
          <a:p>
            <a:r>
              <a:rPr lang="en-US" sz="1200"/>
              <a:t>3. A missed box is never a failure; it is an invitation to return.</a:t>
            </a:r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8:28–8:30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 CiF runs the close, brief today: standing circle, one-word landing, the one thing, the one practice.</a:t>
            </a:r>
          </a:p>
          <a:p>
            <a:r>
              <a:rPr lang="en-US" sz="1200"/>
              <a:t>2. The one practice is the findable spot — committed aloud by a voice from each family.</a:t>
            </a:r>
          </a:p>
          <a:p>
            <a:r>
              <a:rPr lang="en-US" sz="1200"/>
              <a:t>3. Hold the Aaronic blessing — today it comes after the feedback round; a CiF speaks it at the very end.</a:t>
            </a:r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CiFs answer first, together: what went well, what they'd do differently — next week IS the next time — and one sentence on what they'd tell someone teaching this.</a:t>
            </a:r>
          </a:p>
          <a:p>
            <a:r>
              <a:rPr lang="en-US" sz="1200"/>
              <a:t>2. The Lead Companion answers second for the whole evening, plus one specific affirmation of the teachers AS A GROUP; individual coaching stays in the pair notes.</a:t>
            </a:r>
          </a:p>
          <a:p>
            <a:r>
              <a:rPr lang="en-US" sz="1200"/>
              <a:t>3. Room feedback only by the CiFs' consent — any one of them may decline for all; two or three voices, received undefended.</a:t>
            </a:r>
          </a:p>
          <a:p>
            <a:r>
              <a:rPr lang="en-US" sz="1200"/>
              <a:t>4. Then a CiF sends the room (5:27): Aaronic blessing, hands up — cards to their spot this week; see you at The Long Walk.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jpg"/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7.xml"/></Relationships>
</file>

<file path=ppt/slides/_rels/slide2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7.xml"/></Relationships>
</file>

<file path=ppt/slides/_rels/slide2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7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7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7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7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7.xml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7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7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7.xml"/></Relationships>
</file>

<file path=ppt/slides/_rels/slide2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7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7.xml"/></Relationships>
</file>

<file path=ppt/slides/_rels/slide2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19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Second Running: Block B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rehearsal — the Companions-in-Formation teach the two mercy cards in the small room, one week before they teach them in the large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two candle flames in the dark leaning into one anoth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19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opening container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The frame — why these two cards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Bridge and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First teaching rep — both cards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pair feedback — one keep, one adjust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Second teaching rep — both cards, tightened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Second pair feedback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between-session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11   </a:t>
            </a:r>
            <a:r>
              <a:rPr sz="2800">
                <a:solidFill>
                  <a:srgbClr val="222B22"/>
                </a:solidFill>
                <a:latin typeface="Calibri"/>
              </a:rPr>
              <a:t>Aaronic blessing and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Frame — Why These Two Cards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Sooner or later, everyone who walks with God hits a dry season — and the dangerous thing is not the dryness, it is the wrong diagnosis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Signs Card — so a misread dry season never ends a journey in this room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Path Home Card — the written door back, and it ends the way Luke 15 ends: the father runs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Tonight is a rehearsal — the small room before the large one. Your pair is their first congregation.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At the end, your pair gives its teacher two gifts: one thing to keep, and one thing to adjust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Tonight is about the cards, not anyone’s current season — nobody will be asked where they are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310128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2 TIMOTHY 2:2</a:t>
            </a:r>
          </a:p>
          <a:p>
            <a:pPr>
              <a:spcAft>
                <a:spcPts val="6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“and what you have heard from me in the presence of many witnesses entrust to faithful men, who will be able to teach others also.”</a:t>
            </a:r>
          </a:p>
          <a:p>
            <a:pPr>
              <a:spcAft>
                <a:spcPts val="6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Four generations in one sentence — Paul, Timothy, the faithful, and the others also. Tonight you are watching the third handoff happen.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and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pair named — its families, its adult, its first-round Companion-in-Formation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Pray — for the teachers by name, and for any dry ground in the room, unnamed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split — receive your teacher, and work the cards with them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First Teaching Rep — Both Cards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Signs Card (~13 min) — the one question: “Which way does the desire point?” Then the four kinds of dry, from the card’s own table</a:t>
            </a:r>
          </a:p>
          <a:p>
            <a:pPr marL="685800" indent="-274320">
              <a:spcAft>
                <a:spcPts val="5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Cases 3 and 4 — one says resist, the other says receive; opposite motions. When you cannot tell which you are in, do not decide alone.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Path Home Card (~10 min) — the five steps, and the reception: it ends with a feast, not a hearing</a:t>
            </a:r>
          </a:p>
          <a:p>
            <a:pPr marL="685800" indent="-274320">
              <a:spcAft>
                <a:spcPts val="5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“The door is not locked. The light is on.”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Close (~2 min) — both cards go home tonight; this week your family gives them a findable spot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Questions of information are welcome — the teacher answers them. The adults hold every door that opens.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LUKE 15:20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“while he was still a long way off, his father saw him and felt compassion, and ran”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pair Feedback — One Keep, One Adjust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adult models first — one specific keep, one specific adjust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Specific means quotable: “keep the way you paused after the desire question” — not “you did great”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a parent adds one; one or two more voices if brief — teens welcome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teacher receives without defending — “thank you” is the whole response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Both gifts go on the note sheet — this block is the reason the evening exists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Second Teaching Rep — Both Cards, Tightened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“Teachers, travel.” Each teacher moves one pair over, adjust in hand — the new pair is a clean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same arc, compressed — Signs ~11 min, Path Home ~8, close ~1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compression is the second rep’s own skill — same spine, fewer words, the load-bearing minutes untouched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The desire question — resist versus receive — the father runs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adjust from Round 1 gets tried here, while it is warm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Second pair Feedback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Same shape, briefer — the adult’s keep and adjust, then one pair voice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keep, wherever honest, names the adjust that got tried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Both recorded per teacher — these notes are next week’s prep meeting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Between-Session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practice this week — the easiest assignment of the year: the two cards go home and get a spot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Somewhere findable — a drawer everyone knows about, the kitchen cabinet door, inside the family Bible. Decide the spot together.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If all goes well, they will sit there gathering dust for years. That is the job — the cards wait.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Next Wednesday is The Long Walk — the whole room, the whole teaching, these same teachers. Come ready to receive them again.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Your Take-Home Card — This Session’s Practice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270" name="CardImage" descr="the Week 19 check-off card, as handed ou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087" y="1554480"/>
            <a:ext cx="9875520" cy="4119131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271" name="Caption"/>
          <p:cNvSpPr txBox="1"/>
          <p:nvPr/>
        </p:nvSpPr>
        <p:spPr>
          <a:xfrm>
            <a:off x="822960" y="5856491"/>
            <a:ext cx="10515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0" i="1">
                <a:solidFill>
                  <a:srgbClr val="222B22"/>
                </a:solidFill>
                <a:latin typeface="Calibri"/>
              </a:rPr>
              <a:t>Handed out now — fridge, mirror, journal pocket.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