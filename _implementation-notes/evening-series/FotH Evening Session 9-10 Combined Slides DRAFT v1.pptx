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536" r:id="rId21"/>
    <p:sldId id="537" r:id="rId25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6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7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7:10–7:20 · LEAD: CONTENT PRESENTER</a:t>
            </a:r>
          </a:p>
          <a:p>
            <a:r>
              <a:t>BEATS: 1. Frame, 30 seconds: 'Before we go into the garden, we remember a time we really heard — and how we knew. Next time is Any Doubts?; this is the ground under it.' 2. A leader tells first, arranged beforehand: two or three plain sentences — a real time you heard, how you knew, what you did. 3. Quiet recall, 3 minutes, journals open: when and where, what was going on, what it looked, sounded or felt like, what you heard, what you did with it. Make it fuller as you write. 4. Pairs, 4 minutes, by invitation: the partner asks only one question — 'How did you know?' — and listens.</a:t>
            </a:r>
          </a:p>
          <a:p>
            <a:r>
              <a:t>CUES: Never cold-call a teen; pass-anytime holds. 'I can't think of one' is an honest answer — offer the creation door (Rom. 1:20) or a time you simply knew something was true. Keep the answers to 'How did you know?' for the next slide.</a:t>
            </a:r>
          </a:p>
          <a:p>
            <a:r>
              <a:t>GUARD: This is remembering, not judging — no one rules on whether another person's hearing was God. If a memory turns heavy, the Settle Protocol stands.</a:t>
            </a:r>
          </a:p>
          <a:p>
            <a:r>
              <a:t>FROM: the Four Connects deck (FotH, September 2025), 'Hearing God — The How': remember a time of hearing, see it, hear it, feel it, make it fuller, anchor it.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9–10 combined stands in the third box — Connect with God — one guided garden run, teen-led; the week's returns carry the second visit.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7:20–7:25 · LEAD: CONTENT PRESENTER</a:t>
            </a:r>
          </a:p>
          <a:p>
            <a:r>
              <a:t>BEATS: 1. The room round, 2 minutes: 'How did you know?' Collect the answers aloud; the container holder writes them on a sheet. 2. Then the slide: line the room's answers up with the checks — most will already be there. Name any the room found that the slide does not have; they count. 3. Scripture first: it is the court, and the others confirm. No one check is enough on its own — and peace can be faked by wanting something badly. 4. Obedience: 'What happened when you obeyed?' Obeying what you hear opens you to hear more. 5. Bridge: 'Tonight in the garden, notice — don't conclude. On your returns you will test what you noticed. The card in your take-home has these checks.'</a:t>
            </a:r>
          </a:p>
          <a:p>
            <a:r>
              <a:t>CUES: A practice, not a lecture — the room's list leads and the slide confirms. Five minutes; the garden needs its time.</a:t>
            </a:r>
          </a:p>
          <a:p>
            <a:r>
              <a:t>GUARD: No one tests someone else's hearing aloud tonight. Each person tests their own, in company they choose.</a:t>
            </a:r>
          </a:p>
          <a:p>
            <a:r>
              <a:t>FROM: the Four Connects deck (FotH, September 2025), 'Hearing God — What If?': how do you know something is from the Lord? It lines up with Scripture, reason, the witness of the Spirit, peace, community, circumstances.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7:00–8:30 · LEAD: BOTH LEADERS</a:t>
            </a:r>
          </a:p>
          <a:p>
            <a:r>
              <a:t>BEATS:</a:t>
            </a:r>
          </a:p>
          <a:p>
            <a:r>
              <a:t>1. The garden's deepest work happens on repetition — in the two-session form the room came back a week later; in the combined form the three homework returns ARE the second visit, and next session's check-in receives them.</a:t>
            </a:r>
          </a:p>
          <a:p>
            <a:r>
              <a:t>2. Shape: open, a short check-in, remembering a real hearing and how we knew (the tests, before the garden), Scripture and framing (John 15; Psalm 23), bridge and settle, the guided run — a senior reads the walk-through, two words per second, the pauses are where the work happens; adults hold the sharing — journaling, pair sharing by invitation, merge, the returns commissioned, feedback, gentle close.</a:t>
            </a:r>
          </a:p>
          <a:p>
            <a:r>
              <a:t>3. The current-condition form: teen-led from the first run. The separate second-running evening (Session 10) is held in reserve for a larger room of newer people.</a:t>
            </a:r>
          </a:p>
          <a:p>
            <a:r>
              <a:t>4. Why the testing comes first (John's word, 13 October): what anyone notices in the garden is held loosely and tested on the returns, not concluded tonight. Session 11, Any Doubts?, starts from here.</a:t>
            </a:r>
          </a:p>
          <a:p>
            <a:r>
              <a:t>GUARD: Settle Protocol stands — anything heavy in the garden: stop for them, not the circle; no return to the exercise today. The senior never takes a disclosure; the bright line governs.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7:00–7:06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7:06–7:10 · LEAD: CONTAINER HOLDER</a:t>
            </a:r>
          </a:p>
          <a:p>
            <a:r>
              <a:t>BEATS: 1. One sentence each on how the daily PROAPT practice has been. 2. Two voluntary contributions, kept brief — four minutes; tonight's arc needs the time.</a:t>
            </a:r>
          </a:p>
          <a:p>
            <a:r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7:25–7:31 · LEAD: CONTENT PRESENTER</a:t>
            </a:r>
          </a:p>
          <a:p>
            <a:r>
              <a:t>BEATS: 1. Read John 15:1–11 slowly, then Psalm 23:1–3 — 'listen as if you have not heard it.' 2. Teach: scripture pictures the heart as cultivated ground; today we walk into that image and invite Jesus in to walk it with us. 3. Name the lineage in a sentence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7:31–7:35 · LEAD: CONTENT PRESENTER · TRANSITION</a:t>
            </a:r>
          </a:p>
          <a:p>
            <a:r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One line from the testing slide: notice, don't conclude — tonight is for noticing; the returns are for testing. 4.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7:35–8:07 · LEAD: CONTENT PRESENTER</a:t>
            </a:r>
          </a:p>
          <a:p>
            <a:r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t>CUES: Soft tears — do not stop; the tears are often the work. Never cold-call a teen; pass-anytime holds.</a:t>
            </a:r>
          </a:p>
          <a:p>
            <a:r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  <a:p>
            <a:r>
              <a:t>COMBINED FORM: a Companion-in-Formation reads the walk-through from H10.1's pacing — two words per second, (pause) = 30 full seconds, (longer pause) = 60; the adults hold the sharing and anything that surfaces. The bright line governs throughout.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8:07–8:13 · LEAD: CONTENT PRESENTER</a:t>
            </a:r>
          </a:p>
          <a:p>
            <a:r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8:13–8:18 · LEAD: CONTENT PRESENTER</a:t>
            </a:r>
          </a:p>
          <a:p>
            <a:r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After each return, test it: two lines in the journal — does what I noticed fit Scripture? who could I tell? The How Did You Know? card (H9.4) has the checks. 4. For the uneasy: H9.3, the Note for the Skeptic — adapting the practice or sitting it out is honored.</a:t>
            </a:r>
          </a:p>
          <a:p>
            <a:r>
              <a:t>COMBINED FORM: say it plainly — the second guided evening lives in the returns now. Five to ten minutes each, journaled; no junior varsity garden: Jesus meets each person in the garden they actually have. Next session's check-in receives the returns.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8:21–8:24 · LEAD: BOTH LEADERS</a:t>
            </a:r>
          </a:p>
          <a:p>
            <a:r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8:24–8:30 · LEAD: CONTAINER HOLDER</a:t>
            </a:r>
          </a:p>
          <a:p>
            <a:r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t>CUES: Stay accessible for fifteen minutes after the close — today more than most, people will want to talk; the two-adult rule holds for any teen.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9–10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— One Visit, the Returns Carry It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one guided run, teen-led; the week's returns are the second visit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9–10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one guided garden run, teen-led; the returns carry the second visit.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9–10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When have you heard God? How did you know?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8   </a:t>
            </a:r>
            <a:r>
              <a:rPr sz="2400">
                <a:solidFill>
                  <a:srgbClr val="222B22"/>
                </a:solidFill>
                <a:latin typeface="Calibri"/>
              </a:rPr>
              <a:t>Homework — handout, card, check-in partners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9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10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John 15:1–11, read slowly — “Listen as if you have not heard it.” Then Psalm 23:1–3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Notice, don’t conclude — what you notice tonight, you hold loosely and test on your returns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a senior reads, two words per second;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Three returns this week — the returns ARE the second visit: most of us only get all the way in on a return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After each return, test what you noticed — does it fit Scripture? Who could I tell? (the How Did You Know? card)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19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9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When Have You Really Heard?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Remember one time you really heard God — a verse that jumped off the page, a nudge, a word through someone, a quiet knowing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Where were you, and what was going on? Reading, worship, a conversation, outdoors, a hard day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did it look like, sound like, feel like? Write it down — make it fuller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did you do with it — and what happened?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Can’t think of one? A time creation stopped you in your tracks counts — God speaks through what he has made (Rom. 1:20)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Pairs, by invitation — your partner asks one question: “How did you know?”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10:27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“My sheep hear my voice, and I know them, and they follow 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How Did You Know? — Testing What You Hear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Scripture first — does it line up with what God has already said? Scripture is the court; the rest confirm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Sense — does it make sense, or does it ask you to switch your mind off?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The Spirit’s witness — an inner “yes” that rings true (Rom. 8:16)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Peace — even when the word is hard (Col. 3:15)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Company — what do people who know you and know God see?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Circumstances — do doors open or close around it?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Over time — obeying what you hear opens you to hear more</a:t>
            </a:r>
          </a:p>
          <a:p>
            <a:pPr marL="274320" indent="-274320">
              <a:spcAft>
                <a:spcPts val="650"/>
              </a:spcAft>
            </a:pPr>
            <a:r>
              <a:rPr sz="17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222B22"/>
                </a:solidFill>
                <a:latin typeface="Calibri"/>
              </a:rPr>
              <a:t>Tonight in the garden: notice, don’t conclude — you will test it on your returns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1 THESSALONIANS 5:20–21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“Do not despise prophecies, but test everything; hold fast what is good.”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