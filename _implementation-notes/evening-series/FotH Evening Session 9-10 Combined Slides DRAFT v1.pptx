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9–10 combined stands in the third box — Connect with God — one guided garden run, teen-led; the week's returns carry the second visit.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7:00–8:30 · LEAD: BOTH LEADERS</a:t>
            </a:r>
          </a:p>
          <a:p>
            <a:r>
              <a:t>BEATS:</a:t>
            </a:r>
          </a:p>
          <a:p>
            <a:r>
              <a:t>1. The garden's deepest work happens on repetition — in the two-session form the room came back a week later; in the combined form the three homework returns ARE the second visit, and next session's check-in receives them.</a:t>
            </a:r>
          </a:p>
          <a:p>
            <a:r>
              <a:t>2. Shape: open, check-in, Scripture and framing (John 15; Psalm 23), bridge and settle, the guided run — a senior reads the walk-through, two words per second, the pauses are where the work happens; adults hold the sharing — journaling, pair sharing by invitation, merge, the returns commissioned, feedback, gentle close.</a:t>
            </a:r>
          </a:p>
          <a:p>
            <a:r>
              <a:t>3. The current-condition form: teen-led from the first run. The separate second-running evening (Session 10) is held in reserve for a larger room of newer people.</a:t>
            </a:r>
          </a:p>
          <a:p>
            <a:r>
              <a:t>GUARD: Settle Protocol stands — anything heavy in the garden: stop for them, not the circle; no return to the exercise today. The senior never takes a disclosure; the bright line governs.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7:42–8:14 · LEAD: CONTENT PRESENTER</a:t>
            </a:r>
          </a:p>
          <a:p>
            <a:r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t>CUES: Soft tears — do not stop; the tears are often the work. Never cold-call a teen; pass-anytime holds.</a:t>
            </a:r>
          </a:p>
          <a:p>
            <a:r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  <a:p>
            <a:r>
              <a:t>COMBINED FORM: a Companion-in-Formation reads the walk-through from H10.1's pacing — two words per second, (pause) = 30 full seconds, (longer pause) = 60; the adults hold the sharing and anything that surfaces. The bright line governs throughout.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8:20–8:24 · LEAD: CONTENT PRESENTER</a:t>
            </a:r>
          </a:p>
          <a:p>
            <a:r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  <a:p>
            <a:r>
              <a:t>COMBINED FORM: say it plainly — the second guided evening lives in the returns now. Five to ten minutes each, journaled; no junior varsity garden: Jesus meets each person in the garden they actually have. Next session's check-in receives the returns.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8:28–8:30 · LEAD: CONTAINER HOLDER</a:t>
            </a:r>
          </a:p>
          <a:p>
            <a:r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t>CUES: Stay accessible for fifteen minutes after the close — today more than most, people will want to talk; the two-adult rule holds for any teen.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9–10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— One Visit, the Returns Carry It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one guided run, teen-led; the week's returns are the second visit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9–10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one guided garden run, teen-led; the returns carry the second visit.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9–10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a senior reads, two words per second;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this week — the returns ARE the second visit: most of us only get all the way in on a return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