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64" r:id="rId35"/>
    <p:sldId id="527" r:id="rId23"/>
    <p:sldId id="265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528" r:id="rId24"/>
    <p:sldId id="529" r:id="rId25"/>
    <p:sldId id="351" r:id="rId46"/>
    <p:sldId id="352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3" Type="http://schemas.openxmlformats.org/officeDocument/2006/relationships/slide" Target="slides/slide3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35" Type="http://schemas.openxmlformats.org/officeDocument/2006/relationships/slide" Target="slides/slide2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3 crosses from the first box toward the second — Self opening toward Others — and everyone tells tonight, teen-led.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7:00–8:30 · LEAD: BOTH LEADERS</a:t>
            </a:r>
          </a:p>
          <a:p>
            <a:r>
              <a:t>BEATS:</a:t>
            </a:r>
          </a:p>
          <a:p>
            <a:r>
              <a:t>1. STILL the highest-risk material of the series — Handbook Section 6 re-read within 48 hours before; crisis card in every Companion pocket; pastoral/clinical backup on call 6:30–11:00.</a:t>
            </a:r>
          </a:p>
          <a:p>
            <a:r>
              <a:t>2. Shape: open, check-in, Psalm 139, the form reminded, one-circle telling (everyone, ~50 minutes), landing, Joint Footprints, feedback, close.</a:t>
            </a:r>
          </a:p>
          <a:p>
            <a:r>
              <a:t>3. The current-condition form: this room knows each other; the teens lead throughout. The two-session form (parents' night, then the teens' night, with splits) is held in reserve for a larger room of newer people.</a:t>
            </a:r>
          </a:p>
          <a:p>
            <a:r>
              <a:t>4. The clock is a guide — if a block runs long because something true is being said, let it; the compression lever is one-sentence blessings.</a:t>
            </a:r>
          </a:p>
          <a:p>
            <a:r>
              <a:t>CUES: Telling order arranged beforehand — Companion-first stays available as a depth-setting lever when the circle needs it. Any parent whose story carries news their teen has not been handed talked with the Lead Companion first — hold that plan.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7:00–7:06 · LEAD: CONTAINER HOLDER</a:t>
            </a:r>
          </a:p>
          <a:p>
            <a:r>
              <a:t>BEATS:</a:t>
            </a:r>
          </a:p>
          <a:p>
            <a:r>
              <a:t>1. A Companion-in-Formation opens the night: blessing, container, the frame — the pieces are required, their own words are fine.</a:t>
            </a:r>
          </a:p>
          <a:p>
            <a:r>
              <a:t>2. Frame plainly: tonight completes the round in one evening — parents and teens both tell.</a:t>
            </a:r>
          </a:p>
          <a:p>
            <a:r>
              <a:t>3. Container reminders: Safe, Present, Clear, Intentional; nothing is required; we listen and bless, we do not fix.</a:t>
            </a:r>
          </a:p>
          <a:p>
            <a:r>
              <a:t>CUES: Spot anyone who arrived heavy — eye contact, smile, no singling out. They will know you saw them.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7:06–7:12 · LEAD: CONTAINER HOLDER</a:t>
            </a:r>
          </a:p>
          <a:p>
            <a:r>
              <a:t>BEATS:</a:t>
            </a:r>
          </a:p>
          <a:p>
            <a:r>
              <a:t>1. Six minutes, one sentence each on what the homework practice surfaced since we last met; a parent starts.</a:t>
            </a:r>
          </a:p>
          <a:p>
            <a:r>
              <a:t>2. Call on no one; silence is fine — 'the work is happening, whether or not we name it tonight.'</a:t>
            </a:r>
          </a:p>
          <a:p>
            <a:r>
              <a:t>GUARD: Keep it light and brief — the evening's weight is in the telling circle.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7:12–7:20 · LEAD: CONTENT PRESENTER</a:t>
            </a:r>
          </a:p>
          <a:p>
            <a:r>
              <a:t>BEATS:</a:t>
            </a:r>
          </a:p>
          <a:p>
            <a:r>
              <a:t>1. Read Psalm 139:1–6, then 23–24, from the physical Bible. Slowly. Do not preach over the reading.</a:t>
            </a:r>
          </a:p>
          <a:p>
            <a:r>
              <a:t>2. The psalmist is completely known and not running — his response is wonder, and he invites more: 'Search me.'</a:t>
            </a:r>
          </a:p>
          <a:p>
            <a:r>
              <a:t>3. Land the one idea: the opposite of hidden is not exposed — it is seen and safe at the same time. That is what the circle is.</a:t>
            </a:r>
          </a:p>
          <a:p>
            <a:r>
              <a:t>4. Say the comparison word out loud: every story is its own; nobody's telling sets a bar for anyone else's.</a:t>
            </a:r>
          </a:p>
          <a:p>
            <a:r>
              <a:t>5. Tonight is the practice of it: everyone answers one question at the depth they choose; the circle blesses, never fixes.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7:20–7:23 · LEAD: CONTENT PRESENTER</a:t>
            </a:r>
          </a:p>
          <a:p>
            <a:r>
              <a:t>BEATS:</a:t>
            </a:r>
          </a:p>
          <a:p>
            <a:r>
              <a:t>1. Remind the form in one breath: one question — how you got here and what has shaped you; specific; neither hero nor victim; where you see God in it now.</a:t>
            </a:r>
          </a:p>
          <a:p>
            <a:r>
              <a:t>2. This room has heard the demo — do not re-teach it. If anyone new is present, the Lead Companion models three minutes, practiced in advance.</a:t>
            </a:r>
          </a:p>
          <a:p>
            <a:r>
              <a:t>3. Name the comparison guard from the start: every story is its own; nobody's telling sets a bar.</a:t>
            </a:r>
          </a:p>
          <a:p>
            <a:r>
              <a:t>GUARD: Three minutes. The telling circle needs its full fifty.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7:23–7:25 · LEAD: CONTENT PRESENTER · TRANSITION</a:t>
            </a:r>
          </a:p>
          <a:p>
            <a:r>
              <a:t>BEATS:</a:t>
            </a:r>
          </a:p>
          <a:p>
            <a:r>
              <a:t>1. The three rules, briefly: one question, depth is the teller's; receive then bless — no fixing, advising, or 'me too'; nothing leaves the circle.</a:t>
            </a:r>
          </a:p>
          <a:p>
            <a:r>
              <a:t>2. Pray the bridge prayer: 'Make this circle a small place where we can be known and safe at the same time.'</a:t>
            </a:r>
          </a:p>
          <a:p>
            <a:r>
              <a:t>3. No split at this scale — one circle, right where we sit.</a:t>
            </a:r>
          </a:p>
          <a:p>
            <a:r>
              <a:t>CUES: Order arranged beforehand: a leader tells first, then the arranged parent, then around — each teen's arranged parent blesses first after that teen's story.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7:25–8:13 · LEAD: CONTENT PRESENTER · ONE CIRCLE</a:t>
            </a:r>
          </a:p>
          <a:p>
            <a:r>
              <a:t>BEATS:</a:t>
            </a:r>
          </a:p>
          <a:p>
            <a:r>
              <a:t>1. A leader tells first, then the arranged parent, then around the circle — teens choose their own moment within the round; a pass is re-offered at the end.</a:t>
            </a:r>
          </a:p>
          <a:p>
            <a:r>
              <a:t>2. 5–6 minutes per story; at six, gentle eye contact — 'let's land it together.' Ten seconds of silence; then the blessing round — the arranged parent blesses first after each teen's story.</a:t>
            </a:r>
          </a:p>
          <a:p>
            <a:r>
              <a:t>3. Parents receive teens without correcting the record, filling silences, or bracing — the teen's telling stands.</a:t>
            </a:r>
          </a:p>
          <a:p>
            <a:r>
              <a:t>4. Short on time: compress blessings to one sentence each. Never send anyone home untold.</a:t>
            </a:r>
          </a:p>
          <a:p>
            <a:r>
              <a:t>GUARD: Section 6 stands in full — this is still the series' highest-risk material. Watch each teen during their parent's telling and each parent during their teen's; anything heavy hands to the backstop adult. Crisis card in pocket; backup on call.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8:13–8:18 · LEAD: CONTAINER HOLDER</a:t>
            </a:r>
          </a:p>
          <a:p>
            <a:r>
              <a:t>BEATS:</a:t>
            </a:r>
          </a:p>
          <a:p>
            <a:r>
              <a:t>1. Let the room settle; the texture will be different — honor it, do not break it with energy.</a:t>
            </a:r>
          </a:p>
          <a:p>
            <a:r>
              <a:t>2. One word each on what tonight was like; pass allowed. Receive with eye contact and a small nod — no 'great', no commentary.</a:t>
            </a:r>
          </a:p>
          <a:p>
            <a:r>
              <a:t>3. Name the completion: every person, parent and teen, told and was blessed — in one evening. 'Rooms like this are rare. They're the kind of room God shows up in.'</a:t>
            </a:r>
          </a:p>
          <a:p>
            <a:r>
              <a:t>GUARD: Do not ask anyone to share story content — the tellings stay in the circle.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8:18–8:22 · LEAD: CONTENT PRESENTER</a:t>
            </a:r>
          </a:p>
          <a:p>
            <a:r>
              <a:t>BEATS:</a:t>
            </a:r>
          </a:p>
          <a:p>
            <a:r>
              <a:t>1. Parent Co-Companion leads. One handout per family (H3.5 — the Evening 3 sheet).</a:t>
            </a:r>
          </a:p>
          <a:p>
            <a:r>
              <a:t>2. The practice: parent and teen sit together twenty minutes this week — not the car, not the TV, phones away. Five minutes of footprints each way; a follow-up or two; then one sentence: 'What I love about your footprints is...'</a:t>
            </a:r>
          </a:p>
          <a:p>
            <a:r>
              <a:t>3. Two rules: each shares only what they are ready to; the parent does not turn it into a lecture.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8:22–8:26 · LEAD: BOTH LEADERS</a:t>
            </a:r>
          </a:p>
          <a:p>
            <a:r>
              <a:t>BEATS:</a:t>
            </a:r>
          </a:p>
          <a:p>
            <a:r>
              <a:t>1. If a senior led tonight, they answer the three things first, the adult second; the room's feedback covers both.</a:t>
            </a:r>
          </a:p>
          <a:p>
            <a:r>
              <a:t>2. Keep the room's words specific and for-you-shaped — 'the way you waited out the silence' is gold; 'you did great' is not.</a:t>
            </a:r>
          </a:p>
          <a:p>
            <a:r>
              <a:t>3. Receive without defending — 'thank you' is the whole response.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E3 · 8:26–8:30 · LEAD: CONTAINER HOLDER</a:t>
            </a:r>
          </a:p>
          <a:p>
            <a:r>
              <a:t>BEATS:</a:t>
            </a:r>
          </a:p>
          <a:p>
            <a:r>
              <a:t>1. Restate the container hard: your own story goes home with you; nobody else's does — not to a sibling, a friend, or a spouse not in this room.</a:t>
            </a:r>
          </a:p>
          <a:p>
            <a:r>
              <a:t>2. Name the help: reach out if tonight sits heavy — email, text, knock; the Crisis Quick-Reference Card is real and someone is there.</a:t>
            </a:r>
          </a:p>
          <a:p>
            <a:r>
              <a:t>3. Aaronic blessing. 'Go gently this week.'</a:t>
            </a:r>
          </a:p>
          <a:p>
            <a:r>
              <a:t>CUES: Do not pack up — adults stay accessible ten minutes after. Find any senior who led before they leave: one sentence of thanks, and 'How are you, after that?'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3-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3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Telling Your Story — I &amp; II in One Evening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One question, one circle, everyone tells — the current-condition form for a room that knows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1: Connect with Self &amp; Others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3 crosses from the first box toward the second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Self opening toward Others</a:t>
            </a:r>
            <a:r>
              <a:rPr sz="1800" b="0">
                <a:solidFill>
                  <a:srgbClr val="222B22"/>
                </a:solidFill>
                <a:latin typeface="Calibri"/>
              </a:rPr>
              <a:t> — everyone tells tonight, teen-led.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3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97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Check-in — the homework practice since we last met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Psalm 139 — being known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The form, reminded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The telling circle — everyone tells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One-word landing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Homework commissioning — handout + check-in partners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9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2 Check-In — Heart Soil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6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600" b="0" i="0" dirty="0">
                <a:solidFill>
                  <a:srgbClr val="222B22"/>
                </a:solidFill>
                <a:latin typeface="Calibri"/>
              </a:rPr>
              <a:t>“Some of you journaled this week. Some of you didn’t. Both are fine.”</a:t>
            </a:r>
          </a:p>
          <a:p>
            <a:pPr marL="274320" indent="-274320">
              <a:spcAft>
                <a:spcPts val="900"/>
              </a:spcAft>
            </a:pPr>
            <a:r>
              <a:rPr sz="26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600" b="0" i="0" dirty="0">
                <a:solidFill>
                  <a:srgbClr val="222B22"/>
                </a:solidFill>
                <a:latin typeface="Calibri"/>
              </a:rPr>
              <a:t>One sentence about what showed up — optional, no pressure</a:t>
            </a:r>
          </a:p>
          <a:p>
            <a:pPr marL="685800" indent="-274320">
              <a:spcAft>
                <a:spcPts val="700"/>
              </a:spcAft>
            </a:pPr>
            <a:r>
              <a:rPr sz="1900" b="1" i="0" dirty="0">
                <a:solidFill>
                  <a:srgbClr val="97BC62"/>
                </a:solidFill>
                <a:latin typeface="Calibri"/>
              </a:rPr>
              <a:t>–  </a:t>
            </a:r>
            <a:r>
              <a:rPr sz="2800" b="0" i="1" dirty="0">
                <a:solidFill>
                  <a:srgbClr val="222B22"/>
                </a:solidFill>
                <a:latin typeface="Calibri"/>
              </a:rPr>
              <a:t>“‘Path soil at school’ — just one sentence. Anyone?”</a:t>
            </a:r>
          </a:p>
          <a:p>
            <a:pPr marL="274320" indent="-274320">
              <a:spcAft>
                <a:spcPts val="900"/>
              </a:spcAft>
            </a:pPr>
            <a:r>
              <a:rPr sz="26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600" b="0" i="0" dirty="0">
                <a:solidFill>
                  <a:srgbClr val="222B22"/>
                </a:solidFill>
                <a:latin typeface="Calibri"/>
              </a:rPr>
              <a:t>“The work is happening, whether or not we name it tonight.”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Psalm 139 — Being Known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Psalm 139 is the psalm of being completely known by God — and the psalmist’s response is not panic. It is wonder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Most of us have parts we hope nobody has noticed. The psalmist invites God to look further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opposite of being hidden is not being exposed — it is being seen and being safe at the same time. That is what the circle is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Tonight is the practice of it — everyone answers one question, with what they are willing to say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Every story is its own — put the comparison down. The story you tell tonight is not in competition with any story told before it. Tell yours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542032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PSALM 139:23–24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“Search me, O God, and know my heart! Try me and know my thoughts! And see if there be any grievous way in me, and lead me in the way everlasting!”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Form, Reminded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The one question: “tell the story of how you got here — today, as you are. What has shaped you into who you are today?”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Be specific — not the hero, not the victim: what happened, and where you see God in it now, looking back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This room has seen the form — tonight is a reminder, not a demo. A leader may model briefly if the room needs it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The depth is yours to choose. Every story is its own — no comparing, no bar to clear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Telling Circle — How It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One question — how you got here, and what has shaped you. The depth is yours to choose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Listening — do not fix. Do not advise. Do not say “that happened to me too.” Receive, then bless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Nothing leaves this circle. “Not a phrase, not a name, not a story.”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One circle — at this table, everyone tells tonight: parents and teens, five to six minutes each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After each story: ten seconds of silence, then a short blessing round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Telling Circle — Everyone Tells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Everyone tells tonight — parents and teens, one round, the completion in one evening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Story — 5–6 minutes. The teller speaks; nobody interrupts, even the silences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Silence — ten seconds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 round — one or two sentences each: “What I want to bless about your story is...”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Parents: receive the teens without correcting the record or filling silences — the telling stands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“When someone is telling their story, we are looking at them. We are receiving. That’s the practice.”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stepping stones across a str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62" y="1463040"/>
            <a:ext cx="3669030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One-Word Landing — the Round Complete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What happened in your circle stays in your circle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One word — just one — about what tonight was like for you. You can pass</a:t>
            </a:r>
          </a:p>
          <a:p>
            <a:pPr marL="685800" indent="-274320">
              <a:spcAft>
                <a:spcPts val="7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–  </a:t>
            </a:r>
            <a:r>
              <a:rPr sz="2800" b="0" i="1" dirty="0">
                <a:solidFill>
                  <a:srgbClr val="222B22"/>
                </a:solidFill>
                <a:latin typeface="Calibri"/>
              </a:rPr>
              <a:t>“Heavy.” “Seen.” “Surprising.” “Tender.” “Hard.” Whatever the true word is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“The round is complete — every person in this room, parent and teen, has told a piece of their story to a circle that blessed them for it. Rooms like this are rare. They’re the kind of room God shows up in.”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 — Joint Footprints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Joint Footprints — each parent-and-teen pair sits together once this week. Twenty minutes total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 in the car, not at dinner, not while the TV is on. Phones away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Five minutes telling the footprints question — where you grew up, who shaped you, what places and people made you who you are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listener asks one or two follow-ups, then one sentence: “What I love about your footprints is...”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Then swap — the other person tells, the first listens and blesses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morning question and evening journal note continue daily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two pairs of footprints in s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829" y="1463040"/>
            <a:ext cx="3357162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3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3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04" y="1463040"/>
            <a:ext cx="805968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C16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