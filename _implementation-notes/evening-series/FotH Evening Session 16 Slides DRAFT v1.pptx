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306" r:id="rId199"/>
    <p:sldId id="540" r:id="rId21"/>
    <p:sldId id="307" r:id="rId200"/>
    <p:sldId id="460" r:id="rId201"/>
    <p:sldId id="461" r:id="rId202"/>
    <p:sldId id="462" r:id="rId203"/>
    <p:sldId id="463" r:id="rId204"/>
    <p:sldId id="464" r:id="rId205"/>
    <p:sldId id="465" r:id="rId206"/>
    <p:sldId id="541" r:id="rId22"/>
    <p:sldId id="542" r:id="rId23"/>
    <p:sldId id="466" r:id="rId208"/>
    <p:sldId id="467" r:id="rId20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1" Type="http://schemas.openxmlformats.org/officeDocument/2006/relationships/slide" Target="slides/slide3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199" Type="http://schemas.openxmlformats.org/officeDocument/2006/relationships/slide" Target="slides/slide2.xml"/><Relationship Id="rId200" Type="http://schemas.openxmlformats.org/officeDocument/2006/relationships/slide" Target="slides/slide4.xml"/><Relationship Id="rId201" Type="http://schemas.openxmlformats.org/officeDocument/2006/relationships/slide" Target="slides/slide5.xml"/><Relationship Id="rId202" Type="http://schemas.openxmlformats.org/officeDocument/2006/relationships/slide" Target="slides/slide6.xml"/><Relationship Id="rId203" Type="http://schemas.openxmlformats.org/officeDocument/2006/relationships/slide" Target="slides/slide7.xml"/><Relationship Id="rId204" Type="http://schemas.openxmlformats.org/officeDocument/2006/relationships/slide" Target="slides/slide8.xml"/><Relationship Id="rId205" Type="http://schemas.openxmlformats.org/officeDocument/2006/relationships/slide" Target="slides/slide9.xml"/><Relationship Id="rId206" Type="http://schemas.openxmlformats.org/officeDocument/2006/relationships/slide" Target="slides/slide10.xml"/><Relationship Id="rId208" Type="http://schemas.openxmlformats.org/officeDocument/2006/relationships/slide" Target="slides/slide13.xml"/><Relationship Id="rId209" Type="http://schemas.openxmlformats.org/officeDocument/2006/relationships/slide" Target="slides/slide14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S16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Session 16 stands in the second box — Connect with Others, as family.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S16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S16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S16 · pre-session · DIVIDER</a:t>
            </a:r>
          </a:p>
          <a:p>
            <a:r>
              <a:rPr lang="en-US" sz="1200"/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S16 · 7:00–7:08 · LEAD: CONTAINER HOLDER · STANDING CIRCLE</a:t>
            </a:r>
          </a:p>
          <a:p>
            <a:r>
              <a:rPr lang="en-US" sz="1200"/>
              <a:t>BEATS: 1. Tell them the whole plan up front so nobody waits for the catch: we are going to eat together — that IS the session. A short round before food, a few good questions at dessert, one page at the end. 2. Tables today, not the circle — the one night of the year. 3. Nothing new is taught; the meal is the point.</a:t>
            </a:r>
          </a:p>
          <a:p>
            <a:r>
              <a:rPr lang="en-US" sz="1200"/>
              <a:t>GUARD: Do not program the meal — no devotional between courses, no teaching moment. Withholding content is today's team discipline.</a:t>
            </a:r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S16 · 7:00–7:08 · LEAD: CONTAINER HOLDER · STANDING CIRCLE</a:t>
            </a:r>
          </a:p>
          <a:p>
            <a:r>
              <a:t>BEATS: 1. Blessing first. 2. Container, briefly — Safe, Present, Clear, Intentional; it holds at a dinner table too. Phones silenced and away. 3. One word for how you actually are, around the circle; receive without commentary.</a:t>
            </a:r>
          </a:p>
          <a:p>
            <a:r>
              <a:t>GUARD: Keep the open genuinely short — the room is smelling the food. A long preamble teaches the room the team cannot help itself.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S16 · 7:25–7:29 · LEAD: CONTENT PRESENTER · STANDING CIRCLE</a:t>
            </a:r>
          </a:p>
          <a:p>
            <a:r>
              <a:rPr lang="en-US" sz="1200"/>
              <a:t>BEATS: 1. One sentence each: where the Rhythm Card held, or where it slipped — both welcome; a noticed slip is the practice working. 2. No fixing, no advice, from anyone; if troubleshooting starts: good noticing — hold the fixing. 3. Close it: sixteen days in, everyone in this circle is still on the long walk.</a:t>
            </a:r>
          </a:p>
          <a:p>
            <a:r>
              <a:rPr lang="en-US" sz="1200"/>
              <a:t>CUES: The arranged parent opens (Run Card) — never a cold call on a teen; pass anytime.</a:t>
            </a:r>
          </a:p>
          <a:p>
            <a:r>
              <a:rPr lang="en-US" sz="1200"/>
              <a:t>GUARD: Watch quietly — whoever reports a slip with shame gets a warm follow-up this week; note it for the debrief, not the circle.</a:t>
            </a:r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S16 · 7:29–7:31 · LEAD: CONTENT PRESENTER · STANDING CIRCLE</a:t>
            </a:r>
          </a:p>
          <a:p>
            <a:r>
              <a:rPr lang="en-US" sz="1200"/>
              <a:t>BEATS: 1. Read Acts 2:46 — the first church, glad and generous hearts. 2. Thirty seconds of frame: the first church ran on three rails — the teaching, the table, the prayers; today is the table, and it IS the formation, not the break from it. 3. Pray the grace. 4. Send them to eat.</a:t>
            </a:r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S16 · 7:31–7:59 · LEAD: CONTENT PRESENTER · TABLES</a:t>
            </a:r>
          </a:p>
          <a:p>
            <a:r>
              <a:rPr lang="en-US" sz="1200"/>
              <a:t>BEATS: 1. No agenda — Companions sit and eat as members of their tables; the cohort needs to see its Companions laugh at dinner. 2. Watch faces gently, especially the Week 15 watch-list: a family sitting close and quiet, a parent with full eyes, a teen who won't look up — nobody names it today; offline contact within 48 hours. 3. Keep the food moving; note who is missing for the Sought Stray line.</a:t>
            </a:r>
          </a:p>
          <a:p>
            <a:r>
              <a:rPr lang="en-US" sz="1200"/>
              <a:t>GUARD: The allergy list is law — posted, current, every dish labeled with its allergens; the food-safety lead owns the serving table. Never ask, at a table or from the front, whether the Four Questions happened — invisible by default.</a:t>
            </a:r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S16 · 7:59–8:17 · LEAD: CONTENT PRESENTER · TABLES</a:t>
            </a:r>
          </a:p>
          <a:p>
            <a:r>
              <a:rPr lang="en-US" sz="1200"/>
              <a:t>BEATS: 1. Dessert lands and the card stack comes out — frame it from your seat; standing up breaks the spell. 2. How it works: read the card aloud; a parent answers first, every table, every card; anyone who wants answers; nobody has to; next card when it feels done. 3. Two rules said aloud: no report-out — what is said at your table stays there; and there is no wrong way for this to go.</a:t>
            </a:r>
          </a:p>
          <a:p>
            <a:r>
              <a:rPr lang="en-US" sz="1200"/>
              <a:t>GUARD: Laughter is a fully valid outcome — ten minutes laughing at dad's answer IS the exercise. Two cards done well beats three done fast. A card that finds a tender place: warmth, no working it at the table; a Companion follows up offline.</a:t>
            </a:r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S16 · 8:17–8:20 · LEAD: CONTENT PRESENTER · WHOLE ROOM (seated)</a:t>
            </a:r>
          </a:p>
          <a:p>
            <a:r>
              <a:rPr lang="en-US" sz="1200"/>
              <a:t>BEATS: 1. One unhurried minute, no apology: this is the Quarterly Pulse, third of the year — one page, three questions, about five minutes at home. 2. Say the deal plainly: this room steers by these pages; the final quarter is built from what you write. 3. Back in the bin at when we gather's door — nobody watches the bin; signed or unsigned, your choice.</a:t>
            </a:r>
          </a:p>
          <a:p>
            <a:r>
              <a:rPr lang="en-US" sz="1200"/>
              <a:t>GUARD: 'Sorry to end a fun night with paperwork' undoes the instrument — frame it as steering, never homework.</a:t>
            </a:r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S16 · 8:24–8:28 · LEAD: BOTH LEADERS · WHOLE ROOM</a:t>
            </a:r>
          </a:p>
          <a:p>
            <a:r>
              <a:rPr lang="en-US" sz="1200"/>
              <a:t>BEATS: 1. Same round, even on a dinner night — especially today; the round on an easy evening is what keeps it ordinary. 2. The leader's three, then the room's two questions — two or three voices each. 3. Receive without defending — 'thank you' is the whole response.</a:t>
            </a:r>
          </a:p>
          <a:p>
            <a:r>
              <a:rPr lang="en-US" sz="1200"/>
              <a:t>CUES: Expect food commentary; take it seriously — next year's family night is built from today's answers.</a:t>
            </a:r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S16 · 8:28–8:30 · LEAD: CONTAINER HOLDER · STANDING CIRCLE</a:t>
            </a:r>
          </a:p>
          <a:p>
            <a:r>
              <a:t>BEATS: 1. Same circle as the start; one word for what is happening in you as we close. 2. Two thank-yous: every hand that cooked and served, and the cleanup crew by name; everyone clears their own place. 3. The week: five minutes with the Pulse, bin at the door when we gather; keep walking your card, slips and all. 4. Aaronic blessing. Go home glad.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5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SESSION 16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Family Conversation Night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Cards and a shared meal — the night the year exhales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3: Mission &amp; Rhythm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1" descr="two pairs of hands breaking one loaf of bread at the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0118"/>
            <a:ext cx="5394960" cy="3597763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Session 16 stands in the second box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Connect with Others</a:t>
            </a:r>
            <a:r>
              <a:rPr sz="1800" b="0">
                <a:solidFill>
                  <a:srgbClr val="222B22"/>
                </a:solidFill>
                <a:latin typeface="Calibri"/>
              </a:rPr>
              <a:t>, as family.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Session 16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opening container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Rhythm-noticing round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Acts 2:46 and the table grace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The meal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Cards over dessert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Pulse 3 framed and sent home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Leader Feedback Round</a:t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Rhythm-Noticing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One round before we eat — one sentence each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“Where has your card held, or where has it slipped?”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Both answers are welcome — a slip you noticed is the practice working, because noticing is the skill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No fixing, no advice — a parent starts; pass-anytime holds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“The card is a long walk; sixteen days in, everyone in this circle is still on it.”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Acts 2:46 and the Table Grace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Luke is describing the very first church — the most spiritually alive room in the history of the world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first church ran on three rails: the teaching, the table, and the prayers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Our Wednesdays have lived on the teaching and the prayers — tonight is the table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“Breaking bread with glad and generous hearts is not the break between the formation — it is the formation.”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grace — then: eat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ACTS 2:46 (ESV)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“And day by day, attending the temple together and breaking bread in their homes, they received their food with glad and generous hearts.”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Meal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Real food, no agenda — no devotional between courses, no teaching moment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“We are going to eat together. That's it. That's the session.”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Phones silenced and put away — the people at your table tonight are the evening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Dessert is held back — dessert arriving is the signal the cards are coming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Cards over Dessert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A small stack on your table — someone reads the first card aloud; a parent answers first, every table, every card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Then anyone who wants to answers, in any order — nobody has to. When the card feels done, read the next one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 footprint — “Looking back at this past month — one place you can see God's hand more clearly now than you did at the time.”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Where you came alive — “What activity, conversation, or work this season has made you most alive? Why?”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ten-year question — “What's one thing you hope is still true between us in ten years?”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 report-out — what is said at your table stays at your table. Ten minutes of laughing at your dad's answer is not a failure of the exercise — that IS the exercise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Pulse 3 Framed and Sent Home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Quarterly Pulse, third one this year — one page, three questions, about five minutes, at home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Presence — how present have I actually been in these sessions this quarter? Not attendance, presence (1–10, and one sentence why)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Surprise — one thing that has surprised me this quarter — about myself, about God, or about someone in this room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Steering — one specific way I want to engage differently in the final quarter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“This room steers by these pages” — the final quarter, the consolidation weeks and the two commissionings, is shaped by what you write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Back next Wednesday, in the bin at the door — signed or unsigned, your choice; nobody watches the bin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16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457308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239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16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810" y="1463040"/>
            <a:ext cx="7666074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242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