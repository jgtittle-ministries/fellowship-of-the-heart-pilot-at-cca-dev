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199" Type="http://schemas.openxmlformats.org/officeDocument/2006/relationships/slide" Target="slides/slide2.xml"/><Relationship Id="rId200" Type="http://schemas.openxmlformats.org/officeDocument/2006/relationships/slide" Target="slides/slide3.xml"/><Relationship Id="rId201" Type="http://schemas.openxmlformats.org/officeDocument/2006/relationships/slide" Target="slides/slide4.xml"/><Relationship Id="rId202" Type="http://schemas.openxmlformats.org/officeDocument/2006/relationships/slide" Target="slides/slide5.xml"/><Relationship Id="rId203" Type="http://schemas.openxmlformats.org/officeDocument/2006/relationships/slide" Target="slides/slide6.xml"/><Relationship Id="rId204" Type="http://schemas.openxmlformats.org/officeDocument/2006/relationships/slide" Target="slides/slide7.xml"/><Relationship Id="rId205" Type="http://schemas.openxmlformats.org/officeDocument/2006/relationships/slide" Target="slides/slide8.xml"/><Relationship Id="rId206" Type="http://schemas.openxmlformats.org/officeDocument/2006/relationships/slide" Target="slides/slide9.xml"/><Relationship Id="rId208" Type="http://schemas.openxmlformats.org/officeDocument/2006/relationships/slide" Target="slides/slide11.xml"/><Relationship Id="rId209" Type="http://schemas.openxmlformats.org/officeDocument/2006/relationships/slide" Target="slides/slide1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