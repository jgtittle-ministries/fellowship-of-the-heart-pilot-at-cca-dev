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96.xml" ContentType="application/vnd.openxmlformats-officedocument.presentationml.notesSlide+xml"/>
  <Override PartName="/ppt/notesSlides/notesSlide197.xml" ContentType="application/vnd.openxmlformats-officedocument.presentationml.notesSlide+xml"/>
  <Override PartName="/ppt/notesSlides/notesSlide198.xml" ContentType="application/vnd.openxmlformats-officedocument.presentationml.notesSlide+xml"/>
  <Override PartName="/ppt/notesSlides/notesSlide199.xml" ContentType="application/vnd.openxmlformats-officedocument.presentationml.notesSlide+xml"/>
  <Override PartName="/ppt/notesSlides/notesSlide200.xml" ContentType="application/vnd.openxmlformats-officedocument.presentationml.notesSlide+xml"/>
  <Override PartName="/ppt/notesSlides/notesSlide201.xml" ContentType="application/vnd.openxmlformats-officedocument.presentationml.notesSlide+xml"/>
  <Override PartName="/ppt/notesSlides/notesSlide202.xml" ContentType="application/vnd.openxmlformats-officedocument.presentationml.notesSlide+xml"/>
  <Override PartName="/ppt/notesSlides/notesSlide203.xml" ContentType="application/vnd.openxmlformats-officedocument.presentationml.notesSlide+xml"/>
  <Override PartName="/ppt/notesSlides/notesSlide205.xml" ContentType="application/vnd.openxmlformats-officedocument.presentationml.notesSlide+xml"/>
  <Override PartName="/ppt/notesSlides/notesSlide20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9"/>
  </p:notesMasterIdLst>
  <p:sldIdLst>
    <p:sldId id="256" r:id="rId2"/>
    <p:sldId id="306" r:id="rId199"/>
    <p:sldId id="540" r:id="rId21"/>
    <p:sldId id="307" r:id="rId200"/>
    <p:sldId id="460" r:id="rId201"/>
    <p:sldId id="461" r:id="rId202"/>
    <p:sldId id="462" r:id="rId203"/>
    <p:sldId id="463" r:id="rId204"/>
    <p:sldId id="464" r:id="rId205"/>
    <p:sldId id="465" r:id="rId206"/>
    <p:sldId id="541" r:id="rId22"/>
    <p:sldId id="542" r:id="rId23"/>
    <p:sldId id="466" r:id="rId208"/>
    <p:sldId id="467" r:id="rId20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9FB8A61-E404-4362-9606-E87F49058870}" v="1" dt="2026-08-20T01:30:35.58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59085" autoAdjust="0"/>
  </p:normalViewPr>
  <p:slideViewPr>
    <p:cSldViewPr snapToGrid="0" snapToObjects="1">
      <p:cViewPr varScale="1">
        <p:scale>
          <a:sx n="48" d="100"/>
          <a:sy n="48" d="100"/>
        </p:scale>
        <p:origin x="2002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21" Type="http://schemas.openxmlformats.org/officeDocument/2006/relationships/slide" Target="slides/slide3.xml"/><Relationship Id="rId22" Type="http://schemas.openxmlformats.org/officeDocument/2006/relationships/slide" Target="slides/slide11.xml"/><Relationship Id="rId23" Type="http://schemas.openxmlformats.org/officeDocument/2006/relationships/slide" Target="slides/slide12.xml"/><Relationship Id="rId199" Type="http://schemas.openxmlformats.org/officeDocument/2006/relationships/slide" Target="slides/slide2.xml"/><Relationship Id="rId200" Type="http://schemas.openxmlformats.org/officeDocument/2006/relationships/slide" Target="slides/slide4.xml"/><Relationship Id="rId201" Type="http://schemas.openxmlformats.org/officeDocument/2006/relationships/slide" Target="slides/slide5.xml"/><Relationship Id="rId202" Type="http://schemas.openxmlformats.org/officeDocument/2006/relationships/slide" Target="slides/slide6.xml"/><Relationship Id="rId203" Type="http://schemas.openxmlformats.org/officeDocument/2006/relationships/slide" Target="slides/slide7.xml"/><Relationship Id="rId204" Type="http://schemas.openxmlformats.org/officeDocument/2006/relationships/slide" Target="slides/slide8.xml"/><Relationship Id="rId205" Type="http://schemas.openxmlformats.org/officeDocument/2006/relationships/slide" Target="slides/slide9.xml"/><Relationship Id="rId206" Type="http://schemas.openxmlformats.org/officeDocument/2006/relationships/slide" Target="slides/slide10.xml"/><Relationship Id="rId208" Type="http://schemas.openxmlformats.org/officeDocument/2006/relationships/slide" Target="slides/slide13.xml"/><Relationship Id="rId209" Type="http://schemas.openxmlformats.org/officeDocument/2006/relationships/slide" Target="slides/slide14.xml"/><Relationship Id="rId279" Type="http://schemas.openxmlformats.org/officeDocument/2006/relationships/notesMaster" Target="notesMasters/notesMaster1.xml"/><Relationship Id="rId280" Type="http://schemas.openxmlformats.org/officeDocument/2006/relationships/presProps" Target="presProps.xml"/><Relationship Id="rId281" Type="http://schemas.openxmlformats.org/officeDocument/2006/relationships/viewProps" Target="viewProps.xml"/><Relationship Id="rId282" Type="http://schemas.openxmlformats.org/officeDocument/2006/relationships/theme" Target="theme/theme1.xml"/><Relationship Id="rId283" Type="http://schemas.openxmlformats.org/officeDocument/2006/relationships/tableStyles" Target="tableStyles.xml"/><Relationship Id="rId284" Type="http://schemas.microsoft.com/office/2016/11/relationships/changesInfo" Target="changesInfos/changesInfo1.xml"/><Relationship Id="rId285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hn Tittle" userId="c9414421e32e8042" providerId="LiveId" clId="{48C55722-1884-484D-BEBA-C6DAFFF89F9C}"/>
    <pc:docChg chg="undo custSel addSld modSld sldOrd">
      <pc:chgData name="John Tittle" userId="c9414421e32e8042" providerId="LiveId" clId="{48C55722-1884-484D-BEBA-C6DAFFF89F9C}" dt="2026-08-20T14:52:01.337" v="149" actId="20577"/>
      <pc:docMkLst>
        <pc:docMk/>
      </pc:docMkLst>
      <pc:sldChg chg="modSp mod">
        <pc:chgData name="John Tittle" userId="c9414421e32e8042" providerId="LiveId" clId="{48C55722-1884-484D-BEBA-C6DAFFF89F9C}" dt="2026-08-12T13:40:14.941" v="27" actId="1076"/>
        <pc:sldMkLst>
          <pc:docMk/>
          <pc:sldMk cId="0" sldId="256"/>
        </pc:sldMkLst>
        <pc:spChg chg="mod">
          <ac:chgData name="John Tittle" userId="c9414421e32e8042" providerId="LiveId" clId="{48C55722-1884-484D-BEBA-C6DAFFF89F9C}" dt="2026-08-12T13:40:14.941" v="27" actId="1076"/>
          <ac:spMkLst>
            <pc:docMk/>
            <pc:sldMk cId="0" sldId="256"/>
            <ac:spMk id="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8:12:40.034" v="135" actId="20577"/>
        <pc:sldMkLst>
          <pc:docMk/>
          <pc:sldMk cId="0" sldId="259"/>
        </pc:sldMkLst>
        <pc:spChg chg="mod">
          <ac:chgData name="John Tittle" userId="c9414421e32e8042" providerId="LiveId" clId="{48C55722-1884-484D-BEBA-C6DAFFF89F9C}" dt="2026-08-12T18:12:40.034" v="135" actId="20577"/>
          <ac:spMkLst>
            <pc:docMk/>
            <pc:sldMk cId="0" sldId="25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06.378" v="33" actId="255"/>
        <pc:sldMkLst>
          <pc:docMk/>
          <pc:sldMk cId="0" sldId="262"/>
        </pc:sldMkLst>
        <pc:spChg chg="mod">
          <ac:chgData name="John Tittle" userId="c9414421e32e8042" providerId="LiveId" clId="{48C55722-1884-484D-BEBA-C6DAFFF89F9C}" dt="2026-08-12T16:56:06.378" v="33" actId="255"/>
          <ac:spMkLst>
            <pc:docMk/>
            <pc:sldMk cId="0" sldId="2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0:38.976" v="42" actId="255"/>
        <pc:sldMkLst>
          <pc:docMk/>
          <pc:sldMk cId="0" sldId="265"/>
        </pc:sldMkLst>
        <pc:spChg chg="mod">
          <ac:chgData name="John Tittle" userId="c9414421e32e8042" providerId="LiveId" clId="{48C55722-1884-484D-BEBA-C6DAFFF89F9C}" dt="2026-08-12T17:00:38.976" v="42" actId="255"/>
          <ac:spMkLst>
            <pc:docMk/>
            <pc:sldMk cId="0" sldId="2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16.529" v="87" actId="255"/>
        <pc:sldMkLst>
          <pc:docMk/>
          <pc:sldMk cId="0" sldId="268"/>
        </pc:sldMkLst>
        <pc:spChg chg="mod">
          <ac:chgData name="John Tittle" userId="c9414421e32e8042" providerId="LiveId" clId="{48C55722-1884-484D-BEBA-C6DAFFF89F9C}" dt="2026-08-12T17:05:16.529" v="87" actId="255"/>
          <ac:spMkLst>
            <pc:docMk/>
            <pc:sldMk cId="0" sldId="26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0:31.923" v="93" actId="255"/>
        <pc:sldMkLst>
          <pc:docMk/>
          <pc:sldMk cId="0" sldId="271"/>
        </pc:sldMkLst>
        <pc:spChg chg="mod">
          <ac:chgData name="John Tittle" userId="c9414421e32e8042" providerId="LiveId" clId="{48C55722-1884-484D-BEBA-C6DAFFF89F9C}" dt="2026-08-12T17:10:31.923" v="93" actId="255"/>
          <ac:spMkLst>
            <pc:docMk/>
            <pc:sldMk cId="0" sldId="271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6:41.035" v="25" actId="20577"/>
        <pc:sldMkLst>
          <pc:docMk/>
          <pc:sldMk cId="0" sldId="328"/>
        </pc:sldMkLst>
        <pc:spChg chg="mod">
          <ac:chgData name="John Tittle" userId="c9414421e32e8042" providerId="LiveId" clId="{48C55722-1884-484D-BEBA-C6DAFFF89F9C}" dt="2026-08-12T13:06:41.035" v="25" actId="20577"/>
          <ac:spMkLst>
            <pc:docMk/>
            <pc:sldMk cId="0" sldId="328"/>
            <ac:spMk id="4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2:27.925" v="5" actId="255"/>
          <ac:spMkLst>
            <pc:docMk/>
            <pc:sldMk cId="0" sldId="328"/>
            <ac:spMk id="6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22.357" v="34" actId="255"/>
        <pc:sldMkLst>
          <pc:docMk/>
          <pc:sldMk cId="0" sldId="335"/>
        </pc:sldMkLst>
        <pc:spChg chg="mod">
          <ac:chgData name="John Tittle" userId="c9414421e32e8042" providerId="LiveId" clId="{48C55722-1884-484D-BEBA-C6DAFFF89F9C}" dt="2026-08-12T16:56:22.357" v="34" actId="255"/>
          <ac:spMkLst>
            <pc:docMk/>
            <pc:sldMk cId="0" sldId="33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28.747" v="4" actId="1076"/>
        <pc:sldMkLst>
          <pc:docMk/>
          <pc:sldMk cId="0" sldId="337"/>
        </pc:sldMkLst>
        <pc:picChg chg="mod">
          <ac:chgData name="John Tittle" userId="c9414421e32e8042" providerId="LiveId" clId="{48C55722-1884-484D-BEBA-C6DAFFF89F9C}" dt="2026-08-12T13:01:28.747" v="4" actId="1076"/>
          <ac:picMkLst>
            <pc:docMk/>
            <pc:sldMk cId="0" sldId="337"/>
            <ac:picMk id="5" creationId="{00000000-0000-0000-0000-000000000000}"/>
          </ac:picMkLst>
        </pc:picChg>
      </pc:sldChg>
      <pc:sldChg chg="modSp mod">
        <pc:chgData name="John Tittle" userId="c9414421e32e8042" providerId="LiveId" clId="{48C55722-1884-484D-BEBA-C6DAFFF89F9C}" dt="2026-08-12T16:59:26.993" v="41" actId="255"/>
        <pc:sldMkLst>
          <pc:docMk/>
          <pc:sldMk cId="0" sldId="340"/>
        </pc:sldMkLst>
        <pc:spChg chg="mod">
          <ac:chgData name="John Tittle" userId="c9414421e32e8042" providerId="LiveId" clId="{48C55722-1884-484D-BEBA-C6DAFFF89F9C}" dt="2026-08-12T16:59:26.993" v="41" actId="255"/>
          <ac:spMkLst>
            <pc:docMk/>
            <pc:sldMk cId="0" sldId="340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07.634" v="43" actId="255"/>
        <pc:sldMkLst>
          <pc:docMk/>
          <pc:sldMk cId="0" sldId="343"/>
        </pc:sldMkLst>
        <pc:spChg chg="mod">
          <ac:chgData name="John Tittle" userId="c9414421e32e8042" providerId="LiveId" clId="{48C55722-1884-484D-BEBA-C6DAFFF89F9C}" dt="2026-08-12T17:01:07.634" v="43" actId="255"/>
          <ac:spMkLst>
            <pc:docMk/>
            <pc:sldMk cId="0" sldId="34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28.623" v="44" actId="255"/>
        <pc:sldMkLst>
          <pc:docMk/>
          <pc:sldMk cId="0" sldId="344"/>
        </pc:sldMkLst>
        <pc:spChg chg="mod">
          <ac:chgData name="John Tittle" userId="c9414421e32e8042" providerId="LiveId" clId="{48C55722-1884-484D-BEBA-C6DAFFF89F9C}" dt="2026-08-12T17:01:28.623" v="44" actId="255"/>
          <ac:spMkLst>
            <pc:docMk/>
            <pc:sldMk cId="0" sldId="34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01.179" v="84" actId="20577"/>
        <pc:sldMkLst>
          <pc:docMk/>
          <pc:sldMk cId="0" sldId="346"/>
        </pc:sldMkLst>
        <pc:spChg chg="mod">
          <ac:chgData name="John Tittle" userId="c9414421e32e8042" providerId="LiveId" clId="{48C55722-1884-484D-BEBA-C6DAFFF89F9C}" dt="2026-08-12T17:03:01.179" v="84" actId="20577"/>
          <ac:spMkLst>
            <pc:docMk/>
            <pc:sldMk cId="0" sldId="34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4:20.092" v="86" actId="255"/>
        <pc:sldMkLst>
          <pc:docMk/>
          <pc:sldMk cId="0" sldId="347"/>
        </pc:sldMkLst>
        <pc:spChg chg="mod">
          <ac:chgData name="John Tittle" userId="c9414421e32e8042" providerId="LiveId" clId="{48C55722-1884-484D-BEBA-C6DAFFF89F9C}" dt="2026-08-12T17:04:20.092" v="86" actId="255"/>
          <ac:spMkLst>
            <pc:docMk/>
            <pc:sldMk cId="0" sldId="34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59.966" v="85" actId="255"/>
        <pc:sldMkLst>
          <pc:docMk/>
          <pc:sldMk cId="0" sldId="349"/>
        </pc:sldMkLst>
        <pc:spChg chg="mod">
          <ac:chgData name="John Tittle" userId="c9414421e32e8042" providerId="LiveId" clId="{48C55722-1884-484D-BEBA-C6DAFFF89F9C}" dt="2026-08-12T17:03:59.966" v="85" actId="255"/>
          <ac:spMkLst>
            <pc:docMk/>
            <pc:sldMk cId="0" sldId="34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37.103" v="88" actId="255"/>
        <pc:sldMkLst>
          <pc:docMk/>
          <pc:sldMk cId="0" sldId="353"/>
        </pc:sldMkLst>
        <pc:spChg chg="mod">
          <ac:chgData name="John Tittle" userId="c9414421e32e8042" providerId="LiveId" clId="{48C55722-1884-484D-BEBA-C6DAFFF89F9C}" dt="2026-08-12T17:05:37.103" v="88" actId="255"/>
          <ac:spMkLst>
            <pc:docMk/>
            <pc:sldMk cId="0" sldId="35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29.079" v="89" actId="255"/>
        <pc:sldMkLst>
          <pc:docMk/>
          <pc:sldMk cId="0" sldId="354"/>
        </pc:sldMkLst>
        <pc:spChg chg="mod">
          <ac:chgData name="John Tittle" userId="c9414421e32e8042" providerId="LiveId" clId="{48C55722-1884-484D-BEBA-C6DAFFF89F9C}" dt="2026-08-12T17:08:29.079" v="89" actId="255"/>
          <ac:spMkLst>
            <pc:docMk/>
            <pc:sldMk cId="0" sldId="35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54.113" v="90" actId="255"/>
        <pc:sldMkLst>
          <pc:docMk/>
          <pc:sldMk cId="0" sldId="356"/>
        </pc:sldMkLst>
        <pc:spChg chg="mod">
          <ac:chgData name="John Tittle" userId="c9414421e32e8042" providerId="LiveId" clId="{48C55722-1884-484D-BEBA-C6DAFFF89F9C}" dt="2026-08-12T17:08:54.113" v="90" actId="255"/>
          <ac:spMkLst>
            <pc:docMk/>
            <pc:sldMk cId="0" sldId="35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09.405" v="91" actId="255"/>
        <pc:sldMkLst>
          <pc:docMk/>
          <pc:sldMk cId="0" sldId="357"/>
        </pc:sldMkLst>
        <pc:spChg chg="mod">
          <ac:chgData name="John Tittle" userId="c9414421e32e8042" providerId="LiveId" clId="{48C55722-1884-484D-BEBA-C6DAFFF89F9C}" dt="2026-08-12T17:09:09.405" v="91" actId="255"/>
          <ac:spMkLst>
            <pc:docMk/>
            <pc:sldMk cId="0" sldId="35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24.932" v="92" actId="255"/>
        <pc:sldMkLst>
          <pc:docMk/>
          <pc:sldMk cId="0" sldId="358"/>
        </pc:sldMkLst>
        <pc:spChg chg="mod">
          <ac:chgData name="John Tittle" userId="c9414421e32e8042" providerId="LiveId" clId="{48C55722-1884-484D-BEBA-C6DAFFF89F9C}" dt="2026-08-12T17:09:24.932" v="92" actId="255"/>
          <ac:spMkLst>
            <pc:docMk/>
            <pc:sldMk cId="0" sldId="35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1:42.432" v="94" actId="255"/>
        <pc:sldMkLst>
          <pc:docMk/>
          <pc:sldMk cId="0" sldId="362"/>
        </pc:sldMkLst>
        <pc:spChg chg="mod">
          <ac:chgData name="John Tittle" userId="c9414421e32e8042" providerId="LiveId" clId="{48C55722-1884-484D-BEBA-C6DAFFF89F9C}" dt="2026-08-12T17:11:42.432" v="94" actId="255"/>
          <ac:spMkLst>
            <pc:docMk/>
            <pc:sldMk cId="0" sldId="3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2:19.976" v="95" actId="255"/>
        <pc:sldMkLst>
          <pc:docMk/>
          <pc:sldMk cId="0" sldId="363"/>
        </pc:sldMkLst>
        <pc:spChg chg="mod">
          <ac:chgData name="John Tittle" userId="c9414421e32e8042" providerId="LiveId" clId="{48C55722-1884-484D-BEBA-C6DAFFF89F9C}" dt="2026-08-12T17:12:19.976" v="95" actId="255"/>
          <ac:spMkLst>
            <pc:docMk/>
            <pc:sldMk cId="0" sldId="36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01.002" v="96" actId="255"/>
        <pc:sldMkLst>
          <pc:docMk/>
          <pc:sldMk cId="0" sldId="364"/>
        </pc:sldMkLst>
        <pc:spChg chg="mod">
          <ac:chgData name="John Tittle" userId="c9414421e32e8042" providerId="LiveId" clId="{48C55722-1884-484D-BEBA-C6DAFFF89F9C}" dt="2026-08-12T17:13:01.002" v="96" actId="255"/>
          <ac:spMkLst>
            <pc:docMk/>
            <pc:sldMk cId="0" sldId="36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13.863" v="97" actId="255"/>
        <pc:sldMkLst>
          <pc:docMk/>
          <pc:sldMk cId="0" sldId="365"/>
        </pc:sldMkLst>
        <pc:spChg chg="mod">
          <ac:chgData name="John Tittle" userId="c9414421e32e8042" providerId="LiveId" clId="{48C55722-1884-484D-BEBA-C6DAFFF89F9C}" dt="2026-08-12T17:13:13.863" v="97" actId="255"/>
          <ac:spMkLst>
            <pc:docMk/>
            <pc:sldMk cId="0" sldId="3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3:25.042" v="7" actId="255"/>
        <pc:sldMkLst>
          <pc:docMk/>
          <pc:sldMk cId="0" sldId="520"/>
        </pc:sldMkLst>
        <pc:spChg chg="mod">
          <ac:chgData name="John Tittle" userId="c9414421e32e8042" providerId="LiveId" clId="{48C55722-1884-484D-BEBA-C6DAFFF89F9C}" dt="2026-08-12T13:03:14.451" v="6" actId="255"/>
          <ac:spMkLst>
            <pc:docMk/>
            <pc:sldMk cId="0" sldId="520"/>
            <ac:spMk id="22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3:25.042" v="7" actId="255"/>
          <ac:spMkLst>
            <pc:docMk/>
            <pc:sldMk cId="0" sldId="520"/>
            <ac:spMk id="221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7:49.209" v="40" actId="1076"/>
        <pc:sldMkLst>
          <pc:docMk/>
          <pc:sldMk cId="0" sldId="522"/>
        </pc:sldMkLst>
        <pc:spChg chg="mod">
          <ac:chgData name="John Tittle" userId="c9414421e32e8042" providerId="LiveId" clId="{48C55722-1884-484D-BEBA-C6DAFFF89F9C}" dt="2026-08-12T16:57:49.209" v="40" actId="1076"/>
          <ac:spMkLst>
            <pc:docMk/>
            <pc:sldMk cId="0" sldId="522"/>
            <ac:spMk id="242" creationId="{00000000-0000-0000-0000-000000000000}"/>
          </ac:spMkLst>
        </pc:spChg>
        <pc:spChg chg="mod">
          <ac:chgData name="John Tittle" userId="c9414421e32e8042" providerId="LiveId" clId="{48C55722-1884-484D-BEBA-C6DAFFF89F9C}" dt="2026-08-12T16:57:19.041" v="35" actId="255"/>
          <ac:spMkLst>
            <pc:docMk/>
            <pc:sldMk cId="0" sldId="522"/>
            <ac:spMk id="243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11.684" v="2" actId="255"/>
        <pc:sldMkLst>
          <pc:docMk/>
          <pc:sldMk cId="0" sldId="523"/>
        </pc:sldMkLst>
        <pc:spChg chg="mod">
          <ac:chgData name="John Tittle" userId="c9414421e32e8042" providerId="LiveId" clId="{48C55722-1884-484D-BEBA-C6DAFFF89F9C}" dt="2026-08-12T13:00:43.184" v="0" actId="255"/>
          <ac:spMkLst>
            <pc:docMk/>
            <pc:sldMk cId="0" sldId="523"/>
            <ac:spMk id="26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0:54.805" v="1" actId="255"/>
          <ac:spMkLst>
            <pc:docMk/>
            <pc:sldMk cId="0" sldId="523"/>
            <ac:spMk id="261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1:11.684" v="2" actId="255"/>
          <ac:spMkLst>
            <pc:docMk/>
            <pc:sldMk cId="0" sldId="523"/>
            <ac:spMk id="26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5:53:10.639" v="32"/>
        <pc:sldMkLst>
          <pc:docMk/>
          <pc:sldMk cId="0" sldId="546"/>
        </pc:sldMkLst>
        <pc:spChg chg="mod">
          <ac:chgData name="John Tittle" userId="c9414421e32e8042" providerId="LiveId" clId="{48C55722-1884-484D-BEBA-C6DAFFF89F9C}" dt="2026-08-12T15:25:26.241" v="28" actId="255"/>
          <ac:spMkLst>
            <pc:docMk/>
            <pc:sldMk cId="0" sldId="546"/>
            <ac:spMk id="231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20T01:26:03.976" v="147"/>
        <pc:sldMkLst>
          <pc:docMk/>
          <pc:sldMk cId="0" sldId="547"/>
        </pc:sldMkLst>
        <pc:spChg chg="mod">
          <ac:chgData name="John Tittle" userId="c9414421e32e8042" providerId="LiveId" clId="{48C55722-1884-484D-BEBA-C6DAFFF89F9C}" dt="2026-08-12T18:13:34.327" v="143" actId="20577"/>
          <ac:spMkLst>
            <pc:docMk/>
            <pc:sldMk cId="0" sldId="547"/>
            <ac:spMk id="240" creationId="{00000000-0000-0000-0000-000000000000}"/>
          </ac:spMkLst>
        </pc:spChg>
      </pc:sldChg>
      <pc:sldChg chg="addSp modSp">
        <pc:chgData name="John Tittle" userId="c9414421e32e8042" providerId="LiveId" clId="{48C55722-1884-484D-BEBA-C6DAFFF89F9C}" dt="2026-08-13T18:04:10.115" v="145"/>
        <pc:sldMkLst>
          <pc:docMk/>
          <pc:sldMk cId="0" sldId="548"/>
        </pc:sldMkLst>
        <pc:picChg chg="add mod">
          <ac:chgData name="John Tittle" userId="c9414421e32e8042" providerId="LiveId" clId="{48C55722-1884-484D-BEBA-C6DAFFF89F9C}" dt="2026-08-13T18:04:10.115" v="145"/>
          <ac:picMkLst>
            <pc:docMk/>
            <pc:sldMk cId="0" sldId="548"/>
            <ac:picMk id="5" creationId="{57A95D7D-1063-6D30-607C-E5502D8C3B9D}"/>
          </ac:picMkLst>
        </pc:picChg>
      </pc:sldChg>
      <pc:sldChg chg="add">
        <pc:chgData name="John Tittle" userId="c9414421e32e8042" providerId="LiveId" clId="{48C55722-1884-484D-BEBA-C6DAFFF89F9C}" dt="2026-08-20T01:30:35.577" v="148"/>
        <pc:sldMkLst>
          <pc:docMk/>
          <pc:sldMk cId="2484547825" sldId="553"/>
        </pc:sldMkLst>
      </pc:sldChg>
      <pc:sldChg chg="modNotes">
        <pc:chgData name="John Tittle" userId="c9414421e32e8042" providerId="LiveId" clId="{48C55722-1884-484D-BEBA-C6DAFFF89F9C}" dt="2026-08-20T14:52:01.337" v="149" actId="20577"/>
        <pc:sldMkLst>
          <pc:docMk/>
          <pc:sldMk cId="0" sldId="554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>
      <a:defRPr sz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1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1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1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20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20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20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20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2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20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DECK TITLE · pre-session · DIVIDER</a:t>
            </a:r>
          </a:p>
          <a:p>
            <a:r>
              <a:rPr lang="en-US" sz="1200"/>
              <a:t>On screen as the room assembles on night one. All Scripture ESV; the plans carry the scripts; these slides carry the room — and these notes carry you.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S16 · WELCOME · LEAD: CONTAINER HOLDER · GROUNDING — every session opens on this map</a:t>
            </a:r>
          </a:p>
          <a:p>
            <a:r>
              <a:t>BEATS:</a:t>
            </a:r>
          </a:p>
          <a:p>
            <a:r>
              <a:t>1. Locate tonight on the map, plainly: Session 16 stands in the second box — Connect with Others, as family. Each connection makes the next one real (Matt. 22:37–40).</a:t>
            </a:r>
          </a:p>
          <a:p>
            <a:r>
              <a:t>2. The four boxes are one journey — each connection makes the next one real — rooted in the two great commandments: love God, love neighbor (Matt 22:37–40).</a:t>
            </a:r>
          </a:p>
          <a:p>
            <a:r>
              <a:t>3. This is also the 'where we are on the map' minute the welcome owes any newcomer.</a:t>
            </a:r>
          </a:p>
          <a:p>
            <a:r>
              <a:t>CUES: Two minutes at most; then tonight's road.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S16 · COMMISSIONING · LEAD: CONTENT PRESENTER</a:t>
            </a:r>
          </a:p>
          <a:p>
            <a:r>
              <a:t>BEATS:</a:t>
            </a:r>
          </a:p>
          <a:p>
            <a:r>
              <a:t>1. The sheet on the screen is the sheet in their hands — walk it, don't read it.</a:t>
            </a:r>
          </a:p>
          <a:p>
            <a:r>
              <a:t>2. The standing rhythm first: the morning question, the evening journal line — one box per day on the week-grids.</a:t>
            </a:r>
          </a:p>
          <a:p>
            <a:r>
              <a:t>3. A missed box is never a failure — it is an invitation to return.</a:t>
            </a:r>
          </a:p>
          <a:p>
            <a:r>
              <a:t>CUES: The four parts are the next slide.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S16 · COMMISSIONING · LEAD: CONTENT PRESENTER</a:t>
            </a:r>
          </a:p>
          <a:p>
            <a:r>
              <a:t>BEATS:</a:t>
            </a:r>
          </a:p>
          <a:p>
            <a:r>
              <a:t>1. The four parts, in order: the homework practice, week one; the end-of-week-one check-in; the homework practice, week two; one sentence of preparation.</a:t>
            </a:r>
          </a:p>
          <a:p>
            <a:r>
              <a:t>2. Check-in partners are named aloud before leaving this slide — the sheet has the line to write the name.</a:t>
            </a:r>
          </a:p>
          <a:p>
            <a:r>
              <a:t>GUARD: The sheet-walk, not a re-teach.</a:t>
            </a:r>
          </a:p>
        </p:txBody>
      </p:sp>
    </p:spTree>
  </p:cSld>
  <p:clrMapOvr>
    <a:masterClrMapping/>
  </p:clrMapOvr>
</p:notes>
</file>

<file path=ppt/notesSlides/notesSlide1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S16 · pre-session · DIVIDER</a:t>
            </a:r>
          </a:p>
          <a:p>
            <a:r>
              <a:rPr lang="en-US" sz="1200"/>
              <a:t>On screen through dinner and as the circle forms. Greet at the door — the slide holds the room.</a:t>
            </a:r>
          </a:p>
        </p:txBody>
      </p:sp>
    </p:spTree>
  </p:cSld>
  <p:clrMapOvr>
    <a:masterClrMapping/>
  </p:clrMapOvr>
</p:notes>
</file>

<file path=ppt/notesSlides/notesSlide1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S16 · 7:00–7:08 · LEAD: CONTAINER HOLDER · STANDING CIRCLE</a:t>
            </a:r>
          </a:p>
          <a:p>
            <a:r>
              <a:rPr lang="en-US" sz="1200"/>
              <a:t>BEATS: 1. Tell them the whole plan up front so nobody waits for the catch: we are going to eat together — that IS the session. A short round before food, a few good questions at dessert, one page at the end. 2. Tables today, not the circle — the one night of the year. 3. Nothing new is taught; the meal is the point.</a:t>
            </a:r>
          </a:p>
          <a:p>
            <a:r>
              <a:rPr lang="en-US" sz="1200"/>
              <a:t>GUARD: Do not program the meal — no devotional between courses, no teaching moment. Withholding content is today's team discipline.</a:t>
            </a:r>
          </a:p>
        </p:txBody>
      </p:sp>
    </p:spTree>
  </p:cSld>
  <p:clrMapOvr>
    <a:masterClrMapping/>
  </p:clrMapOvr>
</p:notes>
</file>

<file path=ppt/notesSlides/notesSlide1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S16 · 7:00–7:08 · LEAD: CONTAINER HOLDER · STANDING CIRCLE</a:t>
            </a:r>
          </a:p>
          <a:p>
            <a:r>
              <a:t>BEATS: 1. Blessing first. 2. Container, briefly — Safe, Present, Clear, Intentional; it holds at a dinner table too. Phones silenced and away. 3. One word for how you actually are, around the circle; receive without commentary.</a:t>
            </a:r>
          </a:p>
          <a:p>
            <a:r>
              <a:t>GUARD: Keep the open genuinely short — the room is smelling the food. A long preamble teaches the room the team cannot help itself.</a:t>
            </a:r>
          </a:p>
          <a:p>
            <a:r>
              <a:t>PAIR LEAD: name the leading pair in the welcome — two leaders hold tonight, and the room will see the evening handed back and forth between them; that is the design. The pair practices the session together beforehand.</a:t>
            </a:r>
          </a:p>
        </p:txBody>
      </p:sp>
    </p:spTree>
  </p:cSld>
  <p:clrMapOvr>
    <a:masterClrMapping/>
  </p:clrMapOvr>
</p:notes>
</file>

<file path=ppt/notesSlides/notesSlide1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S16 · 7:25–7:29 · LEAD: CONTENT PRESENTER · STANDING CIRCLE</a:t>
            </a:r>
          </a:p>
          <a:p>
            <a:r>
              <a:rPr lang="en-US" sz="1200"/>
              <a:t>BEATS: 1. One sentence each: where the Rhythm Card held, or where it slipped — both welcome; a noticed slip is the practice working. 2. No fixing, no advice, from anyone; if troubleshooting starts: good noticing — hold the fixing. 3. Close it: sixteen days in, everyone in this circle is still on the long walk.</a:t>
            </a:r>
          </a:p>
          <a:p>
            <a:r>
              <a:rPr lang="en-US" sz="1200"/>
              <a:t>CUES: The arranged parent opens (Run Card) — never a cold call on a teen; pass anytime.</a:t>
            </a:r>
          </a:p>
          <a:p>
            <a:r>
              <a:rPr lang="en-US" sz="1200"/>
              <a:t>GUARD: Watch quietly — whoever reports a slip with shame gets a warm follow-up this week; note it for the debrief, not the circle.</a:t>
            </a:r>
          </a:p>
        </p:txBody>
      </p:sp>
    </p:spTree>
  </p:cSld>
  <p:clrMapOvr>
    <a:masterClrMapping/>
  </p:clrMapOvr>
</p:notes>
</file>

<file path=ppt/notesSlides/notesSlide2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S16 · 7:29–7:31 · LEAD: CONTENT PRESENTER · STANDING CIRCLE</a:t>
            </a:r>
          </a:p>
          <a:p>
            <a:r>
              <a:rPr lang="en-US" sz="1200"/>
              <a:t>BEATS: 1. Read Acts 2:46 — the first church, glad and generous hearts. 2. Thirty seconds of frame: the first church ran on three rails — the teaching, the table, the prayers; today is the table, and it IS the formation, not the break from it. 3. Pray the grace. 4. Send them to eat.</a:t>
            </a:r>
          </a:p>
        </p:txBody>
      </p:sp>
    </p:spTree>
  </p:cSld>
  <p:clrMapOvr>
    <a:masterClrMapping/>
  </p:clrMapOvr>
</p:notes>
</file>

<file path=ppt/notesSlides/notesSlide2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S16 · 7:31–7:59 · LEAD: CONTENT PRESENTER · TABLES</a:t>
            </a:r>
          </a:p>
          <a:p>
            <a:r>
              <a:rPr lang="en-US" sz="1200"/>
              <a:t>BEATS: 1. No agenda — Companions sit and eat as members of their tables; the cohort needs to see its Companions laugh at dinner. 2. Watch faces gently, especially the Week 15 watch-list: a family sitting close and quiet, a parent with full eyes, a teen who won't look up — nobody names it today; offline contact within 48 hours. 3. Keep the food moving; note who is missing for the Sought Stray line.</a:t>
            </a:r>
          </a:p>
          <a:p>
            <a:r>
              <a:rPr lang="en-US" sz="1200"/>
              <a:t>GUARD: The allergy list is law — posted, current, every dish labeled with its allergens; the food-safety lead owns the serving table. Never ask, at a table or from the front, whether the Four Questions happened — invisible by default.</a:t>
            </a:r>
          </a:p>
        </p:txBody>
      </p:sp>
    </p:spTree>
  </p:cSld>
  <p:clrMapOvr>
    <a:masterClrMapping/>
  </p:clrMapOvr>
</p:notes>
</file>

<file path=ppt/notesSlides/notesSlide2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S16 · 7:59–8:17 · LEAD: CONTENT PRESENTER · TABLES</a:t>
            </a:r>
          </a:p>
          <a:p>
            <a:r>
              <a:rPr lang="en-US" sz="1200"/>
              <a:t>BEATS: 1. Dessert lands and the card stack comes out — frame it from your seat; standing up breaks the spell. 2. How it works: read the card aloud; a parent answers first, every table, every card; anyone who wants answers; nobody has to; next card when it feels done. 3. Two rules said aloud: no report-out — what is said at your table stays there; and there is no wrong way for this to go.</a:t>
            </a:r>
          </a:p>
          <a:p>
            <a:r>
              <a:rPr lang="en-US" sz="1200"/>
              <a:t>GUARD: Laughter is a fully valid outcome — ten minutes laughing at dad's answer IS the exercise. Two cards done well beats three done fast. A card that finds a tender place: warmth, no working it at the table; a Companion follows up offline.</a:t>
            </a:r>
          </a:p>
        </p:txBody>
      </p:sp>
    </p:spTree>
  </p:cSld>
  <p:clrMapOvr>
    <a:masterClrMapping/>
  </p:clrMapOvr>
</p:notes>
</file>

<file path=ppt/notesSlides/notesSlide2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S16 · 8:17–8:20 · LEAD: CONTENT PRESENTER · WHOLE ROOM (seated)</a:t>
            </a:r>
          </a:p>
          <a:p>
            <a:r>
              <a:rPr lang="en-US" sz="1200"/>
              <a:t>BEATS: 1. One unhurried minute, no apology: this is the Quarterly Pulse, third of the year — one page, three questions, about five minutes at home. 2. Say the deal plainly: this room steers by these pages; the final quarter is built from what you write. 3. Back in the bin at when we gather's door — nobody watches the bin; signed or unsigned, your choice.</a:t>
            </a:r>
          </a:p>
          <a:p>
            <a:r>
              <a:rPr lang="en-US" sz="1200"/>
              <a:t>GUARD: 'Sorry to end a fun night with paperwork' undoes the instrument — frame it as steering, never homework.</a:t>
            </a:r>
          </a:p>
        </p:txBody>
      </p:sp>
    </p:spTree>
  </p:cSld>
  <p:clrMapOvr>
    <a:masterClrMapping/>
  </p:clrMapOvr>
</p:notes>
</file>

<file path=ppt/notesSlides/notesSlide2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S16 · 8:24–8:28 · LEAD: BOTH LEADERS · WHOLE ROOM</a:t>
            </a:r>
          </a:p>
          <a:p>
            <a:r>
              <a:rPr lang="en-US" sz="1200"/>
              <a:t>BEATS: 1. Same round, even on a dinner night — especially today; the round on an easy evening is what keeps it ordinary. 2. The leader's three, then the room's two questions — two or three voices each. 3. Receive without defending — 'thank you' is the whole response.</a:t>
            </a:r>
          </a:p>
          <a:p>
            <a:r>
              <a:rPr lang="en-US" sz="1200"/>
              <a:t>CUES: Expect food commentary; take it seriously — next year's family night is built from today's answers.</a:t>
            </a:r>
          </a:p>
        </p:txBody>
      </p:sp>
    </p:spTree>
  </p:cSld>
  <p:clrMapOvr>
    <a:masterClrMapping/>
  </p:clrMapOvr>
</p:notes>
</file>

<file path=ppt/notesSlides/notesSlide2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S16 · 8:28–8:30 · LEAD: CONTAINER HOLDER · STANDING CIRCLE</a:t>
            </a:r>
          </a:p>
          <a:p>
            <a:r>
              <a:rPr lang="en-US" sz="1200"/>
              <a:t>BEATS: 1. Same circle as the start; one word for what is happening in you as we close. 2. Two thank-yous: every hand that cooked and served, and the cleanup crew by name; everyone clears their own place. 3. The week: five minutes with the Pulse, bin at the door when we gather; keep walking your card, slips and all. 4. Aaronic blessing. Go home glad.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6.xml"/><Relationship Id="rId3" Type="http://schemas.openxmlformats.org/officeDocument/2006/relationships/image" Target="../media/image57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3.xml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7.xml"/><Relationship Id="rId3" Type="http://schemas.openxmlformats.org/officeDocument/2006/relationships/image" Target="../media/image5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8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9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0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4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5.xml"/><Relationship Id="rId3" Type="http://schemas.openxmlformats.org/officeDocument/2006/relationships/image" Target="../media/image9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4c-trai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1418285"/>
            <a:ext cx="3291840" cy="4021429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914400" y="1920240"/>
            <a:ext cx="72237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mbria"/>
              </a:rPr>
              <a:t>Fellowship of the Heart</a:t>
            </a:r>
          </a:p>
          <a:p>
            <a:pPr algn="l">
              <a:spcAft>
                <a:spcPts val="600"/>
              </a:spcAft>
            </a:pPr>
            <a:r>
              <a:rPr sz="2000" b="0" i="1">
                <a:solidFill>
                  <a:srgbClr val="E4EFDA"/>
                </a:solidFill>
                <a:latin typeface="Calibri"/>
              </a:rPr>
              <a:t>Getting Started — the Four Connects, walked around the table on alternating evenings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97BC62"/>
                </a:solidFill>
                <a:latin typeface="Calibri"/>
              </a:rPr>
              <a:t>Evening Series 2026–27  ·  at the Tittle home  ·  v1.5E DRAFT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5943600"/>
            <a:ext cx="9966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E4EFDA"/>
                </a:solidFill>
                <a:latin typeface="Calibri"/>
              </a:rPr>
              <a:t>All Scripture: ESV  ·  The Companion lesson plans carry the full scripts — these slides carry the room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</a:t>
            </a:r>
            <a:endParaRPr sz="1000" b="1">
              <a:solidFill>
                <a:srgbClr val="F1F6EC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52120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SESSION 16</a:t>
            </a:r>
          </a:p>
          <a:p>
            <a:pPr algn="l">
              <a:spcAft>
                <a:spcPts val="1000"/>
              </a:spcAft>
            </a:pPr>
            <a:r>
              <a:rPr sz="3300" b="1" i="0">
                <a:solidFill>
                  <a:srgbClr val="2C5F2D"/>
                </a:solidFill>
                <a:latin typeface="Cambria"/>
              </a:rPr>
              <a:t>Family Conversation Night</a:t>
            </a:r>
          </a:p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595959"/>
                </a:solidFill>
                <a:latin typeface="Calibri"/>
              </a:rPr>
              <a:t>Cards and a shared meal — the night the year exhales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1264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595959"/>
                </a:solidFill>
                <a:latin typeface="Calibri"/>
              </a:rPr>
              <a:t>Quarter 3: Mission &amp; Rhythm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198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91" name="Picture 91" descr="two pairs of hands breaking one loaf of bread at the tabl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630118"/>
            <a:ext cx="5394960" cy="3597763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Where We Are — the Four Connects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6235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222B22"/>
                </a:solidFill>
                <a:latin typeface="Calibri"/>
              </a:rPr>
              <a:t>Session 16 stands in the second box — </a:t>
            </a:r>
            <a:r>
              <a:rPr sz="1800" b="1">
                <a:solidFill>
                  <a:srgbClr val="2C5F2D"/>
                </a:solidFill>
                <a:latin typeface="Calibri"/>
              </a:rPr>
              <a:t>Connect with Others</a:t>
            </a:r>
            <a:r>
              <a:rPr sz="1800" b="0">
                <a:solidFill>
                  <a:srgbClr val="222B22"/>
                </a:solidFill>
                <a:latin typeface="Calibri"/>
              </a:rPr>
              <a:t>, as family. Each connection makes the next one real (Matt. 22:37–40).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198a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91" name="Picture 90" descr="four-connect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2688" y="1645920"/>
            <a:ext cx="10332720" cy="370866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Session 16 — Tonight’s Road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08760"/>
            <a:ext cx="70408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1   </a:t>
            </a:r>
            <a:r>
              <a:rPr sz="2800">
                <a:solidFill>
                  <a:srgbClr val="222B22"/>
                </a:solidFill>
                <a:latin typeface="Calibri"/>
              </a:rPr>
              <a:t>Welcome and opening container</a:t>
            </a:r>
          </a:p>
          <a:p>
            <a:pPr>
              <a:spcAft>
                <a:spcPts val="8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2   </a:t>
            </a:r>
            <a:r>
              <a:rPr sz="2800">
                <a:solidFill>
                  <a:srgbClr val="222B22"/>
                </a:solidFill>
                <a:latin typeface="Calibri"/>
              </a:rPr>
              <a:t>Rhythm-noticing round</a:t>
            </a:r>
          </a:p>
          <a:p>
            <a:pPr>
              <a:spcAft>
                <a:spcPts val="8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3   </a:t>
            </a:r>
            <a:r>
              <a:rPr sz="2800">
                <a:solidFill>
                  <a:srgbClr val="222B22"/>
                </a:solidFill>
                <a:latin typeface="Calibri"/>
              </a:rPr>
              <a:t>Acts 2:46 and the table grace</a:t>
            </a:r>
          </a:p>
          <a:p>
            <a:pPr>
              <a:spcAft>
                <a:spcPts val="8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4   </a:t>
            </a:r>
            <a:r>
              <a:rPr sz="2800">
                <a:solidFill>
                  <a:srgbClr val="222B22"/>
                </a:solidFill>
                <a:latin typeface="Calibri"/>
              </a:rPr>
              <a:t>The meal</a:t>
            </a:r>
          </a:p>
          <a:p>
            <a:pPr>
              <a:spcAft>
                <a:spcPts val="8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5   </a:t>
            </a:r>
            <a:r>
              <a:rPr sz="2800">
                <a:solidFill>
                  <a:srgbClr val="222B22"/>
                </a:solidFill>
                <a:latin typeface="Calibri"/>
              </a:rPr>
              <a:t>Cards over dessert</a:t>
            </a:r>
          </a:p>
          <a:p>
            <a:pPr>
              <a:spcAft>
                <a:spcPts val="8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6   </a:t>
            </a:r>
            <a:r>
              <a:rPr sz="2800">
                <a:solidFill>
                  <a:srgbClr val="222B22"/>
                </a:solidFill>
                <a:latin typeface="Calibri"/>
              </a:rPr>
              <a:t>Pulse 3 framed and sent home</a:t>
            </a:r>
          </a:p>
          <a:p>
            <a:pPr>
              <a:spcAft>
                <a:spcPts val="8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7   </a:t>
            </a:r>
            <a:r>
              <a:rPr sz="2800">
                <a:solidFill>
                  <a:srgbClr val="222B22"/>
                </a:solidFill>
                <a:latin typeface="Calibri"/>
              </a:rPr>
              <a:t>Leader Feedback Round</a:t>
            </a:r>
          </a:p>
          <a:p>
            <a:pPr>
              <a:spcAft>
                <a:spcPts val="8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8   </a:t>
            </a:r>
            <a:r>
              <a:rPr sz="2800">
                <a:solidFill>
                  <a:srgbClr val="222B22"/>
                </a:solidFill>
                <a:latin typeface="Calibri"/>
              </a:rPr>
              <a:t>Closing container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199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1" name="Picture 31" descr="the open container bow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1554480"/>
            <a:ext cx="3017520" cy="452628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Opening Container — the Eight Steps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Welcome — five minutes to open the container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Phones silenced and put away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Stand in a circle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One-word check-in — how you actually are, right now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Put out / bring in — set something down; bring a blessing in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Spoken commitment: “I am here. I am paying attention. I am willing to be moved.”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7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Opening prayer — “Holy Spirit, you are welcome here. Speak. We are listening.”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8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Sit. Begin.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200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Rhythm-Noticing Round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One round before we eat — one sentence each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“Where has your card held, or where has it slipped?”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Both answers are welcome — a slip you noticed is the practice working, because noticing is the skill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No fixing, no advice — a parent starts; pass-anytime holds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“The card is a long walk; sixteen days in, everyone in this circle is still on it.”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201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Acts 2:46 and the Table Grace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8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Luke is describing the very first church — the most spiritually alive room in the history of the world</a:t>
            </a:r>
          </a:p>
          <a:p>
            <a:pPr marL="274320" indent="-274320">
              <a:spcAft>
                <a:spcPts val="8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The first church ran on three rails: the teaching, the table, and the prayers</a:t>
            </a:r>
          </a:p>
          <a:p>
            <a:pPr marL="274320" indent="-274320">
              <a:spcAft>
                <a:spcPts val="8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Our Wednesdays have lived on the teaching and the prayers — tonight is the table</a:t>
            </a:r>
          </a:p>
          <a:p>
            <a:pPr marL="274320" indent="-274320">
              <a:spcAft>
                <a:spcPts val="8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“Breaking bread with glad and generous hearts is not the break between the formation — it is the formation.”</a:t>
            </a:r>
          </a:p>
          <a:p>
            <a:pPr marL="274320" indent="-274320">
              <a:spcAft>
                <a:spcPts val="8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The grace — then: eat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19456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ACTS 2:46 (ESV)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“And day by day, attending the temple together and breaking bread in their homes, they received their food with glad and generous hearts.”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202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Meal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Real food, no agenda — no devotional between courses, no teaching moment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“We are going to eat together. That's it. That's the session.”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Phones silenced and put away — the people at your table tonight are the evening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Dessert is held back — dessert arriving is the signal the cards are coming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203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Cards over Dessert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A small stack on your table — someone reads the first card aloud; a parent answers first, every table, every card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Then anyone who wants to answers, in any order — nobody has to. When the card feels done, read the next one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One footprint — “Looking back at this past month — one place you can see God's hand more clearly now than you did at the time.”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Where you came alive — “What activity, conversation, or work this season has made you most alive? Why?”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ten-year question — “What's one thing you hope is still true between us in ten years?”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No report-out — what is said at your table stays at your table. Ten minutes of laughing at your dad's answer is not a failure of the exercise — that IS the exercise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204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Pulse 3 Framed and Sent Home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The Quarterly Pulse, third one this year — one page, three questions, about five minutes, at home</a:t>
            </a:r>
          </a:p>
          <a:p>
            <a:pPr marL="342900" indent="-34290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Presence — how present have I actually been in these sessions this quarter? Not attendance, presence (1–10, and one sentence why)</a:t>
            </a:r>
          </a:p>
          <a:p>
            <a:pPr marL="342900" indent="-34290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Surprise — one thing that has surprised me this quarter — about myself, about God, or about someone in this room</a:t>
            </a:r>
          </a:p>
          <a:p>
            <a:pPr marL="342900" indent="-34290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Steering — one specific way I want to engage differently in the final quarter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“This room steers by these pages” — the final quarter, the consolidation weeks and the two commissionings, is shaped by what you write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Back next Wednesday, in the bin at the door — signed or unsigned, your choice; nobody watches the bin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205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Daily Rhythm</a:t>
            </a:r>
          </a:p>
        </p:txBody>
      </p:sp>
      <p:pic>
        <p:nvPicPr>
          <p:cNvPr id="4" name="Picture 3" descr="s16_part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8167" y="1463040"/>
            <a:ext cx="8595360" cy="4457308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Handed out now — this is the sheet in your hands.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206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Four Parts</a:t>
            </a:r>
          </a:p>
        </p:txBody>
      </p:sp>
      <p:pic>
        <p:nvPicPr>
          <p:cNvPr id="4" name="Picture 3" descr="s16_part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62810" y="1463040"/>
            <a:ext cx="7666074" cy="4709160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One practice at a time — and a partner expecting you at the end of week one.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206a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Leader Feedback Round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Two rounds, same as every session — the container holder first, then the content presenter: three things each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 think went well tonight: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I’d do differently next time: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“If I were to teach tonight’s process to someone, I would tell them: ______”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Then the room — the same two questions about tonight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leaders receive without defending — “thank you” is the whole response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207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compass on the trail - the weekly bearing check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6160" y="1463040"/>
            <a:ext cx="3259831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Closing the Container + Aaronic Blessing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We close the way we opened — the container, six steps: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Stand again — same circle, same posture as the open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One-word landing — compare it to your opening word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thing you are taking from tonight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practice — committed aloud, or modified to one you will actually keep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Blessings — specific, witnessed, short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Closing prayer — and the Aaronic blessing, spoken over each other, face to face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92608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THE AARONIC BLESSING — NUMBERS 6:24–26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“The Lord bless you and keep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make his face to shine upon you, and be gracious to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lift up his countenance upon you, and give you peace.”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208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</TotalTime>
  <Words>55817</Words>
  <Application>Microsoft Office PowerPoint</Application>
  <PresentationFormat>Widescreen</PresentationFormat>
  <Paragraphs>3274</Paragraphs>
  <Slides>277</Slides>
  <Notes>275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277</vt:i4>
      </vt:variant>
    </vt:vector>
  </HeadingPairs>
  <TitlesOfParts>
    <vt:vector size="281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John Tittle</cp:lastModifiedBy>
  <cp:revision>2</cp:revision>
  <dcterms:created xsi:type="dcterms:W3CDTF">2013-01-27T09:14:16Z</dcterms:created>
  <dcterms:modified xsi:type="dcterms:W3CDTF">2026-08-20T14:52:01Z</dcterms:modified>
  <cp:category/>
</cp:coreProperties>
</file>