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16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8:28–8:30 · LEAD: CONTAINER HOLDER · STANDING CIRCLE</a:t>
            </a:r>
          </a:p>
          <a:p>
            <a:r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16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