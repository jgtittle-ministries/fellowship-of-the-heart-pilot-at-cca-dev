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12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7:00–7:08 · LEAD: CONTAINER HOLDER · STANDING CIRCLE</a:t>
            </a:r>
          </a:p>
          <a:p>
            <a:r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7:25–7:29 · LEAD: CONTENT PRESENTER · STANDING CIRCLE</a:t>
            </a:r>
          </a:p>
          <a:p>
            <a:r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t>CUES: The arranged parent opens (Run Card) — never a cold call on a teen; pass anytime.</a:t>
            </a:r>
          </a:p>
          <a:p>
            <a:r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7:29–7:31 · LEAD: CONTENT PRESENTER · STANDING CIRCLE</a:t>
            </a:r>
          </a:p>
          <a:p>
            <a:r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7:31–7:59 · LEAD: CONTENT PRESENTER · TABLES</a:t>
            </a:r>
          </a:p>
          <a:p>
            <a:r>
              <a:t>BEATS: 1. No agenda — Companions sit and eat as members of their tables; the cohort needs to see its Companions laugh at dinner. 2. Watch faces gently, especially the Evening 11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7:59–8:17 · LEAD: CONTENT PRESENTER · TABLES</a:t>
            </a:r>
          </a:p>
          <a:p>
            <a:r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8:17–8:20 · LEAD: CONTENT PRESENTER · WHOLE ROOM (seated)</a:t>
            </a:r>
          </a:p>
          <a:p>
            <a:r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8:24–8:28 · LEAD: BOTH LEADERS · WHOLE ROOM</a:t>
            </a:r>
          </a:p>
          <a:p>
            <a:r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8:28–8:30 · LEAD: CONTAINER HOLDER · STANDING CIRCLE</a:t>
            </a:r>
          </a:p>
          <a:p>
            <a:r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12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evenings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evening,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