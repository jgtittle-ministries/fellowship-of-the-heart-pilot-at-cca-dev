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535" r:id="rId24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6" r:id="rId25"/>
    <p:sldId id="537" r:id="rId26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3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139" Type="http://schemas.openxmlformats.org/officeDocument/2006/relationships/slide" Target="slides/slide2.xml"/><Relationship Id="rId140" Type="http://schemas.openxmlformats.org/officeDocument/2006/relationships/slide" Target="slides/slide4.xml"/><Relationship Id="rId141" Type="http://schemas.openxmlformats.org/officeDocument/2006/relationships/slide" Target="slides/slide5.xml"/><Relationship Id="rId142" Type="http://schemas.openxmlformats.org/officeDocument/2006/relationships/slide" Target="slides/slide6.xml"/><Relationship Id="rId143" Type="http://schemas.openxmlformats.org/officeDocument/2006/relationships/slide" Target="slides/slide7.xml"/><Relationship Id="rId144" Type="http://schemas.openxmlformats.org/officeDocument/2006/relationships/slide" Target="slides/slide8.xml"/><Relationship Id="rId145" Type="http://schemas.openxmlformats.org/officeDocument/2006/relationships/slide" Target="slides/slide9.xml"/><Relationship Id="rId146" Type="http://schemas.openxmlformats.org/officeDocument/2006/relationships/slide" Target="slides/slide10.xml"/><Relationship Id="rId147" Type="http://schemas.openxmlformats.org/officeDocument/2006/relationships/slide" Target="slides/slide11.xml"/><Relationship Id="rId148" Type="http://schemas.openxmlformats.org/officeDocument/2006/relationships/slide" Target="slides/slide12.xml"/><Relationship Id="rId150" Type="http://schemas.openxmlformats.org/officeDocument/2006/relationships/slide" Target="slides/slide15.xml"/><Relationship Id="rId151" Type="http://schemas.openxmlformats.org/officeDocument/2006/relationships/slide" Target="slides/slide16.xml"/><Relationship Id="rId152" Type="http://schemas.openxmlformats.org/officeDocument/2006/relationships/slide" Target="slides/slide17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11 stands in the third box — Connect with God — at the year's midpoint.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7:00–7:08 · LEAD: CONTAINER HOLDER</a:t>
            </a:r>
          </a:p>
          <a:p>
            <a:r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7:41–7:43 · LEAD: CONTENT PRESENTER · TRANSITION</a:t>
            </a:r>
          </a:p>
          <a:p>
            <a:r>
              <a:t>BEATS: 1. Practice card H11.1 goes with them. Pairs are announced by the leadsanion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CONTENT PRESENTER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8:28–8:30 · LEAD: CONTAINER HOLDER</a:t>
            </a:r>
          </a:p>
          <a:p>
            <a:r>
              <a:rPr lang="en-US" sz="1200"/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3 · pre-session · DIVIDER</a:t>
            </a:r>
          </a:p>
          <a:p>
            <a:r>
              <a:rPr lang="en-US" sz="1200"/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4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4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11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at the year's midpoint.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12–17  ·  Six Wednesdays · The Return, Mission, the Rhythm and the Four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