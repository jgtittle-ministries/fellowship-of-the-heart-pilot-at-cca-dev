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 Companion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CONTAINER HOLDER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3 · pre-session · DIVIDER</a:t>
            </a:r>
          </a:p>
          <a:p>
            <a:r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12 · 13 · 15 · 16 · 17  —  five evenings, every other Tuesday · the Return, Mission, the Rhythm, Family Night, the Float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