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139" Type="http://schemas.openxmlformats.org/officeDocument/2006/relationships/slide" Target="slides/slide2.xml"/><Relationship Id="rId140" Type="http://schemas.openxmlformats.org/officeDocument/2006/relationships/slide" Target="slides/slide3.xml"/><Relationship Id="rId141" Type="http://schemas.openxmlformats.org/officeDocument/2006/relationships/slide" Target="slides/slide4.xml"/><Relationship Id="rId142" Type="http://schemas.openxmlformats.org/officeDocument/2006/relationships/slide" Target="slides/slide5.xml"/><Relationship Id="rId143" Type="http://schemas.openxmlformats.org/officeDocument/2006/relationships/slide" Target="slides/slide6.xml"/><Relationship Id="rId144" Type="http://schemas.openxmlformats.org/officeDocument/2006/relationships/slide" Target="slides/slide7.xml"/><Relationship Id="rId145" Type="http://schemas.openxmlformats.org/officeDocument/2006/relationships/slide" Target="slides/slide8.xml"/><Relationship Id="rId146" Type="http://schemas.openxmlformats.org/officeDocument/2006/relationships/slide" Target="slides/slide9.xml"/><Relationship Id="rId147" Type="http://schemas.openxmlformats.org/officeDocument/2006/relationships/slide" Target="slides/slide10.xml"/><Relationship Id="rId148" Type="http://schemas.openxmlformats.org/officeDocument/2006/relationships/slide" Target="slides/slide11.xml"/><Relationship Id="rId150" Type="http://schemas.openxmlformats.org/officeDocument/2006/relationships/slide" Target="slides/slide13.xml"/><Relationship Id="rId151" Type="http://schemas.openxmlformats.org/officeDocument/2006/relationships/slide" Target="slides/slide14.xml"/><Relationship Id="rId152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leadsanion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3 · pre-session · DIVIDER</a:t>
            </a:r>
          </a:p>
          <a:p>
            <a:r>
              <a:rPr lang="en-US" sz="1200"/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12–17  ·  Six Wednesdays · The Return, Mission, the Rhythm and the Four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