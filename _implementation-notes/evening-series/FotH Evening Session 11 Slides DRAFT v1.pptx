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0" r:id="rId139"/>
    <p:sldId id="291" r:id="rId140"/>
    <p:sldId id="419" r:id="rId141"/>
    <p:sldId id="420" r:id="rId142"/>
    <p:sldId id="421" r:id="rId143"/>
    <p:sldId id="422" r:id="rId144"/>
    <p:sldId id="423" r:id="rId145"/>
    <p:sldId id="424" r:id="rId146"/>
    <p:sldId id="425" r:id="rId147"/>
    <p:sldId id="426" r:id="rId148"/>
    <p:sldId id="534" r:id="rId149"/>
    <p:sldId id="427" r:id="rId150"/>
    <p:sldId id="428" r:id="rId151"/>
    <p:sldId id="293" r:id="rId1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79" Type="http://schemas.openxmlformats.org/officeDocument/2006/relationships/notesMaster" Target="notesMasters/notesMaster1.xml"/><Relationship Id="rId139" Type="http://schemas.openxmlformats.org/officeDocument/2006/relationships/slide" Target="slides/slide138.xml"/><Relationship Id="rId150" Type="http://schemas.openxmlformats.org/officeDocument/2006/relationships/slide" Target="slides/slide149.xml"/><Relationship Id="rId280" Type="http://schemas.openxmlformats.org/officeDocument/2006/relationships/presProps" Target="presProps.xml"/><Relationship Id="rId140" Type="http://schemas.openxmlformats.org/officeDocument/2006/relationships/slide" Target="slides/slide139.xml"/><Relationship Id="rId151" Type="http://schemas.openxmlformats.org/officeDocument/2006/relationships/slide" Target="slides/slide150.xml"/><Relationship Id="rId281" Type="http://schemas.openxmlformats.org/officeDocument/2006/relationships/viewProps" Target="viewProps.xml"/><Relationship Id="rId141" Type="http://schemas.openxmlformats.org/officeDocument/2006/relationships/slide" Target="slides/slide140.xml"/><Relationship Id="rId152" Type="http://schemas.openxmlformats.org/officeDocument/2006/relationships/slide" Target="slides/slide151.xml"/><Relationship Id="rId282" Type="http://schemas.openxmlformats.org/officeDocument/2006/relationships/theme" Target="theme/theme1.xml"/><Relationship Id="rId142" Type="http://schemas.openxmlformats.org/officeDocument/2006/relationships/slide" Target="slides/slide141.xml"/><Relationship Id="rId283" Type="http://schemas.openxmlformats.org/officeDocument/2006/relationships/tableStyles" Target="tableStyles.xml"/><Relationship Id="rId143" Type="http://schemas.openxmlformats.org/officeDocument/2006/relationships/slide" Target="slides/slide142.xml"/><Relationship Id="rId284" Type="http://schemas.microsoft.com/office/2016/11/relationships/changesInfo" Target="changesInfos/changesInfo1.xml"/><Relationship Id="rId144" Type="http://schemas.openxmlformats.org/officeDocument/2006/relationships/slide" Target="slides/slide143.xml"/><Relationship Id="rId285" Type="http://schemas.microsoft.com/office/2015/10/relationships/revisionInfo" Target="revisionInfo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146" Type="http://schemas.openxmlformats.org/officeDocument/2006/relationships/slide" Target="slides/slide145.xml"/><Relationship Id="rId2" Type="http://schemas.openxmlformats.org/officeDocument/2006/relationships/slide" Target="slides/slide1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7:00–7:08 · LEAD: CONTAINER HOLDER</a:t>
            </a:r>
          </a:p>
          <a:p>
            <a:r>
              <a:rPr lang="en-US" sz="1200"/>
              <a:t>BEATS: 1. Week 11 — last gathering of the quarter and the exact midpoint of the year: eleven evenings behind, eleven ahead. 2. Today: Any Doubts? — bringing the small quiet doubts we never say aloud, honestly, to God, in front of one other person. 3. With the Garden, one of the two highest-confidence practices in this whole body of work — treat it with care. 4. Frame it early and repeat it: doubt is not disbelief; this is the gap between what we say and what we actually trust.</a:t>
            </a:r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7:00–7:08 · LEAD: CONTAINER HOLDER</a:t>
            </a:r>
          </a:p>
          <a:p>
            <a:r>
              <a:rPr lang="en-US" sz="1200"/>
              <a:t>BEATS: 1. 'Welcome back. Settle.' Aaronic blessing. 2. Name the night: this goes against most of what we have been taught about how spiritual people should sound — we bring our actual doubts and bring them honestly to God. 3. Container: what is said in your pair stays in your pair; nothing is required; specificity is the practice, honesty is the goal.</a:t>
            </a:r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7:08–7:25 · LEAD: CONTAINER HOLDER</a:t>
            </a:r>
          </a:p>
          <a:p>
            <a:r>
              <a:rPr lang="en-US" sz="1200"/>
              <a:t>BEATS: 1. One sentence on the garden returns — how it went, what surfaced, or that you didn't get to it. 2. Take 2–3 voluntary contributions; receive without commentary. 3. Move on with: 'Good. The garden is still there. You can return any time. We continue.'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7:25–7:33 · LEAD: CONTENT PRESENTER</a:t>
            </a:r>
          </a:p>
          <a:p>
            <a:r>
              <a:rPr lang="en-US" sz="1200"/>
              <a:t>BEATS: 1. Read Mark 9:14–29 IN FULL from the physical Bible, slowly, without stopping to comment — the verse lands differently inside the whole scene. 2. Teach the model: the father names belief and unbelief at once — 'I believe; help my unbelief' — and Jesus does not rebuke him; He heals the boy. 3. Most of us say the believing half loud and bury the unbelieving half, where it works as a quiet brake on faith. 4. Today is not generating new doubts — it is bringing the unbelief already there into the open, and bringing it to Jesus.</a:t>
            </a: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7:33–7:41 · LEAD: CONTENT PRESENTER</a:t>
            </a:r>
          </a:p>
          <a:p>
            <a:r>
              <a:rPr lang="en-US" sz="1200"/>
              <a:t>BEATS: 1. Callback, 30s: journals open to the first-night question — naming a doubt takes the same courage. 2. The seat for the skeptic, named ALOUD: a doubt bigger than today's list is welcome and has its own standing door — any Companion, any week, for as long as it takes. 3. Whiteboard walk: NAME (specific, not abstract) / EXAGGERATE (expose the brake, not endorse it) / SIT (feel it, 10–15s) / RE-READ (the Spirit works; you notice). 4. Demo with a Co-Companion, 3 min — real scripture, real small doubt; do NOT resolve it at the end. The pairs calibrate everything against this demo.</a:t>
            </a:r>
          </a:p>
          <a:p>
            <a:r>
              <a:rPr lang="en-US" sz="1200"/>
              <a:t>CUES: Keep the demo brief — do not let teaching eat the pair time.</a:t>
            </a:r>
          </a:p>
          <a:p>
            <a:r>
              <a:rPr lang="en-US" sz="1200"/>
              <a:t>SUB: Demo YOUR OWN real, small doubt — never fake one, never borrow the founder's. If you cannot bring one honestly, walk the four steps only and let the arranged parents' first turns carry the modeling.</a:t>
            </a: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7:41–7:43 · LEAD: CONTENT PRESENTER · TRANSITION</a:t>
            </a:r>
          </a:p>
          <a:p>
            <a:r>
              <a:rPr lang="en-US" sz="1200"/>
              <a:t>BEATS: 1. Practice card H11.1 goes with them. Pairs are announced by the leadsanion — pre-considered, within families, parent with own teen; never improvised on the night. 2. Say it plainly: in every pair the PARENT goes first — arranged this week; Mark 9:24 is a parent's sentence first. Teens go second and choose their own depth; a small doubt is enough; passing is enough. 3. Scripture choice: a flicker, not a hurricane — H11.3 has options. 4. Partners: read, listen, re-read — never fix, never theologize. Pray and send.</a:t>
            </a:r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7:43–8:14 · LEAD: CONTENT PRESENTER · PAIRS</a:t>
            </a:r>
          </a:p>
          <a:p>
            <a:r>
              <a:rPr lang="en-US" sz="1200"/>
              <a:t>BEATS: 1. Thirty minutes: one full cycle each direction, about 7 min per turn, parent's turn first; partial second cycle if time allows. Companion calls switches at seven minutes; never interrupt a re-read. 2. The turn: partner reads; 'the doubt I am holding is ___'; gentle exaggerate; sit 10–20s; re-read; 'what I notice this time is ___'. 3. Interventions: apologetics — 'we're not arguing the doubt'; no doubt found — honest, run the partner's cycle; exaggeration won't come — don't push; distress — stop the exaggeration, re-read, sit with them.</a:t>
            </a:r>
          </a:p>
          <a:p>
            <a:r>
              <a:rPr lang="en-US" sz="1200"/>
              <a:t>GUARD: The practice never runs on a scripture the person actively rejects — flicker, not hurricane. A parent's doubt about the very teen across from them moves to a different doubt today and a 1:1 later. Anything bigger than the exercise: bless the naming, end the cycle gently, follow up within 48 hours.</a:t>
            </a:r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8:14–8:20 · LEAD: CONTENT PRESENTER</a:t>
            </a:r>
          </a:p>
          <a:p>
            <a:r>
              <a:rPr lang="en-US" sz="1200"/>
              <a:t>BEATS: 1. What happened in your pair stays in your pair — not back to the pair, not around the dinner table, unless the one who named it brings it up first. 2. One word about the practice, not the doubt: 'surprising', 'heavy', 'honest', 'lighter'. Receive with a nod; no commentary. 3. Two closers: this practice takes five minutes alone, for the rest of your life; and the naming is ours — the resolution is the Spirit's work.</a:t>
            </a:r>
          </a:p>
          <a:p>
            <a:r>
              <a:rPr lang="en-US" sz="1200"/>
              <a:t>CUES: Pass-anytime holds. Watch faces — follow up offline within 48 hours on anything the night stirred.</a:t>
            </a:r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8:20–8:24 · LEAD: CONTENT PRESENTER</a:t>
            </a:r>
          </a:p>
          <a:p>
            <a:r>
              <a:rPr lang="en-US" sz="1200"/>
              <a:t>BEATS: 1. Personal Doubts Inventory (H11.2): twenty minutes once this week — list 5–10 scriptures you say you believe, rate your honest trust in each, and write one specific sentence on the 2–3 lowest. No shame, just data; nobody ever sees it. 2. Hand out the Quarterly Pulse (H11.4): three questions, five minutes at home, honest — back in the bin at The Return's door in January. 3. 'Body in the room, mind on the mortgage' is exactly the kind of answer the page is for.</a:t>
            </a:r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8:20–8:24 · LEAD: CONTENT PRESENTER</a:t>
            </a:r>
          </a:p>
          <a:p>
            <a:r>
              <a:rPr lang="en-US" sz="1200"/>
              <a:t>BEATS: 1. Card home: morning question, evening note, PROAPT (optional, encouraged), plus two one-time checks — the Doubts Inventory and the Pulse. 2. Over the break: keep ONE chosen daily practice alive — just one, their choice. 3. A missed box is an invitation to return, never a failure.</a:t>
            </a:r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8:24–8:28 · LEAD: BOTH LEADERS</a:t>
            </a:r>
          </a:p>
          <a:p>
            <a:r>
              <a:rPr lang="en-US" sz="1200"/>
              <a:t>BEATS: 1. Same round: leader's three answers first, then the room's two questions — two or three voices is plenty. 2. Receive without defending — 'thank you' is the whole response. 3. May be dropped if the room needs quiet; dropping it twice running goes to the team debrief.</a:t>
            </a:r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8:28–8:30 · LEAD: CONTAINER HOLDER</a:t>
            </a:r>
          </a:p>
          <a:p>
            <a:r>
              <a:rPr lang="en-US" sz="1200"/>
              <a:t>BEATS: 1. What was named in your pair is yours — some doubts quietly resolve, some deepen before they release; both are normal. If anything is heavier than today could hold, reach out. 2. Announce the road: quarter break now; The Return in January; then Week 13 turns outward to Mission, on toward the Rhythm week and the two commissionings. 3. Aaronic blessing. 'Keep one practice alive over the break — just one. See you in January, at The Return. Merry Christmas to every house in this room.'</a:t>
            </a:r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3 · pre-session · DIVIDER</a:t>
            </a:r>
          </a:p>
          <a:p>
            <a:r>
              <a:rPr lang="en-US" sz="1200"/>
              <a:t>On screen as families arrive — first evenings back after the Christmas break. Today is The Return: the open runs slow on purpose. Greet warmly at the door; nobody owes an explanation for the break.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7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7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7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7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7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7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7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7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7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7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7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8-doub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Any Doubts?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Bringing the real question, and bringing it to God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9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Mark 9:14–29 — the scripture ground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Any Doubts? practice — teaching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Any Doubts? in pairs within families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9 Check-In — the Garden Returns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practice was three returns to the garden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want to say one sentence about how that went — the garden visits, or what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“Good. The garden is still there. You can return any time. We continue.”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Mark 9:14–29 — the Scripture Ground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scene, read slowly — the desperate father, the failed disciples, the boy in convulsions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He does not pretend the unbelief is not there — he names both at once. And Jesus does not rebuke him; Jesus heals the boy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unbelief that is named and brought to Jesus is the unbelief that can be released; suppressed, it works as a quiet brake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not generating new doubts — it is bringing the ones already there into the open, and bringing them to Jesus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9:24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“Immediately the father of the child cried out and said, ‘I believe; help my unbelief!’”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unlit pine trail with mist in the tre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Any Doubts? Practice — Four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NAME — the scripture, then the doubt. Specific, not abstract: “I doubt He hears prayer about this specific thing”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EXAGGERATE — make the doubt bigger, not smaller. You are not endorsing it; you are exposing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SIT — what does the doubt feel like in your body? Ten or fifteen seconds. Don’t fix it. Feel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RE-READ — your partner reads the same scripture again, slowly. The Spirit does the work; you do the noticing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Watch the demo — specific, honest, brief, and unresolved-but-honest is the gift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soft rays of light falling through fog onto a forest r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Parents First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Take the practice card from your chair — Name · Exaggerate · Sit · Re-read. Pairs form within your own family, a parent with their own teen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every pair the parent goes first — arranged this week; nobody is being put on the spot tonight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“Teens: you go second, and you choose your own depth. A small doubt is enough. Passing is enough.”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No scripture in mind? Pick one with a flicker for you, not a hurricane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Romans 8:28 · Jeremiah 29:11 · Psalm 139:13–16 · John 14:1–3 · Romans 8:38–39 · James 1:5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Partners: read, listen, re-read. Not fix. Not theologize. “We are not arguing the doubt. We are bringing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Any Doubts? in Pairs, within Families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Pick a scripture; your partner reads it slowly — from the physical Bible if possible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notice is ___. The doubt I am holding is ___.” — specific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Exaggerate it, then sit with the feeling for 10–20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“Read it again, please.” Then: “What I notice this time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parent’s turn first, then switch — the teen at their own depth; pass-anytime holds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agreements: you are not arguing or fixing the doubt — and nothing leaves your pair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 — no one will be asked to share a doubt or a scripture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the practice was like. Not the doubt — the practice.”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“Surprising.” “Heavy.” “Quiet.” “Awkward.” “Honest.” “Lighter.”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This practice fits in five minutes alone, or twenty with a friend — a way of bringing your real questions to God for the rest of your life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resolution is the Spirit’s work. The naming is yours. We do the naming. He does what only He can.”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Doubts Inventory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Personal Doubts Inventory — twenty minutes with your journal, once this week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List 5–10 scriptures you say you believe; rate your honest trust, 1–5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For the two or three with the most hesitation — write the specific doubt, then sit with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shame. Just data. Yours alone — never turned in, never seen by the team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honest. Back in the bin at The Return’s door in January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Over the break: keep one practice alive — just one, your choice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11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1175" y="1554480"/>
            <a:ext cx="8949344" cy="44805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3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Mission &amp; Rhythm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12–17  ·  Six Wednesdays · The Return, Mission, the Rhythm and the Four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