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leadsanion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CONTENT PRESENTER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3 · pre-session · DIVIDER</a:t>
            </a:r>
          </a:p>
          <a:p>
            <a:r>
              <a:rPr lang="en-US" sz="1200"/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12–17  ·  Six Wednesdays · The Return, Mission, the Rhythm and the Four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