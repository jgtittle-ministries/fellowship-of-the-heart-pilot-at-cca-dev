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9"/>
  </p:notesMasterIdLst>
  <p:sldIdLst>
    <p:sldId id="256" r:id="rId2"/>
    <p:sldId id="290" r:id="rId139"/>
    <p:sldId id="535" r:id="rId24"/>
    <p:sldId id="291" r:id="rId140"/>
    <p:sldId id="419" r:id="rId141"/>
    <p:sldId id="420" r:id="rId142"/>
    <p:sldId id="421" r:id="rId143"/>
    <p:sldId id="422" r:id="rId144"/>
    <p:sldId id="423" r:id="rId145"/>
    <p:sldId id="424" r:id="rId146"/>
    <p:sldId id="538" r:id="rId23"/>
    <p:sldId id="425" r:id="rId147"/>
    <p:sldId id="426" r:id="rId148"/>
    <p:sldId id="536" r:id="rId25"/>
    <p:sldId id="537" r:id="rId26"/>
    <p:sldId id="427" r:id="rId150"/>
    <p:sldId id="428" r:id="rId151"/>
    <p:sldId id="293" r:id="rId15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9FB8A61-E404-4362-9606-E87F49058870}" v="1" dt="2026-08-20T01:30:35.58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59085" autoAdjust="0"/>
  </p:normalViewPr>
  <p:slideViewPr>
    <p:cSldViewPr snapToGrid="0" snapToObjects="1">
      <p:cViewPr varScale="1">
        <p:scale>
          <a:sx n="48" d="100"/>
          <a:sy n="48" d="100"/>
        </p:scale>
        <p:origin x="2002"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23" Type="http://schemas.openxmlformats.org/officeDocument/2006/relationships/slide" Target="slides/slide11.xml"/><Relationship Id="rId24" Type="http://schemas.openxmlformats.org/officeDocument/2006/relationships/slide" Target="slides/slide3.xml"/><Relationship Id="rId25" Type="http://schemas.openxmlformats.org/officeDocument/2006/relationships/slide" Target="slides/slide14.xml"/><Relationship Id="rId26" Type="http://schemas.openxmlformats.org/officeDocument/2006/relationships/slide" Target="slides/slide15.xml"/><Relationship Id="rId139" Type="http://schemas.openxmlformats.org/officeDocument/2006/relationships/slide" Target="slides/slide2.xml"/><Relationship Id="rId140" Type="http://schemas.openxmlformats.org/officeDocument/2006/relationships/slide" Target="slides/slide4.xml"/><Relationship Id="rId141" Type="http://schemas.openxmlformats.org/officeDocument/2006/relationships/slide" Target="slides/slide5.xml"/><Relationship Id="rId142" Type="http://schemas.openxmlformats.org/officeDocument/2006/relationships/slide" Target="slides/slide6.xml"/><Relationship Id="rId143" Type="http://schemas.openxmlformats.org/officeDocument/2006/relationships/slide" Target="slides/slide7.xml"/><Relationship Id="rId144" Type="http://schemas.openxmlformats.org/officeDocument/2006/relationships/slide" Target="slides/slide8.xml"/><Relationship Id="rId145" Type="http://schemas.openxmlformats.org/officeDocument/2006/relationships/slide" Target="slides/slide9.xml"/><Relationship Id="rId146" Type="http://schemas.openxmlformats.org/officeDocument/2006/relationships/slide" Target="slides/slide10.xml"/><Relationship Id="rId147" Type="http://schemas.openxmlformats.org/officeDocument/2006/relationships/slide" Target="slides/slide12.xml"/><Relationship Id="rId148" Type="http://schemas.openxmlformats.org/officeDocument/2006/relationships/slide" Target="slides/slide13.xml"/><Relationship Id="rId150" Type="http://schemas.openxmlformats.org/officeDocument/2006/relationships/slide" Target="slides/slide16.xml"/><Relationship Id="rId151" Type="http://schemas.openxmlformats.org/officeDocument/2006/relationships/slide" Target="slides/slide17.xml"/><Relationship Id="rId152" Type="http://schemas.openxmlformats.org/officeDocument/2006/relationships/slide" Target="slides/slide18.xml"/><Relationship Id="rId279" Type="http://schemas.openxmlformats.org/officeDocument/2006/relationships/notesMaster" Target="notesMasters/notesMaster1.xml"/><Relationship Id="rId280" Type="http://schemas.openxmlformats.org/officeDocument/2006/relationships/presProps" Target="presProps.xml"/><Relationship Id="rId281" Type="http://schemas.openxmlformats.org/officeDocument/2006/relationships/viewProps" Target="viewProps.xml"/><Relationship Id="rId282" Type="http://schemas.openxmlformats.org/officeDocument/2006/relationships/theme" Target="theme/theme1.xml"/><Relationship Id="rId283" Type="http://schemas.openxmlformats.org/officeDocument/2006/relationships/tableStyles" Target="tableStyles.xml"/><Relationship Id="rId284" Type="http://schemas.microsoft.com/office/2016/11/relationships/changesInfo" Target="changesInfos/changesInfo1.xml"/><Relationship Id="rId285"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hn Tittle" userId="c9414421e32e8042" providerId="LiveId" clId="{48C55722-1884-484D-BEBA-C6DAFFF89F9C}"/>
    <pc:docChg chg="undo custSel addSld modSld sldOrd">
      <pc:chgData name="John Tittle" userId="c9414421e32e8042" providerId="LiveId" clId="{48C55722-1884-484D-BEBA-C6DAFFF89F9C}" dt="2026-08-20T14:52:01.337" v="149" actId="20577"/>
      <pc:docMkLst>
        <pc:docMk/>
      </pc:docMkLst>
      <pc:sldChg chg="modSp mod">
        <pc:chgData name="John Tittle" userId="c9414421e32e8042" providerId="LiveId" clId="{48C55722-1884-484D-BEBA-C6DAFFF89F9C}" dt="2026-08-12T13:40:14.941" v="27" actId="1076"/>
        <pc:sldMkLst>
          <pc:docMk/>
          <pc:sldMk cId="0" sldId="256"/>
        </pc:sldMkLst>
        <pc:spChg chg="mod">
          <ac:chgData name="John Tittle" userId="c9414421e32e8042" providerId="LiveId" clId="{48C55722-1884-484D-BEBA-C6DAFFF89F9C}" dt="2026-08-12T13:40:14.941" v="27" actId="1076"/>
          <ac:spMkLst>
            <pc:docMk/>
            <pc:sldMk cId="0" sldId="256"/>
            <ac:spMk id="2" creationId="{00000000-0000-0000-0000-000000000000}"/>
          </ac:spMkLst>
        </pc:spChg>
      </pc:sldChg>
      <pc:sldChg chg="modSp mod ord">
        <pc:chgData name="John Tittle" userId="c9414421e32e8042" providerId="LiveId" clId="{48C55722-1884-484D-BEBA-C6DAFFF89F9C}" dt="2026-08-12T18:12:40.034" v="135" actId="20577"/>
        <pc:sldMkLst>
          <pc:docMk/>
          <pc:sldMk cId="0" sldId="259"/>
        </pc:sldMkLst>
        <pc:spChg chg="mod">
          <ac:chgData name="John Tittle" userId="c9414421e32e8042" providerId="LiveId" clId="{48C55722-1884-484D-BEBA-C6DAFFF89F9C}" dt="2026-08-12T18:12:40.034" v="135" actId="20577"/>
          <ac:spMkLst>
            <pc:docMk/>
            <pc:sldMk cId="0" sldId="259"/>
            <ac:spMk id="4" creationId="{00000000-0000-0000-0000-000000000000}"/>
          </ac:spMkLst>
        </pc:spChg>
      </pc:sldChg>
      <pc:sldChg chg="modSp mod">
        <pc:chgData name="John Tittle" userId="c9414421e32e8042" providerId="LiveId" clId="{48C55722-1884-484D-BEBA-C6DAFFF89F9C}" dt="2026-08-12T16:56:06.378" v="33" actId="255"/>
        <pc:sldMkLst>
          <pc:docMk/>
          <pc:sldMk cId="0" sldId="262"/>
        </pc:sldMkLst>
        <pc:spChg chg="mod">
          <ac:chgData name="John Tittle" userId="c9414421e32e8042" providerId="LiveId" clId="{48C55722-1884-484D-BEBA-C6DAFFF89F9C}" dt="2026-08-12T16:56:06.378" v="33" actId="255"/>
          <ac:spMkLst>
            <pc:docMk/>
            <pc:sldMk cId="0" sldId="262"/>
            <ac:spMk id="4" creationId="{00000000-0000-0000-0000-000000000000}"/>
          </ac:spMkLst>
        </pc:spChg>
      </pc:sldChg>
      <pc:sldChg chg="modSp mod">
        <pc:chgData name="John Tittle" userId="c9414421e32e8042" providerId="LiveId" clId="{48C55722-1884-484D-BEBA-C6DAFFF89F9C}" dt="2026-08-12T17:00:38.976" v="42" actId="255"/>
        <pc:sldMkLst>
          <pc:docMk/>
          <pc:sldMk cId="0" sldId="265"/>
        </pc:sldMkLst>
        <pc:spChg chg="mod">
          <ac:chgData name="John Tittle" userId="c9414421e32e8042" providerId="LiveId" clId="{48C55722-1884-484D-BEBA-C6DAFFF89F9C}" dt="2026-08-12T17:00:38.976" v="42" actId="255"/>
          <ac:spMkLst>
            <pc:docMk/>
            <pc:sldMk cId="0" sldId="265"/>
            <ac:spMk id="4" creationId="{00000000-0000-0000-0000-000000000000}"/>
          </ac:spMkLst>
        </pc:spChg>
      </pc:sldChg>
      <pc:sldChg chg="modSp mod">
        <pc:chgData name="John Tittle" userId="c9414421e32e8042" providerId="LiveId" clId="{48C55722-1884-484D-BEBA-C6DAFFF89F9C}" dt="2026-08-12T17:05:16.529" v="87" actId="255"/>
        <pc:sldMkLst>
          <pc:docMk/>
          <pc:sldMk cId="0" sldId="268"/>
        </pc:sldMkLst>
        <pc:spChg chg="mod">
          <ac:chgData name="John Tittle" userId="c9414421e32e8042" providerId="LiveId" clId="{48C55722-1884-484D-BEBA-C6DAFFF89F9C}" dt="2026-08-12T17:05:16.529" v="87" actId="255"/>
          <ac:spMkLst>
            <pc:docMk/>
            <pc:sldMk cId="0" sldId="268"/>
            <ac:spMk id="4" creationId="{00000000-0000-0000-0000-000000000000}"/>
          </ac:spMkLst>
        </pc:spChg>
      </pc:sldChg>
      <pc:sldChg chg="modSp mod">
        <pc:chgData name="John Tittle" userId="c9414421e32e8042" providerId="LiveId" clId="{48C55722-1884-484D-BEBA-C6DAFFF89F9C}" dt="2026-08-12T17:10:31.923" v="93" actId="255"/>
        <pc:sldMkLst>
          <pc:docMk/>
          <pc:sldMk cId="0" sldId="271"/>
        </pc:sldMkLst>
        <pc:spChg chg="mod">
          <ac:chgData name="John Tittle" userId="c9414421e32e8042" providerId="LiveId" clId="{48C55722-1884-484D-BEBA-C6DAFFF89F9C}" dt="2026-08-12T17:10:31.923" v="93" actId="255"/>
          <ac:spMkLst>
            <pc:docMk/>
            <pc:sldMk cId="0" sldId="271"/>
            <ac:spMk id="4" creationId="{00000000-0000-0000-0000-000000000000}"/>
          </ac:spMkLst>
        </pc:spChg>
      </pc:sldChg>
      <pc:sldChg chg="modSp mod">
        <pc:chgData name="John Tittle" userId="c9414421e32e8042" providerId="LiveId" clId="{48C55722-1884-484D-BEBA-C6DAFFF89F9C}" dt="2026-08-12T13:06:41.035" v="25" actId="20577"/>
        <pc:sldMkLst>
          <pc:docMk/>
          <pc:sldMk cId="0" sldId="328"/>
        </pc:sldMkLst>
        <pc:spChg chg="mod">
          <ac:chgData name="John Tittle" userId="c9414421e32e8042" providerId="LiveId" clId="{48C55722-1884-484D-BEBA-C6DAFFF89F9C}" dt="2026-08-12T13:06:41.035" v="25" actId="20577"/>
          <ac:spMkLst>
            <pc:docMk/>
            <pc:sldMk cId="0" sldId="328"/>
            <ac:spMk id="4" creationId="{00000000-0000-0000-0000-000000000000}"/>
          </ac:spMkLst>
        </pc:spChg>
        <pc:spChg chg="mod">
          <ac:chgData name="John Tittle" userId="c9414421e32e8042" providerId="LiveId" clId="{48C55722-1884-484D-BEBA-C6DAFFF89F9C}" dt="2026-08-12T13:02:27.925" v="5" actId="255"/>
          <ac:spMkLst>
            <pc:docMk/>
            <pc:sldMk cId="0" sldId="328"/>
            <ac:spMk id="6" creationId="{00000000-0000-0000-0000-000000000000}"/>
          </ac:spMkLst>
        </pc:spChg>
      </pc:sldChg>
      <pc:sldChg chg="modSp mod">
        <pc:chgData name="John Tittle" userId="c9414421e32e8042" providerId="LiveId" clId="{48C55722-1884-484D-BEBA-C6DAFFF89F9C}" dt="2026-08-12T16:56:22.357" v="34" actId="255"/>
        <pc:sldMkLst>
          <pc:docMk/>
          <pc:sldMk cId="0" sldId="335"/>
        </pc:sldMkLst>
        <pc:spChg chg="mod">
          <ac:chgData name="John Tittle" userId="c9414421e32e8042" providerId="LiveId" clId="{48C55722-1884-484D-BEBA-C6DAFFF89F9C}" dt="2026-08-12T16:56:22.357" v="34" actId="255"/>
          <ac:spMkLst>
            <pc:docMk/>
            <pc:sldMk cId="0" sldId="335"/>
            <ac:spMk id="4" creationId="{00000000-0000-0000-0000-000000000000}"/>
          </ac:spMkLst>
        </pc:spChg>
      </pc:sldChg>
      <pc:sldChg chg="modSp mod">
        <pc:chgData name="John Tittle" userId="c9414421e32e8042" providerId="LiveId" clId="{48C55722-1884-484D-BEBA-C6DAFFF89F9C}" dt="2026-08-12T13:01:28.747" v="4" actId="1076"/>
        <pc:sldMkLst>
          <pc:docMk/>
          <pc:sldMk cId="0" sldId="337"/>
        </pc:sldMkLst>
        <pc:picChg chg="mod">
          <ac:chgData name="John Tittle" userId="c9414421e32e8042" providerId="LiveId" clId="{48C55722-1884-484D-BEBA-C6DAFFF89F9C}" dt="2026-08-12T13:01:28.747" v="4" actId="1076"/>
          <ac:picMkLst>
            <pc:docMk/>
            <pc:sldMk cId="0" sldId="337"/>
            <ac:picMk id="5" creationId="{00000000-0000-0000-0000-000000000000}"/>
          </ac:picMkLst>
        </pc:picChg>
      </pc:sldChg>
      <pc:sldChg chg="modSp mod">
        <pc:chgData name="John Tittle" userId="c9414421e32e8042" providerId="LiveId" clId="{48C55722-1884-484D-BEBA-C6DAFFF89F9C}" dt="2026-08-12T16:59:26.993" v="41" actId="255"/>
        <pc:sldMkLst>
          <pc:docMk/>
          <pc:sldMk cId="0" sldId="340"/>
        </pc:sldMkLst>
        <pc:spChg chg="mod">
          <ac:chgData name="John Tittle" userId="c9414421e32e8042" providerId="LiveId" clId="{48C55722-1884-484D-BEBA-C6DAFFF89F9C}" dt="2026-08-12T16:59:26.993" v="41" actId="255"/>
          <ac:spMkLst>
            <pc:docMk/>
            <pc:sldMk cId="0" sldId="340"/>
            <ac:spMk id="4" creationId="{00000000-0000-0000-0000-000000000000}"/>
          </ac:spMkLst>
        </pc:spChg>
      </pc:sldChg>
      <pc:sldChg chg="modSp mod">
        <pc:chgData name="John Tittle" userId="c9414421e32e8042" providerId="LiveId" clId="{48C55722-1884-484D-BEBA-C6DAFFF89F9C}" dt="2026-08-12T17:01:07.634" v="43" actId="255"/>
        <pc:sldMkLst>
          <pc:docMk/>
          <pc:sldMk cId="0" sldId="343"/>
        </pc:sldMkLst>
        <pc:spChg chg="mod">
          <ac:chgData name="John Tittle" userId="c9414421e32e8042" providerId="LiveId" clId="{48C55722-1884-484D-BEBA-C6DAFFF89F9C}" dt="2026-08-12T17:01:07.634" v="43" actId="255"/>
          <ac:spMkLst>
            <pc:docMk/>
            <pc:sldMk cId="0" sldId="343"/>
            <ac:spMk id="4" creationId="{00000000-0000-0000-0000-000000000000}"/>
          </ac:spMkLst>
        </pc:spChg>
      </pc:sldChg>
      <pc:sldChg chg="modSp mod">
        <pc:chgData name="John Tittle" userId="c9414421e32e8042" providerId="LiveId" clId="{48C55722-1884-484D-BEBA-C6DAFFF89F9C}" dt="2026-08-12T17:01:28.623" v="44" actId="255"/>
        <pc:sldMkLst>
          <pc:docMk/>
          <pc:sldMk cId="0" sldId="344"/>
        </pc:sldMkLst>
        <pc:spChg chg="mod">
          <ac:chgData name="John Tittle" userId="c9414421e32e8042" providerId="LiveId" clId="{48C55722-1884-484D-BEBA-C6DAFFF89F9C}" dt="2026-08-12T17:01:28.623" v="44" actId="255"/>
          <ac:spMkLst>
            <pc:docMk/>
            <pc:sldMk cId="0" sldId="344"/>
            <ac:spMk id="4" creationId="{00000000-0000-0000-0000-000000000000}"/>
          </ac:spMkLst>
        </pc:spChg>
      </pc:sldChg>
      <pc:sldChg chg="modSp mod">
        <pc:chgData name="John Tittle" userId="c9414421e32e8042" providerId="LiveId" clId="{48C55722-1884-484D-BEBA-C6DAFFF89F9C}" dt="2026-08-12T17:03:01.179" v="84" actId="20577"/>
        <pc:sldMkLst>
          <pc:docMk/>
          <pc:sldMk cId="0" sldId="346"/>
        </pc:sldMkLst>
        <pc:spChg chg="mod">
          <ac:chgData name="John Tittle" userId="c9414421e32e8042" providerId="LiveId" clId="{48C55722-1884-484D-BEBA-C6DAFFF89F9C}" dt="2026-08-12T17:03:01.179" v="84" actId="20577"/>
          <ac:spMkLst>
            <pc:docMk/>
            <pc:sldMk cId="0" sldId="346"/>
            <ac:spMk id="4" creationId="{00000000-0000-0000-0000-000000000000}"/>
          </ac:spMkLst>
        </pc:spChg>
      </pc:sldChg>
      <pc:sldChg chg="modSp mod">
        <pc:chgData name="John Tittle" userId="c9414421e32e8042" providerId="LiveId" clId="{48C55722-1884-484D-BEBA-C6DAFFF89F9C}" dt="2026-08-12T17:04:20.092" v="86" actId="255"/>
        <pc:sldMkLst>
          <pc:docMk/>
          <pc:sldMk cId="0" sldId="347"/>
        </pc:sldMkLst>
        <pc:spChg chg="mod">
          <ac:chgData name="John Tittle" userId="c9414421e32e8042" providerId="LiveId" clId="{48C55722-1884-484D-BEBA-C6DAFFF89F9C}" dt="2026-08-12T17:04:20.092" v="86" actId="255"/>
          <ac:spMkLst>
            <pc:docMk/>
            <pc:sldMk cId="0" sldId="347"/>
            <ac:spMk id="4" creationId="{00000000-0000-0000-0000-000000000000}"/>
          </ac:spMkLst>
        </pc:spChg>
      </pc:sldChg>
      <pc:sldChg chg="modSp mod">
        <pc:chgData name="John Tittle" userId="c9414421e32e8042" providerId="LiveId" clId="{48C55722-1884-484D-BEBA-C6DAFFF89F9C}" dt="2026-08-12T17:03:59.966" v="85" actId="255"/>
        <pc:sldMkLst>
          <pc:docMk/>
          <pc:sldMk cId="0" sldId="349"/>
        </pc:sldMkLst>
        <pc:spChg chg="mod">
          <ac:chgData name="John Tittle" userId="c9414421e32e8042" providerId="LiveId" clId="{48C55722-1884-484D-BEBA-C6DAFFF89F9C}" dt="2026-08-12T17:03:59.966" v="85" actId="255"/>
          <ac:spMkLst>
            <pc:docMk/>
            <pc:sldMk cId="0" sldId="349"/>
            <ac:spMk id="4" creationId="{00000000-0000-0000-0000-000000000000}"/>
          </ac:spMkLst>
        </pc:spChg>
      </pc:sldChg>
      <pc:sldChg chg="modSp mod">
        <pc:chgData name="John Tittle" userId="c9414421e32e8042" providerId="LiveId" clId="{48C55722-1884-484D-BEBA-C6DAFFF89F9C}" dt="2026-08-12T17:05:37.103" v="88" actId="255"/>
        <pc:sldMkLst>
          <pc:docMk/>
          <pc:sldMk cId="0" sldId="353"/>
        </pc:sldMkLst>
        <pc:spChg chg="mod">
          <ac:chgData name="John Tittle" userId="c9414421e32e8042" providerId="LiveId" clId="{48C55722-1884-484D-BEBA-C6DAFFF89F9C}" dt="2026-08-12T17:05:37.103" v="88" actId="255"/>
          <ac:spMkLst>
            <pc:docMk/>
            <pc:sldMk cId="0" sldId="353"/>
            <ac:spMk id="4" creationId="{00000000-0000-0000-0000-000000000000}"/>
          </ac:spMkLst>
        </pc:spChg>
      </pc:sldChg>
      <pc:sldChg chg="modSp mod">
        <pc:chgData name="John Tittle" userId="c9414421e32e8042" providerId="LiveId" clId="{48C55722-1884-484D-BEBA-C6DAFFF89F9C}" dt="2026-08-12T17:08:29.079" v="89" actId="255"/>
        <pc:sldMkLst>
          <pc:docMk/>
          <pc:sldMk cId="0" sldId="354"/>
        </pc:sldMkLst>
        <pc:spChg chg="mod">
          <ac:chgData name="John Tittle" userId="c9414421e32e8042" providerId="LiveId" clId="{48C55722-1884-484D-BEBA-C6DAFFF89F9C}" dt="2026-08-12T17:08:29.079" v="89" actId="255"/>
          <ac:spMkLst>
            <pc:docMk/>
            <pc:sldMk cId="0" sldId="354"/>
            <ac:spMk id="4" creationId="{00000000-0000-0000-0000-000000000000}"/>
          </ac:spMkLst>
        </pc:spChg>
      </pc:sldChg>
      <pc:sldChg chg="modSp mod">
        <pc:chgData name="John Tittle" userId="c9414421e32e8042" providerId="LiveId" clId="{48C55722-1884-484D-BEBA-C6DAFFF89F9C}" dt="2026-08-12T17:08:54.113" v="90" actId="255"/>
        <pc:sldMkLst>
          <pc:docMk/>
          <pc:sldMk cId="0" sldId="356"/>
        </pc:sldMkLst>
        <pc:spChg chg="mod">
          <ac:chgData name="John Tittle" userId="c9414421e32e8042" providerId="LiveId" clId="{48C55722-1884-484D-BEBA-C6DAFFF89F9C}" dt="2026-08-12T17:08:54.113" v="90" actId="255"/>
          <ac:spMkLst>
            <pc:docMk/>
            <pc:sldMk cId="0" sldId="356"/>
            <ac:spMk id="4" creationId="{00000000-0000-0000-0000-000000000000}"/>
          </ac:spMkLst>
        </pc:spChg>
      </pc:sldChg>
      <pc:sldChg chg="modSp mod">
        <pc:chgData name="John Tittle" userId="c9414421e32e8042" providerId="LiveId" clId="{48C55722-1884-484D-BEBA-C6DAFFF89F9C}" dt="2026-08-12T17:09:09.405" v="91" actId="255"/>
        <pc:sldMkLst>
          <pc:docMk/>
          <pc:sldMk cId="0" sldId="357"/>
        </pc:sldMkLst>
        <pc:spChg chg="mod">
          <ac:chgData name="John Tittle" userId="c9414421e32e8042" providerId="LiveId" clId="{48C55722-1884-484D-BEBA-C6DAFFF89F9C}" dt="2026-08-12T17:09:09.405" v="91" actId="255"/>
          <ac:spMkLst>
            <pc:docMk/>
            <pc:sldMk cId="0" sldId="357"/>
            <ac:spMk id="4" creationId="{00000000-0000-0000-0000-000000000000}"/>
          </ac:spMkLst>
        </pc:spChg>
      </pc:sldChg>
      <pc:sldChg chg="modSp mod">
        <pc:chgData name="John Tittle" userId="c9414421e32e8042" providerId="LiveId" clId="{48C55722-1884-484D-BEBA-C6DAFFF89F9C}" dt="2026-08-12T17:09:24.932" v="92" actId="255"/>
        <pc:sldMkLst>
          <pc:docMk/>
          <pc:sldMk cId="0" sldId="358"/>
        </pc:sldMkLst>
        <pc:spChg chg="mod">
          <ac:chgData name="John Tittle" userId="c9414421e32e8042" providerId="LiveId" clId="{48C55722-1884-484D-BEBA-C6DAFFF89F9C}" dt="2026-08-12T17:09:24.932" v="92" actId="255"/>
          <ac:spMkLst>
            <pc:docMk/>
            <pc:sldMk cId="0" sldId="358"/>
            <ac:spMk id="4" creationId="{00000000-0000-0000-0000-000000000000}"/>
          </ac:spMkLst>
        </pc:spChg>
      </pc:sldChg>
      <pc:sldChg chg="modSp mod">
        <pc:chgData name="John Tittle" userId="c9414421e32e8042" providerId="LiveId" clId="{48C55722-1884-484D-BEBA-C6DAFFF89F9C}" dt="2026-08-12T17:11:42.432" v="94" actId="255"/>
        <pc:sldMkLst>
          <pc:docMk/>
          <pc:sldMk cId="0" sldId="362"/>
        </pc:sldMkLst>
        <pc:spChg chg="mod">
          <ac:chgData name="John Tittle" userId="c9414421e32e8042" providerId="LiveId" clId="{48C55722-1884-484D-BEBA-C6DAFFF89F9C}" dt="2026-08-12T17:11:42.432" v="94" actId="255"/>
          <ac:spMkLst>
            <pc:docMk/>
            <pc:sldMk cId="0" sldId="362"/>
            <ac:spMk id="4" creationId="{00000000-0000-0000-0000-000000000000}"/>
          </ac:spMkLst>
        </pc:spChg>
      </pc:sldChg>
      <pc:sldChg chg="modSp mod">
        <pc:chgData name="John Tittle" userId="c9414421e32e8042" providerId="LiveId" clId="{48C55722-1884-484D-BEBA-C6DAFFF89F9C}" dt="2026-08-12T17:12:19.976" v="95" actId="255"/>
        <pc:sldMkLst>
          <pc:docMk/>
          <pc:sldMk cId="0" sldId="363"/>
        </pc:sldMkLst>
        <pc:spChg chg="mod">
          <ac:chgData name="John Tittle" userId="c9414421e32e8042" providerId="LiveId" clId="{48C55722-1884-484D-BEBA-C6DAFFF89F9C}" dt="2026-08-12T17:12:19.976" v="95" actId="255"/>
          <ac:spMkLst>
            <pc:docMk/>
            <pc:sldMk cId="0" sldId="363"/>
            <ac:spMk id="4" creationId="{00000000-0000-0000-0000-000000000000}"/>
          </ac:spMkLst>
        </pc:spChg>
      </pc:sldChg>
      <pc:sldChg chg="modSp mod">
        <pc:chgData name="John Tittle" userId="c9414421e32e8042" providerId="LiveId" clId="{48C55722-1884-484D-BEBA-C6DAFFF89F9C}" dt="2026-08-12T17:13:01.002" v="96" actId="255"/>
        <pc:sldMkLst>
          <pc:docMk/>
          <pc:sldMk cId="0" sldId="364"/>
        </pc:sldMkLst>
        <pc:spChg chg="mod">
          <ac:chgData name="John Tittle" userId="c9414421e32e8042" providerId="LiveId" clId="{48C55722-1884-484D-BEBA-C6DAFFF89F9C}" dt="2026-08-12T17:13:01.002" v="96" actId="255"/>
          <ac:spMkLst>
            <pc:docMk/>
            <pc:sldMk cId="0" sldId="364"/>
            <ac:spMk id="4" creationId="{00000000-0000-0000-0000-000000000000}"/>
          </ac:spMkLst>
        </pc:spChg>
      </pc:sldChg>
      <pc:sldChg chg="modSp mod">
        <pc:chgData name="John Tittle" userId="c9414421e32e8042" providerId="LiveId" clId="{48C55722-1884-484D-BEBA-C6DAFFF89F9C}" dt="2026-08-12T17:13:13.863" v="97" actId="255"/>
        <pc:sldMkLst>
          <pc:docMk/>
          <pc:sldMk cId="0" sldId="365"/>
        </pc:sldMkLst>
        <pc:spChg chg="mod">
          <ac:chgData name="John Tittle" userId="c9414421e32e8042" providerId="LiveId" clId="{48C55722-1884-484D-BEBA-C6DAFFF89F9C}" dt="2026-08-12T17:13:13.863" v="97" actId="255"/>
          <ac:spMkLst>
            <pc:docMk/>
            <pc:sldMk cId="0" sldId="365"/>
            <ac:spMk id="4" creationId="{00000000-0000-0000-0000-000000000000}"/>
          </ac:spMkLst>
        </pc:spChg>
      </pc:sldChg>
      <pc:sldChg chg="modSp mod">
        <pc:chgData name="John Tittle" userId="c9414421e32e8042" providerId="LiveId" clId="{48C55722-1884-484D-BEBA-C6DAFFF89F9C}" dt="2026-08-12T13:03:25.042" v="7" actId="255"/>
        <pc:sldMkLst>
          <pc:docMk/>
          <pc:sldMk cId="0" sldId="520"/>
        </pc:sldMkLst>
        <pc:spChg chg="mod">
          <ac:chgData name="John Tittle" userId="c9414421e32e8042" providerId="LiveId" clId="{48C55722-1884-484D-BEBA-C6DAFFF89F9C}" dt="2026-08-12T13:03:14.451" v="6" actId="255"/>
          <ac:spMkLst>
            <pc:docMk/>
            <pc:sldMk cId="0" sldId="520"/>
            <ac:spMk id="220" creationId="{00000000-0000-0000-0000-000000000000}"/>
          </ac:spMkLst>
        </pc:spChg>
        <pc:spChg chg="mod">
          <ac:chgData name="John Tittle" userId="c9414421e32e8042" providerId="LiveId" clId="{48C55722-1884-484D-BEBA-C6DAFFF89F9C}" dt="2026-08-12T13:03:25.042" v="7" actId="255"/>
          <ac:spMkLst>
            <pc:docMk/>
            <pc:sldMk cId="0" sldId="520"/>
            <ac:spMk id="221" creationId="{00000000-0000-0000-0000-000000000000}"/>
          </ac:spMkLst>
        </pc:spChg>
      </pc:sldChg>
      <pc:sldChg chg="modSp mod">
        <pc:chgData name="John Tittle" userId="c9414421e32e8042" providerId="LiveId" clId="{48C55722-1884-484D-BEBA-C6DAFFF89F9C}" dt="2026-08-12T16:57:49.209" v="40" actId="1076"/>
        <pc:sldMkLst>
          <pc:docMk/>
          <pc:sldMk cId="0" sldId="522"/>
        </pc:sldMkLst>
        <pc:spChg chg="mod">
          <ac:chgData name="John Tittle" userId="c9414421e32e8042" providerId="LiveId" clId="{48C55722-1884-484D-BEBA-C6DAFFF89F9C}" dt="2026-08-12T16:57:49.209" v="40" actId="1076"/>
          <ac:spMkLst>
            <pc:docMk/>
            <pc:sldMk cId="0" sldId="522"/>
            <ac:spMk id="242" creationId="{00000000-0000-0000-0000-000000000000}"/>
          </ac:spMkLst>
        </pc:spChg>
        <pc:spChg chg="mod">
          <ac:chgData name="John Tittle" userId="c9414421e32e8042" providerId="LiveId" clId="{48C55722-1884-484D-BEBA-C6DAFFF89F9C}" dt="2026-08-12T16:57:19.041" v="35" actId="255"/>
          <ac:spMkLst>
            <pc:docMk/>
            <pc:sldMk cId="0" sldId="522"/>
            <ac:spMk id="243" creationId="{00000000-0000-0000-0000-000000000000}"/>
          </ac:spMkLst>
        </pc:spChg>
      </pc:sldChg>
      <pc:sldChg chg="modSp mod">
        <pc:chgData name="John Tittle" userId="c9414421e32e8042" providerId="LiveId" clId="{48C55722-1884-484D-BEBA-C6DAFFF89F9C}" dt="2026-08-12T13:01:11.684" v="2" actId="255"/>
        <pc:sldMkLst>
          <pc:docMk/>
          <pc:sldMk cId="0" sldId="523"/>
        </pc:sldMkLst>
        <pc:spChg chg="mod">
          <ac:chgData name="John Tittle" userId="c9414421e32e8042" providerId="LiveId" clId="{48C55722-1884-484D-BEBA-C6DAFFF89F9C}" dt="2026-08-12T13:00:43.184" v="0" actId="255"/>
          <ac:spMkLst>
            <pc:docMk/>
            <pc:sldMk cId="0" sldId="523"/>
            <ac:spMk id="260" creationId="{00000000-0000-0000-0000-000000000000}"/>
          </ac:spMkLst>
        </pc:spChg>
        <pc:spChg chg="mod">
          <ac:chgData name="John Tittle" userId="c9414421e32e8042" providerId="LiveId" clId="{48C55722-1884-484D-BEBA-C6DAFFF89F9C}" dt="2026-08-12T13:00:54.805" v="1" actId="255"/>
          <ac:spMkLst>
            <pc:docMk/>
            <pc:sldMk cId="0" sldId="523"/>
            <ac:spMk id="261" creationId="{00000000-0000-0000-0000-000000000000}"/>
          </ac:spMkLst>
        </pc:spChg>
        <pc:spChg chg="mod">
          <ac:chgData name="John Tittle" userId="c9414421e32e8042" providerId="LiveId" clId="{48C55722-1884-484D-BEBA-C6DAFFF89F9C}" dt="2026-08-12T13:01:11.684" v="2" actId="255"/>
          <ac:spMkLst>
            <pc:docMk/>
            <pc:sldMk cId="0" sldId="523"/>
            <ac:spMk id="262" creationId="{00000000-0000-0000-0000-000000000000}"/>
          </ac:spMkLst>
        </pc:spChg>
      </pc:sldChg>
      <pc:sldChg chg="modSp mod ord">
        <pc:chgData name="John Tittle" userId="c9414421e32e8042" providerId="LiveId" clId="{48C55722-1884-484D-BEBA-C6DAFFF89F9C}" dt="2026-08-12T15:53:10.639" v="32"/>
        <pc:sldMkLst>
          <pc:docMk/>
          <pc:sldMk cId="0" sldId="546"/>
        </pc:sldMkLst>
        <pc:spChg chg="mod">
          <ac:chgData name="John Tittle" userId="c9414421e32e8042" providerId="LiveId" clId="{48C55722-1884-484D-BEBA-C6DAFFF89F9C}" dt="2026-08-12T15:25:26.241" v="28" actId="255"/>
          <ac:spMkLst>
            <pc:docMk/>
            <pc:sldMk cId="0" sldId="546"/>
            <ac:spMk id="231" creationId="{00000000-0000-0000-0000-000000000000}"/>
          </ac:spMkLst>
        </pc:spChg>
      </pc:sldChg>
      <pc:sldChg chg="modSp mod ord">
        <pc:chgData name="John Tittle" userId="c9414421e32e8042" providerId="LiveId" clId="{48C55722-1884-484D-BEBA-C6DAFFF89F9C}" dt="2026-08-20T01:26:03.976" v="147"/>
        <pc:sldMkLst>
          <pc:docMk/>
          <pc:sldMk cId="0" sldId="547"/>
        </pc:sldMkLst>
        <pc:spChg chg="mod">
          <ac:chgData name="John Tittle" userId="c9414421e32e8042" providerId="LiveId" clId="{48C55722-1884-484D-BEBA-C6DAFFF89F9C}" dt="2026-08-12T18:13:34.327" v="143" actId="20577"/>
          <ac:spMkLst>
            <pc:docMk/>
            <pc:sldMk cId="0" sldId="547"/>
            <ac:spMk id="240" creationId="{00000000-0000-0000-0000-000000000000}"/>
          </ac:spMkLst>
        </pc:spChg>
      </pc:sldChg>
      <pc:sldChg chg="addSp modSp">
        <pc:chgData name="John Tittle" userId="c9414421e32e8042" providerId="LiveId" clId="{48C55722-1884-484D-BEBA-C6DAFFF89F9C}" dt="2026-08-13T18:04:10.115" v="145"/>
        <pc:sldMkLst>
          <pc:docMk/>
          <pc:sldMk cId="0" sldId="548"/>
        </pc:sldMkLst>
        <pc:picChg chg="add mod">
          <ac:chgData name="John Tittle" userId="c9414421e32e8042" providerId="LiveId" clId="{48C55722-1884-484D-BEBA-C6DAFFF89F9C}" dt="2026-08-13T18:04:10.115" v="145"/>
          <ac:picMkLst>
            <pc:docMk/>
            <pc:sldMk cId="0" sldId="548"/>
            <ac:picMk id="5" creationId="{57A95D7D-1063-6D30-607C-E5502D8C3B9D}"/>
          </ac:picMkLst>
        </pc:picChg>
      </pc:sldChg>
      <pc:sldChg chg="add">
        <pc:chgData name="John Tittle" userId="c9414421e32e8042" providerId="LiveId" clId="{48C55722-1884-484D-BEBA-C6DAFFF89F9C}" dt="2026-08-20T01:30:35.577" v="148"/>
        <pc:sldMkLst>
          <pc:docMk/>
          <pc:sldMk cId="2484547825" sldId="553"/>
        </pc:sldMkLst>
      </pc:sldChg>
      <pc:sldChg chg="modNotes">
        <pc:chgData name="John Tittle" userId="c9414421e32e8042" providerId="LiveId" clId="{48C55722-1884-484D-BEBA-C6DAFFF89F9C}" dt="2026-08-20T14:52:01.337" v="149" actId="20577"/>
        <pc:sldMkLst>
          <pc:docMk/>
          <pc:sldMk cId="0" sldId="554"/>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a:defRPr sz="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DECK TITLE · pre-session · DIVIDER</a:t>
            </a:r>
          </a:p>
          <a:p>
            <a:r>
              <a:rPr lang="en-US" sz="1200"/>
              <a:t>On screen as the room assembles on night one. All Scripture ESV; the plans carry the scripts; these slides carry the room — and these notes carry you.</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E8 · 7:56–8:09 · LEAD: CONTENT PRESENTER</a:t>
            </a:r>
          </a:p>
          <a:p>
            <a:r>
              <a:t>BEATS: 1. The reader reads the Silent Place Reading Card. Settle, 1 minute. 2. Remember, about 2 minutes: a time or place where God seemed silent — a dry spell, a prayer that met nothing. Get clear on it. 3. Bring in the anchor: the time you did hear, remembered at the Garden evening — what it looked, sounded and felt like — into the silent place. 4. Invite Jesus into the silent place; give him permission to do or say anything he wishes; then about three minutes of silence. See what he does. Return. 5. Write, 3 minutes: what did he do? Is something blocking, or in the way? What might be the downside of a deeper connection — what would change? 6. Share, 2 minutes, optional: one circle, by invitation; 'Thank you' is the whole response.</a:t>
            </a:r>
          </a:p>
          <a:p>
            <a:r>
              <a:t>CUES: Sharing is optional — say so twice. No anchor from the Garden evening? Offer a time creation stopped you, or simply John 10:27.</a:t>
            </a:r>
          </a:p>
          <a:p>
            <a:r>
              <a:t>GUARD: Silence is not a verdict on anyone. If a silent place opens something heavy, the Settle Protocol stands — for the person, not the circle; follow up within 48 hours.</a:t>
            </a:r>
          </a:p>
          <a:p>
            <a:r>
              <a:t>FROM: the Four Connects deck (FotH, September 2025), 'Hearing God — The How' (remember a place where the Lord was not speaking; change with the anchor; invite in Jesus, give him permission; share optional) and 'Connect with God' (is something blocking; the downside to a deeper connection).</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E8 · WELCOME · LEAD: CONTAINER HOLDER · GROUNDING — every session opens on this map</a:t>
            </a:r>
          </a:p>
          <a:p>
            <a:r>
              <a:t>BEATS:</a:t>
            </a:r>
          </a:p>
          <a:p>
            <a:r>
              <a:t>1. Locate tonight on the map, plainly: Evening 8 stands in the third box — Connect with God. Each connection makes the next one real (Matt. 22:37–40).</a:t>
            </a:r>
          </a:p>
          <a:p>
            <a:r>
              <a:t>2. The four boxes are one journey — each connection makes the next one real — rooted in the two great commandments: love God, love neighbor (Matt 22:37–40).</a:t>
            </a:r>
          </a:p>
          <a:p>
            <a:r>
              <a:t>3. This is also the 'where we are on the map' minute the welcome owes any newcomer.</a:t>
            </a:r>
          </a:p>
          <a:p>
            <a:r>
              <a:t>CUES: Two minutes at most; then tonight's road.</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E8 · COMMISSIONING · LEAD: CONTENT PRESENTER</a:t>
            </a:r>
          </a:p>
          <a:p>
            <a:r>
              <a:t>BEATS:</a:t>
            </a:r>
          </a:p>
          <a:p>
            <a:r>
              <a:t>1. The sheet on the screen is the sheet in their hands — walk it, don't read it.</a:t>
            </a:r>
          </a:p>
          <a:p>
            <a:r>
              <a:t>2. The standing rhythm first: the morning question, the evening journal line — one box per day on the week-grids.</a:t>
            </a:r>
          </a:p>
          <a:p>
            <a:r>
              <a:t>3. A missed box is never a failure — it is an invitation to return.</a:t>
            </a:r>
          </a:p>
          <a:p>
            <a:r>
              <a:t>CUES: The four parts are the next slide.</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E8 · COMMISSIONING · LEAD: CONTENT PRESENTER</a:t>
            </a:r>
          </a:p>
          <a:p>
            <a:r>
              <a:t>BEATS:</a:t>
            </a:r>
          </a:p>
          <a:p>
            <a:r>
              <a:t>1. The four parts, in order: the homework practice, week one; the end-of-week-one check-in; the homework practice, week two; one sentence of preparation.</a:t>
            </a:r>
          </a:p>
          <a:p>
            <a:r>
              <a:t>2. Check-in partners are named aloud before leaving this slide — the sheet has the line to write the name.</a:t>
            </a:r>
          </a:p>
          <a:p>
            <a:r>
              <a:t>GUARD: The sheet-walk, not a re-teach.</a:t>
            </a:r>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E8 · pre-session · DIVIDER</a:t>
            </a:r>
          </a:p>
          <a:p>
            <a:r>
              <a:t>On screen through dinner and as the circle forms. Greet at the door — the slide holds the room.</a:t>
            </a:r>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E8 · 7:00–7:08 · LEAD: CONTAINER HOLDER</a:t>
            </a:r>
          </a:p>
          <a:p>
            <a:r>
              <a:t>BEATS: 1. Evening 8 — the last evening of Connect with God. Tonight picks up the Garden evening's thread: what I'm not sure was God. 2. Today: Any Doubts? — bringing the small quiet doubts we never say aloud, honestly, to God, in front of one other person. 3. With the Garden, one of the two highest-confidence practices in this whole body of work — treat it with care. 4. Frame it early and repeat it: doubt is not disbelief; this is the gap between what we say and what we actually trust. 5. The shape (John's word, 13 October): the four steps in pairs, then the silent place from the Four Connects deck — remember where God seemed silent, bring in the time you heard, invite Jesus in.</a:t>
            </a:r>
          </a:p>
        </p:txBody>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E8 · 7:00–7:06 · LEAD: CONTAINER HOLDER</a:t>
            </a:r>
          </a:p>
          <a:p>
            <a:r>
              <a:t>BEATS: 1. 'Welcome back. Settle.' Aaronic blessing. 2. Name the night: this goes against most of what we have been taught about how spiritual people should sound — we bring our actual doubts and bring them honestly to God. 3. Container: what is said in your pair stays in your pair; nothing is required; specificity is the practice, honesty is the goal.</a:t>
            </a:r>
          </a:p>
          <a:p>
            <a:r>
              <a:t>PAIR LEAD: name the leading pair in the welcome — two leaders hold tonight, and the room will see the evening handed back and forth between them; that is the design. The pair practices the session together beforehand.</a:t>
            </a:r>
          </a:p>
        </p:txBody>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E8 · 7:06–7:14 · LEAD: CONTAINER HOLDER</a:t>
            </a:r>
          </a:p>
          <a:p>
            <a:r>
              <a:t>BEATS: 1. One sentence on the garden returns — how it went, what surfaced, whether anyone tested what they noticed with the How Did You Know? card. 2. The preparation sentence from the Garden take-home: 'One thing I'm not sure was God, or one question I'd bring tonight.' Say it aloud, or keep it for your pair — both are fine. 3. Two or three voluntary contributions; receive without commentary. Move on with: 'Good. The garden is still there. Tonight we bring the questions.'</a:t>
            </a:r>
          </a:p>
          <a:p>
            <a:r>
              <a:t>CUES: Arranged parent opens — never cold-call a teen; pass-anytime holds.</a:t>
            </a:r>
          </a:p>
        </p:txBody>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E8 · 7:14–7:20 · LEAD: CONTENT PRESENTER</a:t>
            </a:r>
          </a:p>
          <a:p>
            <a:r>
              <a:t>BEATS: 1. Read Mark 9:14–29 IN FULL from the physical Bible, slowly, without stopping to comment — the verse lands differently inside the whole scene. 2. Teach the model: the father names belief and unbelief at once — 'I believe; help my unbelief' — and Jesus does not rebuke him; He heals the boy. 3. Most of us say the believing half loud and bury the unbelieving half, where it works as a quiet brake on faith. 4. Today is not generating new doubts — it is bringing the unbelief already there into the open, and bringing it to Jesus.</a:t>
            </a:r>
          </a:p>
        </p:txBody>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E8 · 7:20–7:28 · LEAD: CONTENT PRESENTER</a:t>
            </a:r>
          </a:p>
          <a:p>
            <a:r>
              <a:t>BEATS: 1. Callback, 30s: journals open to the first-night question — naming a doubt takes the same courage. 2. The seat for the skeptic, named ALOUD: a doubt bigger than today's list is welcome and has its own standing door — any Companion, any week, for as long as it takes. 3. Name the two kinds of doubt: doubting what God has said — tonight's four steps; and doubting whether I heard him at all — that goes to the How Did You Know? checks from the Garden evening, tested in company, never settled alone. 4. Whiteboard walk: NAME (specific, not abstract) / EXAGGERATE (expose the brake, not endorse it) / SIT (feel it, 10–15s) / RE-READ (the Spirit works; you notice). 5. Demo with a Co-Companion, 3 min — real scripture, real small doubt; do NOT resolve it at the end. The pairs calibrate everything against this demo.</a:t>
            </a:r>
          </a:p>
          <a:p>
            <a:r>
              <a:t>CUES: Keep the demo brief — do not let teaching eat the pair time.</a:t>
            </a:r>
          </a:p>
          <a:p>
            <a:r>
              <a:t>SUB: Demo YOUR OWN real, small doubt — never fake one, never borrow the founder's. If you cannot bring one honestly, walk the four steps only and let the arranged parents' first turns carry the modeling.</a:t>
            </a:r>
          </a:p>
        </p:txBody>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E8 · 7:28–7:30 · LEAD: CONTENT PRESENTER · TRANSITION</a:t>
            </a:r>
          </a:p>
          <a:p>
            <a:r>
              <a:t>BEATS: 1. Practice card H11.1 goes with them. Pairs are announced by the Lead Companion — pre-considered, within families, parent with own teen; never improvised on the night. 2. Say it plainly: in every pair the PARENT goes first — arranged this week; Mark 9:24 is a parent's sentence first. Teens go second and choose their own depth; a small doubt is enough; passing is enough. 3. Scripture choice: a flicker, not a hurricane — H11.3 has options. 4. Partners: read, listen, re-read — never fix, never theologize. Pray and send.</a:t>
            </a:r>
          </a:p>
          <a:p>
            <a:r>
              <a:t>SMALL ROOM: the split is only necessary if the room is large enough to need it. With six or so, stay one circle — or quick pair work in place, knee to knee. Pair work is also the standing time-recovery lever: a full split-and-merge costs about five minutes.</a:t>
            </a:r>
          </a:p>
        </p:txBody>
      </p:sp>
    </p:spTree>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E8 · 7:30–7:56 · LEAD: CONTENT PRESENTER · PAIRS</a:t>
            </a:r>
          </a:p>
          <a:p>
            <a:r>
              <a:t>BEATS: 1. Twenty-six minutes: one full cycle each direction, about 12 min per turn, parent's turn first. The silent place follows, so hold the clock. Companion calls switches at seven minutes; never interrupt a re-read. 2. The turn: partner reads; 'the doubt I am holding is ___'; gentle exaggerate; sit 10–20s; re-read; 'what I notice this time is ___'. 3. Interventions: apologetics — 'we're not arguing the doubt'; no doubt found — honest, run the partner's cycle; exaggeration won't come — don't push; distress — stop the exaggeration, re-read, sit with them.</a:t>
            </a:r>
          </a:p>
          <a:p>
            <a:r>
              <a:t>GUARD: The practice never runs on a scripture the person actively rejects — flicker, not hurricane. A parent's doubt about the very teen across from them moves to a different doubt today and a 1:1 later. Anything bigger than the exercise: bless the naming, end the cycle gently, follow up within 48 hours.</a:t>
            </a:r>
          </a:p>
        </p:txBody>
      </p:sp>
    </p:spTree>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E8 · 8:09–8:15 · LEAD: CONTAINER HOLDER</a:t>
            </a:r>
          </a:p>
          <a:p>
            <a:r>
              <a:t>BEATS: 1. What happened in your pair stays in your pair — not back to the pair, not around the dinner table, unless the one who named it brings it up first. 2. One word about the practices, not the doubt or the silent place: 'surprising', 'heavy', 'honest', 'lighter'. Receive with a nod; no commentary. 3. Two closers: this practice takes five minutes alone, for the rest of your life; and the naming is ours — the resolution is the Spirit's work.</a:t>
            </a:r>
          </a:p>
          <a:p>
            <a:r>
              <a:t>CUES: Pass-anytime holds. Watch faces — follow up offline within 48 hours on anything the night stirred.</a:t>
            </a:r>
          </a:p>
        </p:txBody>
      </p:sp>
    </p:spTree>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E8 · 8:15–8:21 · LEAD: CONTENT PRESENTER</a:t>
            </a:r>
          </a:p>
          <a:p>
            <a:r>
              <a:t>BEATS: 1. Week one, the Personal Doubts Inventory (H11.2): twenty minutes once — list 5–10 scriptures you say you believe, rate your honest trust in each, and write one specific sentence on the two or three lowest. No shame, just data; nobody ever sees it. 2. Week two, two journal questions from the Four Connects deck: 'Is there something I heard and did not obey?' — obedience opens you to hear more — and 'What is at risk for me to hear?' 3. Anything you're not sure was God: the How Did You Know? card, tested in company. 4. Hand out the Quarterly Pulse (H11.4): three questions, five minutes at home, honest — bring it back next evening.</a:t>
            </a:r>
          </a:p>
          <a:p>
            <a:r>
              <a:t>FROM: the Four Connects deck (FotH, September 2025), 'Hearing God — What If?'.</a:t>
            </a:r>
          </a:p>
        </p:txBody>
      </p:sp>
    </p:spTree>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E8 · 8:21–8:25 · LEAD: BOTH LEADERS</a:t>
            </a:r>
          </a:p>
          <a:p>
            <a:r>
              <a:t>BEATS: 1. Same round: leader's three answers first, then the room's two questions — two or three voices is plenty. 2. Receive without defending — 'thank you' is the whole response. 3. May be dropped if the room needs quiet; dropping it twice running goes to the team debrief.</a:t>
            </a:r>
          </a:p>
        </p:txBody>
      </p:sp>
    </p:spTree>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E8 · 8:25–8:30 · LEAD: CONTAINER HOLDER</a:t>
            </a:r>
          </a:p>
          <a:p>
            <a:r>
              <a:t>BEATS: 1. What was named in your pair is yours — some doubts quietly resolve, some deepen before they release; both are normal. If anything is heavier than tonight could hold, reach out. 2. Announce the next evening and its date, as the team has set it; Evening 9 turns toward Mission. 3. Aaronic blessing.</a:t>
            </a:r>
          </a:p>
          <a:p>
            <a:r>
              <a:t>BLESSINGS: eyes on the person, not the screen — nothing to read; say what is on your heart for them, specific and short.</a:t>
            </a:r>
          </a:p>
        </p:txBody>
      </p:sp>
    </p:spTree>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QUARTER 3 · pre-session · DIVIDER</a:t>
            </a:r>
          </a:p>
          <a:p>
            <a:r>
              <a:t>On screen as families arrive at the next evening. Greet warmly at the door.</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7.xml"/><Relationship Id="rId3" Type="http://schemas.openxmlformats.org/officeDocument/2006/relationships/image" Target="../media/image40.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6.xml"/><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8.xml"/><Relationship Id="rId3" Type="http://schemas.openxmlformats.org/officeDocument/2006/relationships/image" Target="../media/image5.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0.xml"/><Relationship Id="rId3" Type="http://schemas.openxmlformats.org/officeDocument/2006/relationships/image" Target="../media/image1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1.xml"/><Relationship Id="rId3" Type="http://schemas.openxmlformats.org/officeDocument/2006/relationships/image" Target="../media/image4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2.xml"/><Relationship Id="rId3" Type="http://schemas.openxmlformats.org/officeDocument/2006/relationships/image" Target="../media/image42.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6.xml"/><Relationship Id="rId3" Type="http://schemas.openxmlformats.org/officeDocument/2006/relationships/image" Target="../media/image15.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8.xml"/><Relationship Id="rId3" Type="http://schemas.openxmlformats.org/officeDocument/2006/relationships/image" Target="../media/image9.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4c-trail.jpg"/>
          <p:cNvPicPr>
            <a:picLocks noChangeAspect="1"/>
          </p:cNvPicPr>
          <p:nvPr/>
        </p:nvPicPr>
        <p:blipFill>
          <a:blip r:embed="rId3"/>
          <a:stretch>
            <a:fillRect/>
          </a:stretch>
        </p:blipFill>
        <p:spPr>
          <a:xfrm>
            <a:off x="8412480" y="1418285"/>
            <a:ext cx="3291840" cy="4021429"/>
          </a:xfrm>
          <a:prstGeom prst="rect">
            <a:avLst/>
          </a:prstGeom>
          <a:ln w="76200">
            <a:solidFill>
              <a:srgbClr val="FFFFFF"/>
            </a:solidFill>
          </a:ln>
          <a:effectLst>
            <a:outerShdw blurRad="63500" dist="25400" dir="5400000" rotWithShape="0">
              <a:srgbClr val="000000">
                <a:alpha val="35000"/>
              </a:srgbClr>
            </a:outerShdw>
          </a:effectLst>
        </p:spPr>
      </p:pic>
      <p:sp>
        <p:nvSpPr>
          <p:cNvPr id="4" name="TextBox 3"/>
          <p:cNvSpPr txBox="1"/>
          <p:nvPr/>
        </p:nvSpPr>
        <p:spPr>
          <a:xfrm>
            <a:off x="914400" y="1920240"/>
            <a:ext cx="7223760" cy="2651760"/>
          </a:xfrm>
          <a:prstGeom prst="rect">
            <a:avLst/>
          </a:prstGeom>
          <a:noFill/>
        </p:spPr>
        <p:txBody>
          <a:bodyPr wrap="square">
            <a:spAutoFit/>
          </a:bodyPr>
          <a:lstStyle/>
          <a:p>
            <a:pPr algn="l">
              <a:spcAft>
                <a:spcPts val="600"/>
              </a:spcAft>
            </a:pPr>
            <a:r>
              <a:rPr sz="4000" b="1" i="0">
                <a:solidFill>
                  <a:srgbClr val="FFFFFF"/>
                </a:solidFill>
                <a:latin typeface="Cambria"/>
              </a:rPr>
              <a:t>Fellowship of the Heart</a:t>
            </a:r>
          </a:p>
          <a:p>
            <a:pPr algn="l">
              <a:spcAft>
                <a:spcPts val="600"/>
              </a:spcAft>
            </a:pPr>
            <a:r>
              <a:rPr sz="2000" b="0" i="1">
                <a:solidFill>
                  <a:srgbClr val="E4EFDA"/>
                </a:solidFill>
                <a:latin typeface="Calibri"/>
              </a:rPr>
              <a:t>Getting Started — the Four Connects, walked around the table on alternating evenings</a:t>
            </a:r>
          </a:p>
          <a:p>
            <a:pPr algn="l">
              <a:spcAft>
                <a:spcPts val="600"/>
              </a:spcAft>
            </a:pPr>
            <a:r>
              <a:rPr sz="1800" b="0" i="0">
                <a:solidFill>
                  <a:srgbClr val="97BC62"/>
                </a:solidFill>
                <a:latin typeface="Calibri"/>
              </a:rPr>
              <a:t>Evening Series 2026–27  ·  at the Tittle home  ·  v1.5E DRAFT</a:t>
            </a:r>
          </a:p>
        </p:txBody>
      </p:sp>
      <p:sp>
        <p:nvSpPr>
          <p:cNvPr id="5" name="TextBox 4"/>
          <p:cNvSpPr txBox="1"/>
          <p:nvPr/>
        </p:nvSpPr>
        <p:spPr>
          <a:xfrm>
            <a:off x="1097280" y="5943600"/>
            <a:ext cx="9966960" cy="548640"/>
          </a:xfrm>
          <a:prstGeom prst="rect">
            <a:avLst/>
          </a:prstGeom>
          <a:noFill/>
        </p:spPr>
        <p:txBody>
          <a:bodyPr wrap="square">
            <a:spAutoFit/>
          </a:bodyPr>
          <a:lstStyle/>
          <a:p>
            <a:pPr algn="l">
              <a:spcAft>
                <a:spcPts val="600"/>
              </a:spcAft>
            </a:pPr>
            <a:r>
              <a:rPr sz="1800" b="0" i="1">
                <a:solidFill>
                  <a:srgbClr val="E4EFDA"/>
                </a:solidFill>
                <a:latin typeface="Calibri"/>
              </a:rPr>
              <a:t>All Scripture: ESV  ·  The Companion lesson plans carry the full scripts — these slides carry the room</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a:t>
            </a:r>
            <a:endParaRPr sz="1000" b="1">
              <a:solidFill>
                <a:srgbClr val="F1F6EC"/>
              </a:solidFill>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wk08-doubts.jpg"/>
          <p:cNvPicPr>
            <a:picLocks noChangeAspect="1"/>
          </p:cNvPicPr>
          <p:nvPr/>
        </p:nvPicPr>
        <p:blipFill>
          <a:blip r:embed="rId3"/>
          <a:stretch>
            <a:fillRect/>
          </a:stretch>
        </p:blipFill>
        <p:spPr>
          <a:xfrm>
            <a:off x="6309360" y="1630118"/>
            <a:ext cx="5394960" cy="3597763"/>
          </a:xfrm>
          <a:prstGeom prst="rect">
            <a:avLst/>
          </a:prstGeom>
          <a:ln w="76200">
            <a:solidFill>
              <a:srgbClr val="FFFFFF"/>
            </a:solidFill>
          </a:ln>
          <a:effectLst>
            <a:outerShdw blurRad="63500" dist="25400" dir="5400000" rotWithShape="0">
              <a:srgbClr val="000000">
                <a:alpha val="35000"/>
              </a:srgbClr>
            </a:outerShdw>
          </a:effectLst>
        </p:spPr>
      </p:pic>
      <p:sp>
        <p:nvSpPr>
          <p:cNvPr id="4" name="TextBox 3"/>
          <p:cNvSpPr txBox="1"/>
          <p:nvPr/>
        </p:nvSpPr>
        <p:spPr>
          <a:xfrm>
            <a:off x="822960" y="1828800"/>
            <a:ext cx="5212080" cy="3291840"/>
          </a:xfrm>
          <a:prstGeom prst="rect">
            <a:avLst/>
          </a:prstGeom>
          <a:noFill/>
        </p:spPr>
        <p:txBody>
          <a:bodyPr wrap="square">
            <a:spAutoFit/>
          </a:bodyPr>
          <a:lstStyle/>
          <a:p>
            <a:pPr algn="l">
              <a:spcAft>
                <a:spcPts val="600"/>
              </a:spcAft>
            </a:pPr>
            <a:r>
              <a:rPr sz="1800" b="1" i="0">
                <a:solidFill>
                  <a:srgbClr val="97BC62"/>
                </a:solidFill>
                <a:latin typeface="Calibri"/>
              </a:rPr>
              <a:t>EVENING 8</a:t>
            </a:r>
          </a:p>
          <a:p>
            <a:pPr algn="l">
              <a:spcAft>
                <a:spcPts val="1000"/>
              </a:spcAft>
            </a:pPr>
            <a:r>
              <a:rPr sz="3300" b="1" i="0">
                <a:solidFill>
                  <a:srgbClr val="2C5F2D"/>
                </a:solidFill>
                <a:latin typeface="Cambria"/>
              </a:rPr>
              <a:t>Any Doubts?</a:t>
            </a:r>
          </a:p>
          <a:p>
            <a:pPr algn="l">
              <a:spcAft>
                <a:spcPts val="600"/>
              </a:spcAft>
            </a:pPr>
            <a:r>
              <a:rPr sz="1800" b="0" i="1">
                <a:solidFill>
                  <a:srgbClr val="595959"/>
                </a:solidFill>
                <a:latin typeface="Calibri"/>
              </a:rPr>
              <a:t>Bringing the real question, and bringing it to God</a:t>
            </a:r>
          </a:p>
        </p:txBody>
      </p:sp>
      <p:sp>
        <p:nvSpPr>
          <p:cNvPr id="5" name="TextBox 4"/>
          <p:cNvSpPr txBox="1"/>
          <p:nvPr/>
        </p:nvSpPr>
        <p:spPr>
          <a:xfrm>
            <a:off x="822960" y="6126480"/>
            <a:ext cx="7315200" cy="457200"/>
          </a:xfrm>
          <a:prstGeom prst="rect">
            <a:avLst/>
          </a:prstGeom>
          <a:noFill/>
        </p:spPr>
        <p:txBody>
          <a:bodyPr wrap="square">
            <a:spAutoFit/>
          </a:bodyPr>
          <a:lstStyle/>
          <a:p>
            <a:pPr algn="l">
              <a:spcAft>
                <a:spcPts val="600"/>
              </a:spcAft>
            </a:pPr>
            <a:r>
              <a:rPr sz="1800" b="0" i="0">
                <a:solidFill>
                  <a:srgbClr val="595959"/>
                </a:solidFill>
                <a:latin typeface="Calibri"/>
              </a:rPr>
              <a:t>Quarter 2: Connect with God</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159</a:t>
            </a:r>
            <a:endParaRPr sz="1000" b="1">
              <a:solidFill>
                <a:srgbClr val="7A8A6E"/>
              </a:solidFill>
              <a:latin typeface="Calibri"/>
            </a:endParaRP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515600" cy="822960"/>
          </a:xfrm>
          <a:prstGeom prst="rect">
            <a:avLst/>
          </a:prstGeom>
          <a:noFill/>
        </p:spPr>
        <p:txBody>
          <a:bodyPr wrap="square">
            <a:spAutoFit/>
          </a:bodyPr>
          <a:lstStyle/>
          <a:p>
            <a:r>
              <a:rPr sz="2800" b="1">
                <a:solidFill>
                  <a:srgbClr val="2C5F2D"/>
                </a:solidFill>
                <a:latin typeface="Cambria"/>
              </a:rPr>
              <a:t>Where We Are — the Four Connects</a:t>
            </a:r>
          </a:p>
        </p:txBody>
      </p:sp>
      <p:sp>
        <p:nvSpPr>
          <p:cNvPr id="5" name="TextBox 4"/>
          <p:cNvSpPr txBox="1"/>
          <p:nvPr/>
        </p:nvSpPr>
        <p:spPr>
          <a:xfrm>
            <a:off x="822960" y="5623560"/>
            <a:ext cx="10515600" cy="914400"/>
          </a:xfrm>
          <a:prstGeom prst="rect">
            <a:avLst/>
          </a:prstGeom>
          <a:noFill/>
        </p:spPr>
        <p:txBody>
          <a:bodyPr wrap="square">
            <a:spAutoFit/>
          </a:bodyPr>
          <a:lstStyle/>
          <a:p>
            <a:r>
              <a:rPr sz="1800" b="0">
                <a:solidFill>
                  <a:srgbClr val="222B22"/>
                </a:solidFill>
                <a:latin typeface="Calibri"/>
              </a:rPr>
              <a:t>Evening 8 stands in the third box — </a:t>
            </a:r>
            <a:r>
              <a:rPr sz="1800" b="1">
                <a:solidFill>
                  <a:srgbClr val="2C5F2D"/>
                </a:solidFill>
                <a:latin typeface="Calibri"/>
              </a:rPr>
              <a:t>Connect with God</a:t>
            </a:r>
            <a:r>
              <a:rPr sz="1800" b="0">
                <a:solidFill>
                  <a:srgbClr val="222B22"/>
                </a:solidFill>
                <a:latin typeface="Calibri"/>
              </a:rPr>
              <a:t>. Each connection makes the next one real (Matt. 22:37–40).</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160</a:t>
            </a:r>
            <a:endParaRPr sz="1000" b="1">
              <a:solidFill>
                <a:srgbClr val="7A8A6E"/>
              </a:solidFill>
              <a:latin typeface="Calibri"/>
            </a:endParaRPr>
          </a:p>
        </p:txBody>
      </p:sp>
      <p:pic>
        <p:nvPicPr>
          <p:cNvPr id="91" name="Picture 90" descr="four-connects.png"/>
          <p:cNvPicPr>
            <a:picLocks noChangeAspect="1"/>
          </p:cNvPicPr>
          <p:nvPr/>
        </p:nvPicPr>
        <p:blipFill>
          <a:blip r:embed="rId6"/>
          <a:stretch>
            <a:fillRect/>
          </a:stretch>
        </p:blipFill>
        <p:spPr>
          <a:xfrm>
            <a:off x="932688" y="1645920"/>
            <a:ext cx="10332720" cy="370866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Evening 8 — Tonight’s Road</a:t>
            </a:r>
          </a:p>
        </p:txBody>
      </p:sp>
      <p:sp>
        <p:nvSpPr>
          <p:cNvPr id="4" name="TextBox 3"/>
          <p:cNvSpPr txBox="1"/>
          <p:nvPr/>
        </p:nvSpPr>
        <p:spPr>
          <a:xfrm>
            <a:off x="822960" y="1508760"/>
            <a:ext cx="7040880" cy="4754880"/>
          </a:xfrm>
          <a:prstGeom prst="rect">
            <a:avLst/>
          </a:prstGeom>
          <a:noFill/>
        </p:spPr>
        <p:txBody>
          <a:bodyPr wrap="square">
            <a:spAutoFit/>
          </a:bodyPr>
          <a:lstStyle/>
          <a:p>
            <a:pPr>
              <a:spcAft>
                <a:spcPts val="500"/>
              </a:spcAft>
            </a:pPr>
            <a:r>
              <a:rPr sz="2200" b="1">
                <a:solidFill>
                  <a:srgbClr val="97BC62"/>
                </a:solidFill>
                <a:latin typeface="Calibri"/>
              </a:rPr>
              <a:t>1   </a:t>
            </a:r>
            <a:r>
              <a:rPr sz="2200">
                <a:solidFill>
                  <a:srgbClr val="222B22"/>
                </a:solidFill>
                <a:latin typeface="Calibri"/>
              </a:rPr>
              <a:t>Welcome and centering</a:t>
            </a:r>
          </a:p>
          <a:p>
            <a:pPr>
              <a:spcAft>
                <a:spcPts val="500"/>
              </a:spcAft>
            </a:pPr>
            <a:r>
              <a:rPr sz="2200" b="1">
                <a:solidFill>
                  <a:srgbClr val="97BC62"/>
                </a:solidFill>
                <a:latin typeface="Calibri"/>
              </a:rPr>
              <a:t>2   </a:t>
            </a:r>
            <a:r>
              <a:rPr sz="2200">
                <a:solidFill>
                  <a:srgbClr val="222B22"/>
                </a:solidFill>
                <a:latin typeface="Calibri"/>
              </a:rPr>
              <a:t>Check-in — the garden, and what I’m not sure was God</a:t>
            </a:r>
          </a:p>
          <a:p>
            <a:pPr>
              <a:spcAft>
                <a:spcPts val="500"/>
              </a:spcAft>
            </a:pPr>
            <a:r>
              <a:rPr sz="2200" b="1">
                <a:solidFill>
                  <a:srgbClr val="97BC62"/>
                </a:solidFill>
                <a:latin typeface="Calibri"/>
              </a:rPr>
              <a:t>3   </a:t>
            </a:r>
            <a:r>
              <a:rPr sz="2200">
                <a:solidFill>
                  <a:srgbClr val="222B22"/>
                </a:solidFill>
                <a:latin typeface="Calibri"/>
              </a:rPr>
              <a:t>Mark 9:14–29 — the scripture ground</a:t>
            </a:r>
          </a:p>
          <a:p>
            <a:pPr>
              <a:spcAft>
                <a:spcPts val="500"/>
              </a:spcAft>
            </a:pPr>
            <a:r>
              <a:rPr sz="2200" b="1">
                <a:solidFill>
                  <a:srgbClr val="97BC62"/>
                </a:solidFill>
                <a:latin typeface="Calibri"/>
              </a:rPr>
              <a:t>4   </a:t>
            </a:r>
            <a:r>
              <a:rPr sz="2200">
                <a:solidFill>
                  <a:srgbClr val="222B22"/>
                </a:solidFill>
                <a:latin typeface="Calibri"/>
              </a:rPr>
              <a:t>The Any Doubts? practice — teaching</a:t>
            </a:r>
          </a:p>
          <a:p>
            <a:pPr>
              <a:spcAft>
                <a:spcPts val="500"/>
              </a:spcAft>
            </a:pPr>
            <a:r>
              <a:rPr sz="2200" b="1">
                <a:solidFill>
                  <a:srgbClr val="97BC62"/>
                </a:solidFill>
                <a:latin typeface="Calibri"/>
              </a:rPr>
              <a:t>5   </a:t>
            </a:r>
            <a:r>
              <a:rPr sz="2200">
                <a:solidFill>
                  <a:srgbClr val="222B22"/>
                </a:solidFill>
                <a:latin typeface="Calibri"/>
              </a:rPr>
              <a:t>Bridge to pairs</a:t>
            </a:r>
          </a:p>
          <a:p>
            <a:pPr>
              <a:spcAft>
                <a:spcPts val="500"/>
              </a:spcAft>
            </a:pPr>
            <a:r>
              <a:rPr sz="2200" b="1">
                <a:solidFill>
                  <a:srgbClr val="97BC62"/>
                </a:solidFill>
                <a:latin typeface="Calibri"/>
              </a:rPr>
              <a:t>6   </a:t>
            </a:r>
            <a:r>
              <a:rPr sz="2200">
                <a:solidFill>
                  <a:srgbClr val="222B22"/>
                </a:solidFill>
                <a:latin typeface="Calibri"/>
              </a:rPr>
              <a:t>Any Doubts? in pairs within families</a:t>
            </a:r>
          </a:p>
          <a:p>
            <a:pPr>
              <a:spcAft>
                <a:spcPts val="500"/>
              </a:spcAft>
            </a:pPr>
            <a:r>
              <a:rPr sz="2200" b="1">
                <a:solidFill>
                  <a:srgbClr val="97BC62"/>
                </a:solidFill>
                <a:latin typeface="Calibri"/>
              </a:rPr>
              <a:t>7   </a:t>
            </a:r>
            <a:r>
              <a:rPr sz="2200">
                <a:solidFill>
                  <a:srgbClr val="222B22"/>
                </a:solidFill>
                <a:latin typeface="Calibri"/>
              </a:rPr>
              <a:t>The silent place — bringing in the time you heard</a:t>
            </a:r>
          </a:p>
          <a:p>
            <a:pPr>
              <a:spcAft>
                <a:spcPts val="500"/>
              </a:spcAft>
            </a:pPr>
            <a:r>
              <a:rPr sz="2200" b="1">
                <a:solidFill>
                  <a:srgbClr val="97BC62"/>
                </a:solidFill>
                <a:latin typeface="Calibri"/>
              </a:rPr>
              <a:t>8   </a:t>
            </a:r>
            <a:r>
              <a:rPr sz="2200">
                <a:solidFill>
                  <a:srgbClr val="222B22"/>
                </a:solidFill>
                <a:latin typeface="Calibri"/>
              </a:rPr>
              <a:t>Merge and surface</a:t>
            </a:r>
          </a:p>
          <a:p>
            <a:pPr>
              <a:spcAft>
                <a:spcPts val="500"/>
              </a:spcAft>
            </a:pPr>
            <a:r>
              <a:rPr sz="2200" b="1">
                <a:solidFill>
                  <a:srgbClr val="97BC62"/>
                </a:solidFill>
                <a:latin typeface="Calibri"/>
              </a:rPr>
              <a:t>9   </a:t>
            </a:r>
            <a:r>
              <a:rPr sz="2200">
                <a:solidFill>
                  <a:srgbClr val="222B22"/>
                </a:solidFill>
                <a:latin typeface="Calibri"/>
              </a:rPr>
              <a:t>Homework — handout + check-in partners</a:t>
            </a:r>
          </a:p>
          <a:p>
            <a:pPr>
              <a:spcAft>
                <a:spcPts val="500"/>
              </a:spcAft>
            </a:pPr>
            <a:r>
              <a:rPr sz="2200" b="1">
                <a:solidFill>
                  <a:srgbClr val="97BC62"/>
                </a:solidFill>
                <a:latin typeface="Calibri"/>
              </a:rPr>
              <a:t>10  </a:t>
            </a:r>
            <a:r>
              <a:rPr sz="2200">
                <a:solidFill>
                  <a:srgbClr val="222B22"/>
                </a:solidFill>
                <a:latin typeface="Calibri"/>
              </a:rPr>
              <a:t>Leader Feedback Round</a:t>
            </a:r>
          </a:p>
          <a:p>
            <a:pPr>
              <a:spcAft>
                <a:spcPts val="500"/>
              </a:spcAft>
            </a:pPr>
            <a:r>
              <a:rPr sz="2200" b="1">
                <a:solidFill>
                  <a:srgbClr val="97BC62"/>
                </a:solidFill>
                <a:latin typeface="Calibri"/>
              </a:rPr>
              <a:t>11  </a:t>
            </a:r>
            <a:r>
              <a:rPr sz="2200">
                <a:solidFill>
                  <a:srgbClr val="222B22"/>
                </a:solidFill>
                <a:latin typeface="Calibri"/>
              </a:rPr>
              <a:t>Closing container</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161</a:t>
            </a:r>
            <a:endParaRPr sz="1000" b="1">
              <a:solidFill>
                <a:srgbClr val="7A8A6E"/>
              </a:solidFill>
              <a:latin typeface="Calibri"/>
            </a:endParaRPr>
          </a:p>
        </p:txBody>
      </p:sp>
      <p:pic>
        <p:nvPicPr>
          <p:cNvPr id="31" name="Picture 31" descr="the open container bowl"/>
          <p:cNvPicPr>
            <a:picLocks noChangeAspect="1"/>
          </p:cNvPicPr>
          <p:nvPr/>
        </p:nvPicPr>
        <p:blipFill>
          <a:blip r:embed="rId3"/>
          <a:stretch>
            <a:fillRect/>
          </a:stretch>
        </p:blipFill>
        <p:spPr>
          <a:xfrm>
            <a:off x="8001000" y="1554480"/>
            <a:ext cx="3017520" cy="4526280"/>
          </a:xfrm>
          <a:prstGeom prst="rect">
            <a:avLst/>
          </a:prstGeom>
          <a:ln w="76200">
            <a:solidFill>
              <a:srgbClr val="FFFFFF"/>
            </a:solidFill>
          </a:ln>
          <a:effectLst>
            <a:outerShdw blurRad="63500" dist="25400" dir="5400000" rotWithShape="0">
              <a:srgbClr val="000000">
                <a:alpha val="3500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Opening Container — the Eight Steps</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342900" indent="-342900">
              <a:spcAft>
                <a:spcPts val="650"/>
              </a:spcAft>
            </a:pPr>
            <a:r>
              <a:rPr sz="2400" b="1" i="0">
                <a:solidFill>
                  <a:srgbClr val="97BC62"/>
                </a:solidFill>
                <a:latin typeface="Calibri"/>
              </a:rPr>
              <a:t>1   </a:t>
            </a:r>
            <a:r>
              <a:rPr sz="2400" b="0" i="0">
                <a:solidFill>
                  <a:srgbClr val="222B22"/>
                </a:solidFill>
                <a:latin typeface="Calibri"/>
              </a:rPr>
              <a:t>Welcome — five minutes to open the container</a:t>
            </a:r>
          </a:p>
          <a:p>
            <a:pPr marL="342900" indent="-342900">
              <a:spcAft>
                <a:spcPts val="650"/>
              </a:spcAft>
            </a:pPr>
            <a:r>
              <a:rPr sz="2400" b="1" i="0">
                <a:solidFill>
                  <a:srgbClr val="97BC62"/>
                </a:solidFill>
                <a:latin typeface="Calibri"/>
              </a:rPr>
              <a:t>2   </a:t>
            </a:r>
            <a:r>
              <a:rPr sz="2400" b="0" i="0">
                <a:solidFill>
                  <a:srgbClr val="222B22"/>
                </a:solidFill>
                <a:latin typeface="Calibri"/>
              </a:rPr>
              <a:t>Phones silenced and put away</a:t>
            </a:r>
          </a:p>
          <a:p>
            <a:pPr marL="342900" indent="-342900">
              <a:spcAft>
                <a:spcPts val="650"/>
              </a:spcAft>
            </a:pPr>
            <a:r>
              <a:rPr sz="2400" b="1" i="0">
                <a:solidFill>
                  <a:srgbClr val="97BC62"/>
                </a:solidFill>
                <a:latin typeface="Calibri"/>
              </a:rPr>
              <a:t>3   </a:t>
            </a:r>
            <a:r>
              <a:rPr sz="2400" b="0" i="0">
                <a:solidFill>
                  <a:srgbClr val="222B22"/>
                </a:solidFill>
                <a:latin typeface="Calibri"/>
              </a:rPr>
              <a:t>Stand in a circle</a:t>
            </a:r>
          </a:p>
          <a:p>
            <a:pPr marL="342900" indent="-342900">
              <a:spcAft>
                <a:spcPts val="650"/>
              </a:spcAft>
            </a:pPr>
            <a:r>
              <a:rPr sz="2400" b="1" i="0">
                <a:solidFill>
                  <a:srgbClr val="97BC62"/>
                </a:solidFill>
                <a:latin typeface="Calibri"/>
              </a:rPr>
              <a:t>4   </a:t>
            </a:r>
            <a:r>
              <a:rPr sz="2400" b="0" i="0">
                <a:solidFill>
                  <a:srgbClr val="222B22"/>
                </a:solidFill>
                <a:latin typeface="Calibri"/>
              </a:rPr>
              <a:t>One-word check-in — how you actually are, right now</a:t>
            </a:r>
          </a:p>
          <a:p>
            <a:pPr marL="342900" indent="-342900">
              <a:spcAft>
                <a:spcPts val="650"/>
              </a:spcAft>
            </a:pPr>
            <a:r>
              <a:rPr sz="2400" b="1" i="0">
                <a:solidFill>
                  <a:srgbClr val="97BC62"/>
                </a:solidFill>
                <a:latin typeface="Calibri"/>
              </a:rPr>
              <a:t>5   </a:t>
            </a:r>
            <a:r>
              <a:rPr sz="2400" b="0" i="0">
                <a:solidFill>
                  <a:srgbClr val="222B22"/>
                </a:solidFill>
                <a:latin typeface="Calibri"/>
              </a:rPr>
              <a:t>Put out / bring in — set something down; bring a blessing in</a:t>
            </a:r>
          </a:p>
          <a:p>
            <a:pPr marL="342900" indent="-342900">
              <a:spcAft>
                <a:spcPts val="650"/>
              </a:spcAft>
            </a:pPr>
            <a:r>
              <a:rPr sz="2400" b="1" i="0">
                <a:solidFill>
                  <a:srgbClr val="97BC62"/>
                </a:solidFill>
                <a:latin typeface="Calibri"/>
              </a:rPr>
              <a:t>6   </a:t>
            </a:r>
            <a:r>
              <a:rPr sz="2400" b="0" i="0">
                <a:solidFill>
                  <a:srgbClr val="222B22"/>
                </a:solidFill>
                <a:latin typeface="Calibri"/>
              </a:rPr>
              <a:t>Spoken commitment: “I am here. I am paying attention. I am willing to be moved.”</a:t>
            </a:r>
          </a:p>
          <a:p>
            <a:pPr marL="342900" indent="-342900">
              <a:spcAft>
                <a:spcPts val="650"/>
              </a:spcAft>
            </a:pPr>
            <a:r>
              <a:rPr sz="2400" b="1" i="0">
                <a:solidFill>
                  <a:srgbClr val="97BC62"/>
                </a:solidFill>
                <a:latin typeface="Calibri"/>
              </a:rPr>
              <a:t>7   </a:t>
            </a:r>
            <a:r>
              <a:rPr sz="2400" b="0" i="0">
                <a:solidFill>
                  <a:srgbClr val="222B22"/>
                </a:solidFill>
                <a:latin typeface="Calibri"/>
              </a:rPr>
              <a:t>Opening prayer — “Holy Spirit, you are welcome here. Speak. We are listening.”</a:t>
            </a:r>
          </a:p>
          <a:p>
            <a:pPr marL="342900" indent="-342900">
              <a:spcAft>
                <a:spcPts val="650"/>
              </a:spcAft>
            </a:pPr>
            <a:r>
              <a:rPr sz="2400" b="1" i="0">
                <a:solidFill>
                  <a:srgbClr val="97BC62"/>
                </a:solidFill>
                <a:latin typeface="Calibri"/>
              </a:rPr>
              <a:t>8   </a:t>
            </a:r>
            <a:r>
              <a:rPr sz="2400" b="0" i="0">
                <a:solidFill>
                  <a:srgbClr val="222B22"/>
                </a:solidFill>
                <a:latin typeface="Calibri"/>
              </a:rPr>
              <a:t>Sit. Begin.</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162</a:t>
            </a:r>
            <a:endParaRPr sz="1000" b="1">
              <a:solidFill>
                <a:srgbClr val="7A8A6E"/>
              </a:solidFill>
              <a:latin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Check-In — the Garden, and What I’m Not Sure Was God</a:t>
            </a:r>
          </a:p>
        </p:txBody>
      </p:sp>
      <p:sp>
        <p:nvSpPr>
          <p:cNvPr id="4" name="TextBox 4"/>
          <p:cNvSpPr txBox="1"/>
          <p:nvPr/>
        </p:nvSpPr>
        <p:spPr>
          <a:xfrm>
            <a:off x="822960" y="1554480"/>
            <a:ext cx="6675120" cy="4892040"/>
          </a:xfrm>
          <a:prstGeom prst="rect">
            <a:avLst/>
          </a:prstGeom>
          <a:noFill/>
        </p:spPr>
        <p:txBody>
          <a:bodyPr wrap="square" lIns="91440" tIns="91440" rIns="91440" bIns="91440"/>
          <a:lstStyle/>
          <a:p>
            <a:pPr marL="274320" indent="-274320">
              <a:spcAft>
                <a:spcPts val="900"/>
              </a:spcAft>
            </a:pPr>
            <a:r>
              <a:rPr sz="2600" b="1" i="0">
                <a:solidFill>
                  <a:srgbClr val="97BC62"/>
                </a:solidFill>
                <a:latin typeface="Calibri"/>
              </a:rPr>
              <a:t>•  </a:t>
            </a:r>
            <a:r>
              <a:rPr sz="2600" b="0" i="0">
                <a:solidFill>
                  <a:srgbClr val="222B22"/>
                </a:solidFill>
                <a:latin typeface="Calibri"/>
              </a:rPr>
              <a:t>Three returns to the garden — one sentence: how did it go? Did you test what you noticed?</a:t>
            </a:r>
          </a:p>
          <a:p>
            <a:pPr marL="274320" indent="-274320">
              <a:spcAft>
                <a:spcPts val="900"/>
              </a:spcAft>
            </a:pPr>
            <a:r>
              <a:rPr sz="2600" b="1" i="0">
                <a:solidFill>
                  <a:srgbClr val="97BC62"/>
                </a:solidFill>
                <a:latin typeface="Calibri"/>
              </a:rPr>
              <a:t>•  </a:t>
            </a:r>
            <a:r>
              <a:rPr sz="2600" b="0" i="0">
                <a:solidFill>
                  <a:srgbClr val="222B22"/>
                </a:solidFill>
                <a:latin typeface="Calibri"/>
              </a:rPr>
              <a:t>Your preparation sentence: “One thing I’m not sure was God, or one question I’d bring tonight” — say it, or keep it for your pair</a:t>
            </a:r>
          </a:p>
          <a:p>
            <a:pPr marL="274320" indent="-274320">
              <a:spcAft>
                <a:spcPts val="900"/>
              </a:spcAft>
            </a:pPr>
            <a:r>
              <a:rPr sz="2600" b="1" i="0">
                <a:solidFill>
                  <a:srgbClr val="97BC62"/>
                </a:solidFill>
                <a:latin typeface="Calibri"/>
              </a:rPr>
              <a:t>•  </a:t>
            </a:r>
            <a:r>
              <a:rPr sz="2600" b="0" i="0">
                <a:solidFill>
                  <a:srgbClr val="222B22"/>
                </a:solidFill>
                <a:latin typeface="Calibri"/>
              </a:rPr>
              <a:t>One sentence each, voluntary — received without commentary</a:t>
            </a:r>
          </a:p>
          <a:p>
            <a:pPr marL="274320" indent="-274320">
              <a:spcAft>
                <a:spcPts val="900"/>
              </a:spcAft>
            </a:pPr>
            <a:r>
              <a:rPr sz="2600" b="1" i="0">
                <a:solidFill>
                  <a:srgbClr val="97BC62"/>
                </a:solidFill>
                <a:latin typeface="Calibri"/>
              </a:rPr>
              <a:t>–  </a:t>
            </a:r>
            <a:r>
              <a:rPr sz="2600" b="0" i="0">
                <a:solidFill>
                  <a:srgbClr val="222B22"/>
                </a:solidFill>
                <a:latin typeface="Calibri"/>
              </a:rPr>
              <a:t>“Good. The garden is still there. Tonight we bring the questions.”</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163</a:t>
            </a:r>
            <a:endParaRPr sz="1000" b="1">
              <a:solidFill>
                <a:srgbClr val="7A8A6E"/>
              </a:solidFill>
              <a:latin typeface="Calibri"/>
            </a:endParaRPr>
          </a:p>
        </p:txBody>
      </p:sp>
      <p:pic>
        <p:nvPicPr>
          <p:cNvPr id="32" name="Picture 32" descr="trail cairn - the weekly check-in"/>
          <p:cNvPicPr>
            <a:picLocks noChangeAspect="1"/>
          </p:cNvPicPr>
          <p:nvPr/>
        </p:nvPicPr>
        <p:blipFill>
          <a:blip r:embed="rId3"/>
          <a:stretch>
            <a:fillRect/>
          </a:stretch>
        </p:blipFill>
        <p:spPr>
          <a:xfrm>
            <a:off x="8103612" y="1463040"/>
            <a:ext cx="3262379" cy="4892040"/>
          </a:xfrm>
          <a:prstGeom prst="rect">
            <a:avLst/>
          </a:prstGeom>
          <a:ln w="76200">
            <a:solidFill>
              <a:srgbClr val="FFFFFF"/>
            </a:solidFill>
          </a:ln>
          <a:effectLst>
            <a:outerShdw blurRad="63500" dist="25400" dir="5400000" rotWithShape="0">
              <a:srgbClr val="000000">
                <a:alpha val="3500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Mark 9:14–29 — the Scripture Ground</a:t>
            </a:r>
          </a:p>
        </p:txBody>
      </p:sp>
      <p:sp>
        <p:nvSpPr>
          <p:cNvPr id="4" name="TextBox 4"/>
          <p:cNvSpPr txBox="1"/>
          <p:nvPr/>
        </p:nvSpPr>
        <p:spPr>
          <a:xfrm>
            <a:off x="822960" y="1600200"/>
            <a:ext cx="5669280" cy="4572000"/>
          </a:xfrm>
          <a:prstGeom prst="rect">
            <a:avLst/>
          </a:prstGeom>
          <a:noFill/>
        </p:spPr>
        <p:txBody>
          <a:bodyPr wrap="square" lIns="91440" tIns="91440" rIns="91440" bIns="91440"/>
          <a:lstStyle/>
          <a:p>
            <a:pPr marL="274320" indent="-274320">
              <a:spcAft>
                <a:spcPts val="800"/>
              </a:spcAft>
            </a:pPr>
            <a:r>
              <a:rPr sz="2200" b="1" i="0">
                <a:solidFill>
                  <a:srgbClr val="97BC62"/>
                </a:solidFill>
                <a:latin typeface="Calibri"/>
              </a:rPr>
              <a:t>•  </a:t>
            </a:r>
            <a:r>
              <a:rPr sz="2200" b="0" i="0">
                <a:solidFill>
                  <a:srgbClr val="222B22"/>
                </a:solidFill>
                <a:latin typeface="Calibri"/>
              </a:rPr>
              <a:t>The whole scene, read slowly — the desperate father, the failed disciples, the boy in convulsions</a:t>
            </a:r>
          </a:p>
          <a:p>
            <a:pPr marL="274320" indent="-274320">
              <a:spcAft>
                <a:spcPts val="800"/>
              </a:spcAft>
            </a:pPr>
            <a:r>
              <a:rPr sz="2200" b="1" i="0">
                <a:solidFill>
                  <a:srgbClr val="97BC62"/>
                </a:solidFill>
                <a:latin typeface="Calibri"/>
              </a:rPr>
              <a:t>•  </a:t>
            </a:r>
            <a:r>
              <a:rPr sz="2200" b="0" i="0">
                <a:solidFill>
                  <a:srgbClr val="222B22"/>
                </a:solidFill>
                <a:latin typeface="Calibri"/>
              </a:rPr>
              <a:t>He does not pretend the unbelief is not there — he names both at once. And Jesus does not rebuke him; Jesus heals the boy</a:t>
            </a:r>
          </a:p>
          <a:p>
            <a:pPr marL="274320" indent="-274320">
              <a:spcAft>
                <a:spcPts val="800"/>
              </a:spcAft>
            </a:pPr>
            <a:r>
              <a:rPr sz="2200" b="1" i="0">
                <a:solidFill>
                  <a:srgbClr val="97BC62"/>
                </a:solidFill>
                <a:latin typeface="Calibri"/>
              </a:rPr>
              <a:t>•  </a:t>
            </a:r>
            <a:r>
              <a:rPr sz="2200" b="0" i="0">
                <a:solidFill>
                  <a:srgbClr val="222B22"/>
                </a:solidFill>
                <a:latin typeface="Calibri"/>
              </a:rPr>
              <a:t>The unbelief that is named and brought to Jesus is the unbelief that can be released; suppressed, it works as a quiet brake</a:t>
            </a:r>
          </a:p>
          <a:p>
            <a:pPr marL="274320" indent="-274320">
              <a:spcAft>
                <a:spcPts val="800"/>
              </a:spcAft>
            </a:pPr>
            <a:r>
              <a:rPr sz="2200" b="1" i="0">
                <a:solidFill>
                  <a:srgbClr val="97BC62"/>
                </a:solidFill>
                <a:latin typeface="Calibri"/>
              </a:rPr>
              <a:t>•  </a:t>
            </a:r>
            <a:r>
              <a:rPr sz="2200" b="0" i="0">
                <a:solidFill>
                  <a:srgbClr val="222B22"/>
                </a:solidFill>
                <a:latin typeface="Calibri"/>
              </a:rPr>
              <a:t>Tonight is not generating new doubts — it is bringing the ones already there into the open, and bringing them to Jesus</a:t>
            </a:r>
          </a:p>
        </p:txBody>
      </p:sp>
      <p:sp>
        <p:nvSpPr>
          <p:cNvPr id="6" name="TextBox 6"/>
          <p:cNvSpPr txBox="1"/>
          <p:nvPr/>
        </p:nvSpPr>
        <p:spPr>
          <a:xfrm>
            <a:off x="6766560" y="1737360"/>
            <a:ext cx="4663440" cy="2194560"/>
          </a:xfrm>
          <a:prstGeom prst="rect">
            <a:avLst/>
          </a:prstGeom>
          <a:solidFill>
            <a:srgbClr val="F1F6EC"/>
          </a:solidFill>
        </p:spPr>
        <p:txBody>
          <a:bodyPr wrap="square" lIns="91440" tIns="91440" rIns="91440" bIns="91440" anchor="ctr"/>
          <a:lstStyle/>
          <a:p>
            <a:pPr>
              <a:spcAft>
                <a:spcPts val="900"/>
              </a:spcAft>
            </a:pPr>
            <a:r>
              <a:rPr sz="1200" b="1" i="0">
                <a:solidFill>
                  <a:srgbClr val="97BC62"/>
                </a:solidFill>
                <a:latin typeface="Calibri"/>
              </a:rPr>
              <a:t>MARK 9:24</a:t>
            </a:r>
          </a:p>
          <a:p>
            <a:pPr>
              <a:spcAft>
                <a:spcPts val="600"/>
              </a:spcAft>
            </a:pPr>
            <a:r>
              <a:rPr sz="2400" b="0" i="1">
                <a:solidFill>
                  <a:srgbClr val="222B22"/>
                </a:solidFill>
                <a:latin typeface="Cambria"/>
              </a:rPr>
              <a:t>“Immediately the father of the child cried out and said, ‘I believe; help my unbelief!’”</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164</a:t>
            </a:r>
            <a:endParaRPr sz="1000" b="1">
              <a:solidFill>
                <a:srgbClr val="7A8A6E"/>
              </a:solidFill>
              <a:latin typeface="Calibri"/>
            </a:endParaRPr>
          </a:p>
        </p:txBody>
      </p:sp>
      <p:pic>
        <p:nvPicPr>
          <p:cNvPr id="91" name="Picture 91" descr="a sunlit pine trail with mist in the trees"/>
          <p:cNvPicPr>
            <a:picLocks noChangeAspect="1"/>
          </p:cNvPicPr>
          <p:nvPr/>
        </p:nvPicPr>
        <p:blipFill>
          <a:blip r:embed="rId3"/>
          <a:stretch>
            <a:fillRect/>
          </a:stretch>
        </p:blipFill>
        <p:spPr>
          <a:xfrm>
            <a:off x="6766560" y="4160520"/>
            <a:ext cx="4663440" cy="2240280"/>
          </a:xfrm>
          <a:prstGeom prst="rect">
            <a:avLst/>
          </a:prstGeom>
          <a:ln w="76200">
            <a:solidFill>
              <a:srgbClr val="FFFFFF"/>
            </a:solidFill>
          </a:ln>
          <a:effectLst>
            <a:outerShdw blurRad="63500" dist="25400" dir="5400000" rotWithShape="0">
              <a:srgbClr val="000000">
                <a:alpha val="35000"/>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The Any Doubts? Practice — Four Steps</a:t>
            </a:r>
          </a:p>
        </p:txBody>
      </p:sp>
      <p:sp>
        <p:nvSpPr>
          <p:cNvPr id="4" name="TextBox 4"/>
          <p:cNvSpPr txBox="1"/>
          <p:nvPr/>
        </p:nvSpPr>
        <p:spPr>
          <a:xfrm>
            <a:off x="822960" y="1554480"/>
            <a:ext cx="6675120" cy="4892040"/>
          </a:xfrm>
          <a:prstGeom prst="rect">
            <a:avLst/>
          </a:prstGeom>
          <a:noFill/>
        </p:spPr>
        <p:txBody>
          <a:bodyPr wrap="square" lIns="91440" tIns="91440" rIns="91440" bIns="91440"/>
          <a:lstStyle/>
          <a:p>
            <a:pPr marL="342900" indent="-342900">
              <a:spcAft>
                <a:spcPts val="900"/>
              </a:spcAft>
            </a:pPr>
            <a:r>
              <a:rPr sz="1900" b="1" i="0">
                <a:solidFill>
                  <a:srgbClr val="97BC62"/>
                </a:solidFill>
                <a:latin typeface="Calibri"/>
              </a:rPr>
              <a:t>1   </a:t>
            </a:r>
            <a:r>
              <a:rPr sz="1900" b="0" i="0">
                <a:solidFill>
                  <a:srgbClr val="222B22"/>
                </a:solidFill>
                <a:latin typeface="Calibri"/>
              </a:rPr>
              <a:t>NAME — the scripture, then the doubt. Specific, not abstract: “I doubt He hears prayer about this specific thing”</a:t>
            </a:r>
          </a:p>
          <a:p>
            <a:pPr marL="342900" indent="-342900">
              <a:spcAft>
                <a:spcPts val="900"/>
              </a:spcAft>
            </a:pPr>
            <a:r>
              <a:rPr sz="1900" b="1" i="0">
                <a:solidFill>
                  <a:srgbClr val="97BC62"/>
                </a:solidFill>
                <a:latin typeface="Calibri"/>
              </a:rPr>
              <a:t>2   </a:t>
            </a:r>
            <a:r>
              <a:rPr sz="1900" b="0" i="0">
                <a:solidFill>
                  <a:srgbClr val="222B22"/>
                </a:solidFill>
                <a:latin typeface="Calibri"/>
              </a:rPr>
              <a:t>EXAGGERATE — make the doubt bigger, not smaller. You are not endorsing it; you are exposing it</a:t>
            </a:r>
          </a:p>
          <a:p>
            <a:pPr marL="342900" indent="-342900">
              <a:spcAft>
                <a:spcPts val="900"/>
              </a:spcAft>
            </a:pPr>
            <a:r>
              <a:rPr sz="1900" b="1" i="0">
                <a:solidFill>
                  <a:srgbClr val="97BC62"/>
                </a:solidFill>
                <a:latin typeface="Calibri"/>
              </a:rPr>
              <a:t>3   </a:t>
            </a:r>
            <a:r>
              <a:rPr sz="1900" b="0" i="0">
                <a:solidFill>
                  <a:srgbClr val="222B22"/>
                </a:solidFill>
                <a:latin typeface="Calibri"/>
              </a:rPr>
              <a:t>SIT — what does the doubt feel like in your body? Ten or fifteen seconds. Don’t fix it. Feel it</a:t>
            </a:r>
          </a:p>
          <a:p>
            <a:pPr marL="342900" indent="-342900">
              <a:spcAft>
                <a:spcPts val="900"/>
              </a:spcAft>
            </a:pPr>
            <a:r>
              <a:rPr sz="1900" b="1" i="0">
                <a:solidFill>
                  <a:srgbClr val="97BC62"/>
                </a:solidFill>
                <a:latin typeface="Calibri"/>
              </a:rPr>
              <a:t>4   </a:t>
            </a:r>
            <a:r>
              <a:rPr sz="1900" b="0" i="0">
                <a:solidFill>
                  <a:srgbClr val="222B22"/>
                </a:solidFill>
                <a:latin typeface="Calibri"/>
              </a:rPr>
              <a:t>RE-READ — your partner reads the same scripture again, slowly. The Spirit does the work; you do the noticing</a:t>
            </a:r>
          </a:p>
          <a:p>
            <a:pPr marL="342900" indent="-342900">
              <a:spcAft>
                <a:spcPts val="900"/>
              </a:spcAft>
            </a:pPr>
            <a:r>
              <a:rPr sz="1900" b="1" i="0">
                <a:solidFill>
                  <a:srgbClr val="97BC62"/>
                </a:solidFill>
                <a:latin typeface="Calibri"/>
              </a:rPr>
              <a:t>•  </a:t>
            </a:r>
            <a:r>
              <a:rPr sz="1900" b="0" i="0">
                <a:solidFill>
                  <a:srgbClr val="222B22"/>
                </a:solidFill>
                <a:latin typeface="Calibri"/>
              </a:rPr>
              <a:t>Two kinds of doubt: what God has said — these four steps; whether I heard him — the How Did You Know? checks</a:t>
            </a:r>
          </a:p>
          <a:p>
            <a:pPr marL="342900" indent="-342900">
              <a:spcAft>
                <a:spcPts val="900"/>
              </a:spcAft>
            </a:pPr>
            <a:r>
              <a:rPr sz="1900" b="1" i="0">
                <a:solidFill>
                  <a:srgbClr val="97BC62"/>
                </a:solidFill>
                <a:latin typeface="Calibri"/>
              </a:rPr>
              <a:t>•  </a:t>
            </a:r>
            <a:r>
              <a:rPr sz="1900" b="0" i="0">
                <a:solidFill>
                  <a:srgbClr val="222B22"/>
                </a:solidFill>
                <a:latin typeface="Calibri"/>
              </a:rPr>
              <a:t>Watch the demo — specific, honest, brief, and unresolved-but-honest is the gift</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165</a:t>
            </a:r>
            <a:endParaRPr sz="1000" b="1">
              <a:solidFill>
                <a:srgbClr val="7A8A6E"/>
              </a:solidFill>
              <a:latin typeface="Calibri"/>
            </a:endParaRPr>
          </a:p>
        </p:txBody>
      </p:sp>
      <p:pic>
        <p:nvPicPr>
          <p:cNvPr id="91" name="Picture 91" descr="soft rays of light falling through fog onto a forest road"/>
          <p:cNvPicPr>
            <a:picLocks noChangeAspect="1"/>
          </p:cNvPicPr>
          <p:nvPr/>
        </p:nvPicPr>
        <p:blipFill>
          <a:blip r:embed="rId3"/>
          <a:stretch>
            <a:fillRect/>
          </a:stretch>
        </p:blipFill>
        <p:spPr>
          <a:xfrm>
            <a:off x="7696962" y="1463040"/>
            <a:ext cx="3669030" cy="4892040"/>
          </a:xfrm>
          <a:prstGeom prst="rect">
            <a:avLst/>
          </a:prstGeom>
          <a:ln w="76200">
            <a:solidFill>
              <a:srgbClr val="FFFFFF"/>
            </a:solidFill>
          </a:ln>
          <a:effectLst>
            <a:outerShdw blurRad="63500" dist="25400" dir="5400000" rotWithShape="0">
              <a:srgbClr val="000000">
                <a:alpha val="35000"/>
              </a:srgbClr>
            </a:outerShdw>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Bridge to the Split — Parents First</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274320" indent="-274320">
              <a:spcAft>
                <a:spcPts val="900"/>
              </a:spcAft>
            </a:pPr>
            <a:r>
              <a:rPr sz="2400" b="1" i="0">
                <a:solidFill>
                  <a:srgbClr val="97BC62"/>
                </a:solidFill>
                <a:latin typeface="Calibri"/>
              </a:rPr>
              <a:t>•  </a:t>
            </a:r>
            <a:r>
              <a:rPr sz="2400" b="0" i="0">
                <a:solidFill>
                  <a:srgbClr val="222B22"/>
                </a:solidFill>
                <a:latin typeface="Calibri"/>
              </a:rPr>
              <a:t>Take the practice card from your chair — Name · Exaggerate · Sit · Re-read. Pairs form within your own family, a parent with their own teen</a:t>
            </a:r>
          </a:p>
          <a:p>
            <a:pPr marL="274320" indent="-274320">
              <a:spcAft>
                <a:spcPts val="900"/>
              </a:spcAft>
            </a:pPr>
            <a:r>
              <a:rPr sz="2400" b="1" i="0">
                <a:solidFill>
                  <a:srgbClr val="97BC62"/>
                </a:solidFill>
                <a:latin typeface="Calibri"/>
              </a:rPr>
              <a:t>•  </a:t>
            </a:r>
            <a:r>
              <a:rPr sz="2400" b="0" i="0">
                <a:solidFill>
                  <a:srgbClr val="222B22"/>
                </a:solidFill>
                <a:latin typeface="Calibri"/>
              </a:rPr>
              <a:t>In every pair the parent goes first — arranged this week; nobody is being put on the spot tonight</a:t>
            </a:r>
          </a:p>
          <a:p>
            <a:pPr marL="685800" indent="-274320">
              <a:spcAft>
                <a:spcPts val="700"/>
              </a:spcAft>
            </a:pPr>
            <a:r>
              <a:rPr sz="1800" b="1" i="0">
                <a:solidFill>
                  <a:srgbClr val="97BC62"/>
                </a:solidFill>
                <a:latin typeface="Calibri"/>
              </a:rPr>
              <a:t>–  </a:t>
            </a:r>
            <a:r>
              <a:rPr sz="1800" b="0" i="1">
                <a:solidFill>
                  <a:srgbClr val="222B22"/>
                </a:solidFill>
                <a:latin typeface="Calibri"/>
              </a:rPr>
              <a:t>“Teens: you go second, and you choose your own depth. A small doubt is enough. Passing is enough.”</a:t>
            </a:r>
          </a:p>
          <a:p>
            <a:pPr marL="274320" indent="-274320">
              <a:spcAft>
                <a:spcPts val="900"/>
              </a:spcAft>
            </a:pPr>
            <a:r>
              <a:rPr sz="2400" b="1" i="0">
                <a:solidFill>
                  <a:srgbClr val="97BC62"/>
                </a:solidFill>
                <a:latin typeface="Calibri"/>
              </a:rPr>
              <a:t>•  </a:t>
            </a:r>
            <a:r>
              <a:rPr sz="2400" b="0" i="0">
                <a:solidFill>
                  <a:srgbClr val="222B22"/>
                </a:solidFill>
                <a:latin typeface="Calibri"/>
              </a:rPr>
              <a:t>No scripture in mind? Pick one with a flicker for you, not a hurricane</a:t>
            </a:r>
          </a:p>
          <a:p>
            <a:pPr marL="685800" indent="-274320">
              <a:spcAft>
                <a:spcPts val="650"/>
              </a:spcAft>
            </a:pPr>
            <a:r>
              <a:rPr sz="1800" b="1" i="0">
                <a:solidFill>
                  <a:srgbClr val="97BC62"/>
                </a:solidFill>
                <a:latin typeface="Calibri"/>
              </a:rPr>
              <a:t>–  </a:t>
            </a:r>
            <a:r>
              <a:rPr sz="1800" b="0" i="0">
                <a:solidFill>
                  <a:srgbClr val="222B22"/>
                </a:solidFill>
                <a:latin typeface="Calibri"/>
              </a:rPr>
              <a:t>Romans 8:28 · Jeremiah 29:11 · Psalm 139:13–16 · John 14:1–3 · Romans 8:38–39 · James 1:5</a:t>
            </a:r>
          </a:p>
          <a:p>
            <a:pPr marL="274320" indent="-274320">
              <a:spcAft>
                <a:spcPts val="900"/>
              </a:spcAft>
            </a:pPr>
            <a:r>
              <a:rPr sz="2400" b="1" i="0">
                <a:solidFill>
                  <a:srgbClr val="97BC62"/>
                </a:solidFill>
                <a:latin typeface="Calibri"/>
              </a:rPr>
              <a:t>•  </a:t>
            </a:r>
            <a:r>
              <a:rPr sz="2400" b="0" i="0">
                <a:solidFill>
                  <a:srgbClr val="222B22"/>
                </a:solidFill>
                <a:latin typeface="Calibri"/>
              </a:rPr>
              <a:t>Partners: read, listen, re-read. Not fix. Not theologize. “We are not arguing the doubt. We are bringing it.”</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166</a:t>
            </a:r>
            <a:endParaRPr sz="1000" b="1">
              <a:solidFill>
                <a:srgbClr val="7A8A6E"/>
              </a:solidFill>
              <a:latin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Any Doubts? in Pairs, within Families</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342900" indent="-342900">
              <a:spcAft>
                <a:spcPts val="750"/>
              </a:spcAft>
            </a:pPr>
            <a:r>
              <a:rPr sz="2400" b="1" i="0">
                <a:solidFill>
                  <a:srgbClr val="97BC62"/>
                </a:solidFill>
                <a:latin typeface="Calibri"/>
              </a:rPr>
              <a:t>1   </a:t>
            </a:r>
            <a:r>
              <a:rPr sz="2400" b="0" i="0">
                <a:solidFill>
                  <a:srgbClr val="222B22"/>
                </a:solidFill>
                <a:latin typeface="Calibri"/>
              </a:rPr>
              <a:t>Pick a scripture; your partner reads it slowly — from the physical Bible if possible</a:t>
            </a:r>
          </a:p>
          <a:p>
            <a:pPr marL="342900" indent="-342900">
              <a:spcAft>
                <a:spcPts val="750"/>
              </a:spcAft>
            </a:pPr>
            <a:r>
              <a:rPr sz="2400" b="1" i="0">
                <a:solidFill>
                  <a:srgbClr val="97BC62"/>
                </a:solidFill>
                <a:latin typeface="Calibri"/>
              </a:rPr>
              <a:t>2   </a:t>
            </a:r>
            <a:r>
              <a:rPr sz="2400" b="0" i="0">
                <a:solidFill>
                  <a:srgbClr val="222B22"/>
                </a:solidFill>
                <a:latin typeface="Calibri"/>
              </a:rPr>
              <a:t>“What I notice is ___. The doubt I am holding is ___.” — specific</a:t>
            </a:r>
          </a:p>
          <a:p>
            <a:pPr marL="342900" indent="-342900">
              <a:spcAft>
                <a:spcPts val="750"/>
              </a:spcAft>
            </a:pPr>
            <a:r>
              <a:rPr sz="2400" b="1" i="0">
                <a:solidFill>
                  <a:srgbClr val="97BC62"/>
                </a:solidFill>
                <a:latin typeface="Calibri"/>
              </a:rPr>
              <a:t>3   </a:t>
            </a:r>
            <a:r>
              <a:rPr sz="2400" b="0" i="0">
                <a:solidFill>
                  <a:srgbClr val="222B22"/>
                </a:solidFill>
                <a:latin typeface="Calibri"/>
              </a:rPr>
              <a:t>Exaggerate it, then sit with the feeling for 10–20 seconds</a:t>
            </a:r>
          </a:p>
          <a:p>
            <a:pPr marL="342900" indent="-342900">
              <a:spcAft>
                <a:spcPts val="750"/>
              </a:spcAft>
            </a:pPr>
            <a:r>
              <a:rPr sz="2400" b="1" i="0">
                <a:solidFill>
                  <a:srgbClr val="97BC62"/>
                </a:solidFill>
                <a:latin typeface="Calibri"/>
              </a:rPr>
              <a:t>4   </a:t>
            </a:r>
            <a:r>
              <a:rPr sz="2400" b="0" i="0">
                <a:solidFill>
                  <a:srgbClr val="222B22"/>
                </a:solidFill>
                <a:latin typeface="Calibri"/>
              </a:rPr>
              <a:t>“Read it again, please.” Then: “What I notice this time is ___.”</a:t>
            </a:r>
          </a:p>
          <a:p>
            <a:pPr marL="274320" indent="-274320">
              <a:spcAft>
                <a:spcPts val="750"/>
              </a:spcAft>
            </a:pPr>
            <a:r>
              <a:rPr sz="2400" b="1" i="0">
                <a:solidFill>
                  <a:srgbClr val="97BC62"/>
                </a:solidFill>
                <a:latin typeface="Calibri"/>
              </a:rPr>
              <a:t>•  </a:t>
            </a:r>
            <a:r>
              <a:rPr sz="2400" b="0" i="0">
                <a:solidFill>
                  <a:srgbClr val="222B22"/>
                </a:solidFill>
                <a:latin typeface="Calibri"/>
              </a:rPr>
              <a:t>The parent’s turn first, then switch — the teen at their own depth; pass-anytime holds</a:t>
            </a:r>
          </a:p>
          <a:p>
            <a:pPr marL="274320" indent="-274320">
              <a:spcAft>
                <a:spcPts val="750"/>
              </a:spcAft>
            </a:pPr>
            <a:r>
              <a:rPr sz="2400" b="1" i="0">
                <a:solidFill>
                  <a:srgbClr val="97BC62"/>
                </a:solidFill>
                <a:latin typeface="Calibri"/>
              </a:rPr>
              <a:t>•  </a:t>
            </a:r>
            <a:r>
              <a:rPr sz="2400" b="0" i="0">
                <a:solidFill>
                  <a:srgbClr val="222B22"/>
                </a:solidFill>
                <a:latin typeface="Calibri"/>
              </a:rPr>
              <a:t>Two agreements: you are not arguing or fixing the doubt — and nothing leaves your pair</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167</a:t>
            </a:r>
            <a:endParaRPr sz="1000" b="1">
              <a:solidFill>
                <a:srgbClr val="7A8A6E"/>
              </a:solidFill>
              <a:latin typeface="Calibri"/>
            </a:endParaRP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The Silent Place — Bringing In the Time You Heard</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342900" indent="-342900">
              <a:spcAft>
                <a:spcPts val="750"/>
              </a:spcAft>
            </a:pPr>
            <a:r>
              <a:rPr sz="2000" b="1" i="0">
                <a:solidFill>
                  <a:srgbClr val="97BC62"/>
                </a:solidFill>
                <a:latin typeface="Calibri"/>
              </a:rPr>
              <a:t>1   </a:t>
            </a:r>
            <a:r>
              <a:rPr sz="2000" b="0" i="0">
                <a:solidFill>
                  <a:srgbClr val="222B22"/>
                </a:solidFill>
                <a:latin typeface="Calibri"/>
              </a:rPr>
              <a:t>Settle (1 min) — breathe; be present; he is here</a:t>
            </a:r>
          </a:p>
          <a:p>
            <a:pPr marL="342900" indent="-342900">
              <a:spcAft>
                <a:spcPts val="750"/>
              </a:spcAft>
            </a:pPr>
            <a:r>
              <a:rPr sz="2000" b="1" i="0">
                <a:solidFill>
                  <a:srgbClr val="97BC62"/>
                </a:solidFill>
                <a:latin typeface="Calibri"/>
              </a:rPr>
              <a:t>2   </a:t>
            </a:r>
            <a:r>
              <a:rPr sz="2000" b="0" i="0">
                <a:solidFill>
                  <a:srgbClr val="222B22"/>
                </a:solidFill>
                <a:latin typeface="Calibri"/>
              </a:rPr>
              <a:t>Remember (2 min) — a time or place where God seemed silent: a dry spell, a prayer that met nothing. Get clear on it</a:t>
            </a:r>
          </a:p>
          <a:p>
            <a:pPr marL="342900" indent="-342900">
              <a:spcAft>
                <a:spcPts val="750"/>
              </a:spcAft>
            </a:pPr>
            <a:r>
              <a:rPr sz="2000" b="1" i="0">
                <a:solidFill>
                  <a:srgbClr val="97BC62"/>
                </a:solidFill>
                <a:latin typeface="Calibri"/>
              </a:rPr>
              <a:t>3   </a:t>
            </a:r>
            <a:r>
              <a:rPr sz="2000" b="0" i="0">
                <a:solidFill>
                  <a:srgbClr val="222B22"/>
                </a:solidFill>
                <a:latin typeface="Calibri"/>
              </a:rPr>
              <a:t>Bring in the time you heard — the memory from the Garden evening: what it looked, sounded, felt like</a:t>
            </a:r>
          </a:p>
          <a:p>
            <a:pPr marL="342900" indent="-342900">
              <a:spcAft>
                <a:spcPts val="750"/>
              </a:spcAft>
            </a:pPr>
            <a:r>
              <a:rPr sz="2000" b="1" i="0">
                <a:solidFill>
                  <a:srgbClr val="97BC62"/>
                </a:solidFill>
                <a:latin typeface="Calibri"/>
              </a:rPr>
              <a:t>4   </a:t>
            </a:r>
            <a:r>
              <a:rPr sz="2000" b="0" i="0">
                <a:solidFill>
                  <a:srgbClr val="222B22"/>
                </a:solidFill>
                <a:latin typeface="Calibri"/>
              </a:rPr>
              <a:t>Invite Jesus into the silent place (4 min) — give him permission to do or say anything he wishes; see what he does</a:t>
            </a:r>
          </a:p>
          <a:p>
            <a:pPr marL="342900" indent="-342900">
              <a:spcAft>
                <a:spcPts val="750"/>
              </a:spcAft>
            </a:pPr>
            <a:r>
              <a:rPr sz="2000" b="1" i="0">
                <a:solidFill>
                  <a:srgbClr val="97BC62"/>
                </a:solidFill>
                <a:latin typeface="Calibri"/>
              </a:rPr>
              <a:t>5   </a:t>
            </a:r>
            <a:r>
              <a:rPr sz="2000" b="0" i="0">
                <a:solidFill>
                  <a:srgbClr val="222B22"/>
                </a:solidFill>
                <a:latin typeface="Calibri"/>
              </a:rPr>
              <a:t>Write (3 min) — what did he do? Is something blocking, or in the way? What might be the downside of a deeper connection?</a:t>
            </a:r>
          </a:p>
          <a:p>
            <a:pPr marL="342900" indent="-342900">
              <a:spcAft>
                <a:spcPts val="750"/>
              </a:spcAft>
            </a:pPr>
            <a:r>
              <a:rPr sz="2000" b="1" i="0">
                <a:solidFill>
                  <a:srgbClr val="97BC62"/>
                </a:solidFill>
                <a:latin typeface="Calibri"/>
              </a:rPr>
              <a:t>6   </a:t>
            </a:r>
            <a:r>
              <a:rPr sz="2000" b="0" i="0">
                <a:solidFill>
                  <a:srgbClr val="222B22"/>
                </a:solidFill>
                <a:latin typeface="Calibri"/>
              </a:rPr>
              <a:t>Share (2 min) — optional, one circle, by invitation; received with “Thank you.”</a:t>
            </a:r>
          </a:p>
          <a:p>
            <a:pPr marL="342900" indent="-342900">
              <a:spcAft>
                <a:spcPts val="750"/>
              </a:spcAft>
            </a:pPr>
            <a:r>
              <a:rPr sz="2000" b="1" i="0">
                <a:solidFill>
                  <a:srgbClr val="97BC62"/>
                </a:solidFill>
                <a:latin typeface="Calibri"/>
              </a:rPr>
              <a:t>•  </a:t>
            </a:r>
            <a:r>
              <a:rPr sz="2000" b="0" i="0">
                <a:solidFill>
                  <a:srgbClr val="222B22"/>
                </a:solidFill>
                <a:latin typeface="Calibri"/>
              </a:rPr>
              <a:t>If nothing comes, that is honest. Silence is not a verdict on you</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168</a:t>
            </a:r>
            <a:endParaRPr sz="1000" b="1">
              <a:solidFill>
                <a:srgbClr val="7A8A6E"/>
              </a:solidFill>
              <a:latin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Merge and Surface</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274320" indent="-274320">
              <a:spcAft>
                <a:spcPts val="900"/>
              </a:spcAft>
            </a:pPr>
            <a:r>
              <a:rPr sz="2800" b="1" i="0">
                <a:solidFill>
                  <a:srgbClr val="97BC62"/>
                </a:solidFill>
                <a:latin typeface="Calibri"/>
              </a:rPr>
              <a:t>•  </a:t>
            </a:r>
            <a:r>
              <a:rPr sz="2800" b="0" i="0">
                <a:solidFill>
                  <a:srgbClr val="222B22"/>
                </a:solidFill>
                <a:latin typeface="Calibri"/>
              </a:rPr>
              <a:t>What happened in your pair stays in your pair — no one will be asked to share a doubt or a scripture</a:t>
            </a:r>
          </a:p>
          <a:p>
            <a:pPr marL="274320" indent="-274320">
              <a:spcAft>
                <a:spcPts val="900"/>
              </a:spcAft>
            </a:pPr>
            <a:r>
              <a:rPr sz="2800" b="1" i="0">
                <a:solidFill>
                  <a:srgbClr val="97BC62"/>
                </a:solidFill>
                <a:latin typeface="Calibri"/>
              </a:rPr>
              <a:t>•  </a:t>
            </a:r>
            <a:r>
              <a:rPr sz="2800" b="0" i="0">
                <a:solidFill>
                  <a:srgbClr val="222B22"/>
                </a:solidFill>
                <a:latin typeface="Calibri"/>
              </a:rPr>
              <a:t>“One word about what the practice was like. Not the doubt — the practice.”</a:t>
            </a:r>
          </a:p>
          <a:p>
            <a:pPr marL="685800" indent="-274320">
              <a:spcAft>
                <a:spcPts val="700"/>
              </a:spcAft>
            </a:pPr>
            <a:r>
              <a:rPr sz="2000" b="1" i="0">
                <a:solidFill>
                  <a:srgbClr val="97BC62"/>
                </a:solidFill>
                <a:latin typeface="Calibri"/>
              </a:rPr>
              <a:t>–  </a:t>
            </a:r>
            <a:r>
              <a:rPr sz="2000" b="0" i="1">
                <a:solidFill>
                  <a:srgbClr val="222B22"/>
                </a:solidFill>
                <a:latin typeface="Calibri"/>
              </a:rPr>
              <a:t>“Surprising.” “Heavy.” “Quiet.” “Awkward.” “Honest.” “Lighter.” Pass anytime</a:t>
            </a:r>
          </a:p>
          <a:p>
            <a:pPr marL="274320" indent="-274320">
              <a:spcAft>
                <a:spcPts val="900"/>
              </a:spcAft>
            </a:pPr>
            <a:r>
              <a:rPr sz="2800" b="1" i="0">
                <a:solidFill>
                  <a:srgbClr val="97BC62"/>
                </a:solidFill>
                <a:latin typeface="Calibri"/>
              </a:rPr>
              <a:t>•  </a:t>
            </a:r>
            <a:r>
              <a:rPr sz="2800" b="0" i="0">
                <a:solidFill>
                  <a:srgbClr val="222B22"/>
                </a:solidFill>
                <a:latin typeface="Calibri"/>
              </a:rPr>
              <a:t>This practice fits in five minutes alone, or twenty with a friend — a way of bringing your real questions to God for the rest of your life</a:t>
            </a:r>
          </a:p>
          <a:p>
            <a:pPr marL="274320" indent="-274320">
              <a:spcAft>
                <a:spcPts val="900"/>
              </a:spcAft>
            </a:pPr>
            <a:r>
              <a:rPr sz="2800" b="1" i="0">
                <a:solidFill>
                  <a:srgbClr val="97BC62"/>
                </a:solidFill>
                <a:latin typeface="Calibri"/>
              </a:rPr>
              <a:t>•  </a:t>
            </a:r>
            <a:r>
              <a:rPr sz="2800" b="0" i="0">
                <a:solidFill>
                  <a:srgbClr val="222B22"/>
                </a:solidFill>
                <a:latin typeface="Calibri"/>
              </a:rPr>
              <a:t>“The resolution is the Spirit’s work. The naming is yours. We do the naming. He does what only He can.”</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169</a:t>
            </a:r>
            <a:endParaRPr sz="1000" b="1">
              <a:solidFill>
                <a:srgbClr val="7A8A6E"/>
              </a:solidFill>
              <a:latin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Homework — Two Weeks, Four Parts — the Doubts Inventory</a:t>
            </a:r>
          </a:p>
        </p:txBody>
      </p:sp>
      <p:sp>
        <p:nvSpPr>
          <p:cNvPr id="4" name="TextBox 4"/>
          <p:cNvSpPr txBox="1"/>
          <p:nvPr/>
        </p:nvSpPr>
        <p:spPr>
          <a:xfrm>
            <a:off x="822960" y="1554480"/>
            <a:ext cx="6675120" cy="4892040"/>
          </a:xfrm>
          <a:prstGeom prst="rect">
            <a:avLst/>
          </a:prstGeom>
          <a:noFill/>
        </p:spPr>
        <p:txBody>
          <a:bodyPr wrap="square" lIns="91440" tIns="91440" rIns="91440" bIns="91440"/>
          <a:lstStyle/>
          <a:p>
            <a:pPr marL="274320" indent="-274320">
              <a:spcAft>
                <a:spcPts val="750"/>
              </a:spcAft>
            </a:pPr>
            <a:r>
              <a:rPr sz="2000" b="1" i="0">
                <a:solidFill>
                  <a:srgbClr val="97BC62"/>
                </a:solidFill>
                <a:latin typeface="Calibri"/>
              </a:rPr>
              <a:t>•  </a:t>
            </a:r>
            <a:r>
              <a:rPr sz="2000" b="0" i="0">
                <a:solidFill>
                  <a:srgbClr val="222B22"/>
                </a:solidFill>
                <a:latin typeface="Calibri"/>
              </a:rPr>
              <a:t>Week one: the Personal Doubts Inventory — twenty minutes with your journal, once</a:t>
            </a:r>
          </a:p>
          <a:p>
            <a:pPr marL="274320" indent="-274320">
              <a:spcAft>
                <a:spcPts val="750"/>
              </a:spcAft>
            </a:pPr>
            <a:r>
              <a:rPr sz="2000" b="1" i="0">
                <a:solidFill>
                  <a:srgbClr val="97BC62"/>
                </a:solidFill>
                <a:latin typeface="Calibri"/>
              </a:rPr>
              <a:t>1   </a:t>
            </a:r>
            <a:r>
              <a:rPr sz="2000" b="0" i="0">
                <a:solidFill>
                  <a:srgbClr val="222B22"/>
                </a:solidFill>
                <a:latin typeface="Calibri"/>
              </a:rPr>
              <a:t>List 5–10 scriptures you say you believe; rate your honest trust, 1–5</a:t>
            </a:r>
          </a:p>
          <a:p>
            <a:pPr marL="274320" indent="-274320">
              <a:spcAft>
                <a:spcPts val="750"/>
              </a:spcAft>
            </a:pPr>
            <a:r>
              <a:rPr sz="2000" b="1" i="0">
                <a:solidFill>
                  <a:srgbClr val="97BC62"/>
                </a:solidFill>
                <a:latin typeface="Calibri"/>
              </a:rPr>
              <a:t>2   </a:t>
            </a:r>
            <a:r>
              <a:rPr sz="2000" b="0" i="0">
                <a:solidFill>
                  <a:srgbClr val="222B22"/>
                </a:solidFill>
                <a:latin typeface="Calibri"/>
              </a:rPr>
              <a:t>For the two or three with the most hesitation — write the specific doubt, then sit with it</a:t>
            </a:r>
          </a:p>
          <a:p>
            <a:pPr marL="274320" indent="-274320">
              <a:spcAft>
                <a:spcPts val="750"/>
              </a:spcAft>
            </a:pPr>
            <a:r>
              <a:rPr sz="2000" b="1" i="0">
                <a:solidFill>
                  <a:srgbClr val="97BC62"/>
                </a:solidFill>
                <a:latin typeface="Calibri"/>
              </a:rPr>
              <a:t>•  </a:t>
            </a:r>
            <a:r>
              <a:rPr sz="2000" b="0" i="0">
                <a:solidFill>
                  <a:srgbClr val="222B22"/>
                </a:solidFill>
                <a:latin typeface="Calibri"/>
              </a:rPr>
              <a:t>Week two, two journal questions: Is there something I heard and did not obey? What is at risk for me to hear?</a:t>
            </a:r>
          </a:p>
          <a:p>
            <a:pPr marL="274320" indent="-274320">
              <a:spcAft>
                <a:spcPts val="750"/>
              </a:spcAft>
            </a:pPr>
            <a:r>
              <a:rPr sz="2000" b="1" i="0">
                <a:solidFill>
                  <a:srgbClr val="97BC62"/>
                </a:solidFill>
                <a:latin typeface="Calibri"/>
              </a:rPr>
              <a:t>•  </a:t>
            </a:r>
            <a:r>
              <a:rPr sz="2000" b="0" i="0">
                <a:solidFill>
                  <a:srgbClr val="222B22"/>
                </a:solidFill>
                <a:latin typeface="Calibri"/>
              </a:rPr>
              <a:t>Not sure something was God? Test it with the How Did You Know? card — in company</a:t>
            </a:r>
          </a:p>
          <a:p>
            <a:pPr marL="274320" indent="-274320">
              <a:spcAft>
                <a:spcPts val="750"/>
              </a:spcAft>
            </a:pPr>
            <a:r>
              <a:rPr sz="2000" b="1" i="0">
                <a:solidFill>
                  <a:srgbClr val="97BC62"/>
                </a:solidFill>
                <a:latin typeface="Calibri"/>
              </a:rPr>
              <a:t>•  </a:t>
            </a:r>
            <a:r>
              <a:rPr sz="2000" b="0" i="0">
                <a:solidFill>
                  <a:srgbClr val="222B22"/>
                </a:solidFill>
                <a:latin typeface="Calibri"/>
              </a:rPr>
              <a:t>No shame. Just data. Yours alone — never turned in, never seen by the team</a:t>
            </a:r>
          </a:p>
          <a:p>
            <a:pPr marL="274320" indent="-274320">
              <a:spcAft>
                <a:spcPts val="750"/>
              </a:spcAft>
            </a:pPr>
            <a:r>
              <a:rPr sz="2000" b="1" i="0">
                <a:solidFill>
                  <a:srgbClr val="97BC62"/>
                </a:solidFill>
                <a:latin typeface="Calibri"/>
              </a:rPr>
              <a:t>•  </a:t>
            </a:r>
            <a:r>
              <a:rPr sz="2000" b="0" i="0">
                <a:solidFill>
                  <a:srgbClr val="222B22"/>
                </a:solidFill>
                <a:latin typeface="Calibri"/>
              </a:rPr>
              <a:t>The Quarterly Pulse goes home tonight — three questions, five minutes; bring it back next evening</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170</a:t>
            </a:r>
            <a:endParaRPr sz="1000" b="1">
              <a:solidFill>
                <a:srgbClr val="7A8A6E"/>
              </a:solidFill>
              <a:latin typeface="Calibri"/>
            </a:endParaRPr>
          </a:p>
        </p:txBody>
      </p:sp>
      <p:pic>
        <p:nvPicPr>
          <p:cNvPr id="33" name="Picture 33" descr="seedling - what grows between Wednesdays"/>
          <p:cNvPicPr>
            <a:picLocks noChangeAspect="1"/>
          </p:cNvPicPr>
          <p:nvPr/>
        </p:nvPicPr>
        <p:blipFill>
          <a:blip r:embed="rId3"/>
          <a:stretch>
            <a:fillRect/>
          </a:stretch>
        </p:blipFill>
        <p:spPr>
          <a:xfrm>
            <a:off x="8103612" y="1463040"/>
            <a:ext cx="3262379" cy="4892040"/>
          </a:xfrm>
          <a:prstGeom prst="rect">
            <a:avLst/>
          </a:prstGeom>
          <a:ln w="76200">
            <a:solidFill>
              <a:srgbClr val="FFFFFF"/>
            </a:solidFill>
          </a:ln>
          <a:effectLst>
            <a:outerShdw blurRad="63500" dist="25400" dir="5400000" rotWithShape="0">
              <a:srgbClr val="000000">
                <a:alpha val="35000"/>
              </a:srgbClr>
            </a:outerShdw>
          </a:effectLst>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515600" cy="822960"/>
          </a:xfrm>
          <a:prstGeom prst="rect">
            <a:avLst/>
          </a:prstGeom>
          <a:noFill/>
        </p:spPr>
        <p:txBody>
          <a:bodyPr wrap="square">
            <a:spAutoFit/>
          </a:bodyPr>
          <a:lstStyle/>
          <a:p>
            <a:r>
              <a:rPr sz="2800" b="1">
                <a:solidFill>
                  <a:srgbClr val="2C5F2D"/>
                </a:solidFill>
                <a:latin typeface="Cambria"/>
              </a:rPr>
              <a:t>The Take-Home Sheet — the Daily Rhythm</a:t>
            </a:r>
          </a:p>
        </p:txBody>
      </p:sp>
      <p:pic>
        <p:nvPicPr>
          <p:cNvPr id="4" name="Picture 3" descr="s11_part1.png"/>
          <p:cNvPicPr>
            <a:picLocks noChangeAspect="1"/>
          </p:cNvPicPr>
          <p:nvPr/>
        </p:nvPicPr>
        <p:blipFill>
          <a:blip r:embed="rId2"/>
          <a:stretch>
            <a:fillRect/>
          </a:stretch>
        </p:blipFill>
        <p:spPr>
          <a:xfrm>
            <a:off x="1798167" y="1463040"/>
            <a:ext cx="8595360" cy="4039819"/>
          </a:xfrm>
          <a:prstGeom prst="rect">
            <a:avLst/>
          </a:prstGeom>
          <a:ln w="12700">
            <a:solidFill>
              <a:srgbClr val="C8C8C8"/>
            </a:solidFill>
          </a:ln>
        </p:spPr>
      </p:pic>
      <p:sp>
        <p:nvSpPr>
          <p:cNvPr id="5" name="TextBox 4"/>
          <p:cNvSpPr txBox="1"/>
          <p:nvPr/>
        </p:nvSpPr>
        <p:spPr>
          <a:xfrm>
            <a:off x="822960" y="6355080"/>
            <a:ext cx="10515600" cy="411480"/>
          </a:xfrm>
          <a:prstGeom prst="rect">
            <a:avLst/>
          </a:prstGeom>
          <a:noFill/>
        </p:spPr>
        <p:txBody>
          <a:bodyPr wrap="square">
            <a:spAutoFit/>
          </a:bodyPr>
          <a:lstStyle/>
          <a:p>
            <a:r>
              <a:rPr sz="1400" i="1">
                <a:solidFill>
                  <a:srgbClr val="595959"/>
                </a:solidFill>
                <a:latin typeface="Calibri"/>
              </a:rPr>
              <a:t>Handed out now — this is the sheet in your hands.</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171</a:t>
            </a:r>
            <a:endParaRPr sz="1000" b="1">
              <a:solidFill>
                <a:srgbClr val="7A8A6E"/>
              </a:solidFill>
              <a:latin typeface="Calibri"/>
            </a:endParaRP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515600" cy="822960"/>
          </a:xfrm>
          <a:prstGeom prst="rect">
            <a:avLst/>
          </a:prstGeom>
          <a:noFill/>
        </p:spPr>
        <p:txBody>
          <a:bodyPr wrap="square">
            <a:spAutoFit/>
          </a:bodyPr>
          <a:lstStyle/>
          <a:p>
            <a:r>
              <a:rPr sz="2800" b="1">
                <a:solidFill>
                  <a:srgbClr val="2C5F2D"/>
                </a:solidFill>
                <a:latin typeface="Cambria"/>
              </a:rPr>
              <a:t>The Take-Home Sheet — the Four Parts</a:t>
            </a:r>
          </a:p>
        </p:txBody>
      </p:sp>
      <p:pic>
        <p:nvPicPr>
          <p:cNvPr id="4" name="Picture 3" descr="s11_part2.png"/>
          <p:cNvPicPr>
            <a:picLocks noChangeAspect="1"/>
          </p:cNvPicPr>
          <p:nvPr/>
        </p:nvPicPr>
        <p:blipFill>
          <a:blip r:embed="rId2"/>
          <a:stretch>
            <a:fillRect/>
          </a:stretch>
        </p:blipFill>
        <p:spPr>
          <a:xfrm>
            <a:off x="2433167" y="1463040"/>
            <a:ext cx="7325360" cy="4709160"/>
          </a:xfrm>
          <a:prstGeom prst="rect">
            <a:avLst/>
          </a:prstGeom>
          <a:ln w="12700">
            <a:solidFill>
              <a:srgbClr val="C8C8C8"/>
            </a:solidFill>
          </a:ln>
        </p:spPr>
      </p:pic>
      <p:sp>
        <p:nvSpPr>
          <p:cNvPr id="5" name="TextBox 4"/>
          <p:cNvSpPr txBox="1"/>
          <p:nvPr/>
        </p:nvSpPr>
        <p:spPr>
          <a:xfrm>
            <a:off x="822960" y="6355080"/>
            <a:ext cx="10515600" cy="411480"/>
          </a:xfrm>
          <a:prstGeom prst="rect">
            <a:avLst/>
          </a:prstGeom>
          <a:noFill/>
        </p:spPr>
        <p:txBody>
          <a:bodyPr wrap="square">
            <a:spAutoFit/>
          </a:bodyPr>
          <a:lstStyle/>
          <a:p>
            <a:r>
              <a:rPr sz="1400" i="1">
                <a:solidFill>
                  <a:srgbClr val="595959"/>
                </a:solidFill>
                <a:latin typeface="Calibri"/>
              </a:rPr>
              <a:t>One practice at a time — and a partner expecting you at the end of week one.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172</a:t>
            </a:r>
            <a:endParaRPr sz="1000" b="1">
              <a:solidFill>
                <a:srgbClr val="7A8A6E"/>
              </a:solidFill>
              <a:latin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The Leader Feedback Round</a:t>
            </a:r>
          </a:p>
        </p:txBody>
      </p:sp>
      <p:sp>
        <p:nvSpPr>
          <p:cNvPr id="4" name="TextBox 4"/>
          <p:cNvSpPr txBox="1"/>
          <p:nvPr/>
        </p:nvSpPr>
        <p:spPr>
          <a:xfrm>
            <a:off x="822960" y="1554480"/>
            <a:ext cx="6675120" cy="4892040"/>
          </a:xfrm>
          <a:prstGeom prst="rect">
            <a:avLst/>
          </a:prstGeom>
          <a:noFill/>
        </p:spPr>
        <p:txBody>
          <a:bodyPr wrap="square" lIns="91440" tIns="91440" rIns="91440" bIns="91440"/>
          <a:lstStyle/>
          <a:p>
            <a:pPr marL="274320" indent="-274320">
              <a:spcAft>
                <a:spcPts val="900"/>
              </a:spcAft>
            </a:pPr>
            <a:r>
              <a:rPr sz="2800" b="1" i="0">
                <a:solidFill>
                  <a:srgbClr val="97BC62"/>
                </a:solidFill>
                <a:latin typeface="Calibri"/>
              </a:rPr>
              <a:t>•  </a:t>
            </a:r>
            <a:r>
              <a:rPr sz="2800" b="0" i="0">
                <a:solidFill>
                  <a:srgbClr val="222B22"/>
                </a:solidFill>
                <a:latin typeface="Calibri"/>
              </a:rPr>
              <a:t>Two rounds, same as every session — the container holder first, then the content presenter: three things each</a:t>
            </a:r>
          </a:p>
          <a:p>
            <a:pPr marL="685800" indent="-274320">
              <a:spcAft>
                <a:spcPts val="700"/>
              </a:spcAft>
            </a:pPr>
            <a:r>
              <a:rPr sz="2000" b="1" i="0">
                <a:solidFill>
                  <a:srgbClr val="97BC62"/>
                </a:solidFill>
                <a:latin typeface="Calibri"/>
              </a:rPr>
              <a:t>–  </a:t>
            </a:r>
            <a:r>
              <a:rPr sz="2000" b="0" i="1">
                <a:solidFill>
                  <a:srgbClr val="222B22"/>
                </a:solidFill>
                <a:latin typeface="Calibri"/>
              </a:rPr>
              <a:t>“What I think went well tonight: ______”</a:t>
            </a:r>
          </a:p>
          <a:p>
            <a:pPr marL="685800" indent="-274320">
              <a:spcAft>
                <a:spcPts val="700"/>
              </a:spcAft>
            </a:pPr>
            <a:r>
              <a:rPr sz="2000" b="1" i="0">
                <a:solidFill>
                  <a:srgbClr val="97BC62"/>
                </a:solidFill>
                <a:latin typeface="Calibri"/>
              </a:rPr>
              <a:t>–  </a:t>
            </a:r>
            <a:r>
              <a:rPr sz="2000" b="0" i="1">
                <a:solidFill>
                  <a:srgbClr val="222B22"/>
                </a:solidFill>
                <a:latin typeface="Calibri"/>
              </a:rPr>
              <a:t>“What I’d do differently next time: ______”</a:t>
            </a:r>
          </a:p>
          <a:p>
            <a:pPr marL="685800" indent="-274320">
              <a:spcAft>
                <a:spcPts val="700"/>
              </a:spcAft>
            </a:pPr>
            <a:r>
              <a:rPr sz="2000" b="1" i="0">
                <a:solidFill>
                  <a:srgbClr val="97BC62"/>
                </a:solidFill>
                <a:latin typeface="Calibri"/>
              </a:rPr>
              <a:t>–  </a:t>
            </a:r>
            <a:r>
              <a:rPr sz="2000" b="0" i="1">
                <a:solidFill>
                  <a:srgbClr val="222B22"/>
                </a:solidFill>
                <a:latin typeface="Calibri"/>
              </a:rPr>
              <a:t>“If I were to teach tonight’s process to someone, I would tell them: ______”</a:t>
            </a:r>
          </a:p>
          <a:p>
            <a:pPr marL="274320" indent="-274320">
              <a:spcAft>
                <a:spcPts val="900"/>
              </a:spcAft>
            </a:pPr>
            <a:r>
              <a:rPr sz="2800" b="1" i="0">
                <a:solidFill>
                  <a:srgbClr val="97BC62"/>
                </a:solidFill>
                <a:latin typeface="Calibri"/>
              </a:rPr>
              <a:t>•  </a:t>
            </a:r>
            <a:r>
              <a:rPr sz="2800" b="0" i="0">
                <a:solidFill>
                  <a:srgbClr val="222B22"/>
                </a:solidFill>
                <a:latin typeface="Calibri"/>
              </a:rPr>
              <a:t>Then the room — the same two questions about tonight</a:t>
            </a:r>
          </a:p>
          <a:p>
            <a:pPr marL="274320" indent="-274320">
              <a:spcAft>
                <a:spcPts val="900"/>
              </a:spcAft>
            </a:pPr>
            <a:r>
              <a:rPr sz="2800" b="1" i="0">
                <a:solidFill>
                  <a:srgbClr val="97BC62"/>
                </a:solidFill>
                <a:latin typeface="Calibri"/>
              </a:rPr>
              <a:t>•  </a:t>
            </a:r>
            <a:r>
              <a:rPr sz="2800" b="0" i="0">
                <a:solidFill>
                  <a:srgbClr val="222B22"/>
                </a:solidFill>
                <a:latin typeface="Calibri"/>
              </a:rPr>
              <a:t>The leaders receive without defending — “thank you” is the whole response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173</a:t>
            </a:r>
            <a:endParaRPr sz="1000" b="1">
              <a:solidFill>
                <a:srgbClr val="7A8A6E"/>
              </a:solidFill>
              <a:latin typeface="Calibri"/>
            </a:endParaRPr>
          </a:p>
        </p:txBody>
      </p:sp>
      <p:pic>
        <p:nvPicPr>
          <p:cNvPr id="33" name="Picture 33" descr="compass on the trail - the weekly bearing check"/>
          <p:cNvPicPr>
            <a:picLocks noChangeAspect="1"/>
          </p:cNvPicPr>
          <p:nvPr/>
        </p:nvPicPr>
        <p:blipFill>
          <a:blip r:embed="rId3"/>
          <a:stretch>
            <a:fillRect/>
          </a:stretch>
        </p:blipFill>
        <p:spPr>
          <a:xfrm>
            <a:off x="8106160" y="1463040"/>
            <a:ext cx="3259831" cy="4892040"/>
          </a:xfrm>
          <a:prstGeom prst="rect">
            <a:avLst/>
          </a:prstGeom>
          <a:ln w="76200">
            <a:solidFill>
              <a:srgbClr val="FFFFFF"/>
            </a:solidFill>
          </a:ln>
          <a:effectLst>
            <a:outerShdw blurRad="63500" dist="25400" dir="5400000" rotWithShape="0">
              <a:srgbClr val="000000">
                <a:alpha val="35000"/>
              </a:srgbClr>
            </a:outerShdw>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Closing the Container + Aaronic Blessing</a:t>
            </a:r>
          </a:p>
        </p:txBody>
      </p:sp>
      <p:sp>
        <p:nvSpPr>
          <p:cNvPr id="4" name="TextBox 4"/>
          <p:cNvSpPr txBox="1"/>
          <p:nvPr/>
        </p:nvSpPr>
        <p:spPr>
          <a:xfrm>
            <a:off x="822960" y="1600200"/>
            <a:ext cx="5669280" cy="4572000"/>
          </a:xfrm>
          <a:prstGeom prst="rect">
            <a:avLst/>
          </a:prstGeom>
          <a:noFill/>
        </p:spPr>
        <p:txBody>
          <a:bodyPr wrap="square" lIns="91440" tIns="91440" rIns="91440" bIns="91440"/>
          <a:lstStyle/>
          <a:p>
            <a:pPr marL="274320" indent="-274320">
              <a:spcAft>
                <a:spcPts val="900"/>
              </a:spcAft>
            </a:pPr>
            <a:r>
              <a:rPr sz="2200" b="1" i="0">
                <a:solidFill>
                  <a:srgbClr val="97BC62"/>
                </a:solidFill>
                <a:latin typeface="Calibri"/>
              </a:rPr>
              <a:t>•  </a:t>
            </a:r>
            <a:r>
              <a:rPr sz="2200" b="0" i="0">
                <a:solidFill>
                  <a:srgbClr val="222B22"/>
                </a:solidFill>
                <a:latin typeface="Calibri"/>
              </a:rPr>
              <a:t>We close the way we opened — the container, six steps:</a:t>
            </a:r>
          </a:p>
          <a:p>
            <a:pPr marL="685800" indent="-274320">
              <a:spcAft>
                <a:spcPts val="700"/>
              </a:spcAft>
            </a:pPr>
            <a:r>
              <a:rPr sz="2000" b="1" i="0">
                <a:solidFill>
                  <a:srgbClr val="97BC62"/>
                </a:solidFill>
                <a:latin typeface="Calibri"/>
              </a:rPr>
              <a:t>1   </a:t>
            </a:r>
            <a:r>
              <a:rPr sz="2000" b="0" i="0">
                <a:solidFill>
                  <a:srgbClr val="222B22"/>
                </a:solidFill>
                <a:latin typeface="Calibri"/>
              </a:rPr>
              <a:t>Stand again — same circle, same posture as the open</a:t>
            </a:r>
          </a:p>
          <a:p>
            <a:pPr marL="685800" indent="-274320">
              <a:spcAft>
                <a:spcPts val="700"/>
              </a:spcAft>
            </a:pPr>
            <a:r>
              <a:rPr sz="2000" b="1" i="0">
                <a:solidFill>
                  <a:srgbClr val="97BC62"/>
                </a:solidFill>
                <a:latin typeface="Calibri"/>
              </a:rPr>
              <a:t>2   </a:t>
            </a:r>
            <a:r>
              <a:rPr sz="2000" b="0" i="0">
                <a:solidFill>
                  <a:srgbClr val="222B22"/>
                </a:solidFill>
                <a:latin typeface="Calibri"/>
              </a:rPr>
              <a:t>One-word landing — compare it to your opening word</a:t>
            </a:r>
          </a:p>
          <a:p>
            <a:pPr marL="685800" indent="-274320">
              <a:spcAft>
                <a:spcPts val="700"/>
              </a:spcAft>
            </a:pPr>
            <a:r>
              <a:rPr sz="2000" b="1" i="0">
                <a:solidFill>
                  <a:srgbClr val="97BC62"/>
                </a:solidFill>
                <a:latin typeface="Calibri"/>
              </a:rPr>
              <a:t>3   </a:t>
            </a:r>
            <a:r>
              <a:rPr sz="2000" b="0" i="0">
                <a:solidFill>
                  <a:srgbClr val="222B22"/>
                </a:solidFill>
                <a:latin typeface="Calibri"/>
              </a:rPr>
              <a:t>The one thing you are taking from tonight</a:t>
            </a:r>
          </a:p>
          <a:p>
            <a:pPr marL="685800" indent="-274320">
              <a:spcAft>
                <a:spcPts val="700"/>
              </a:spcAft>
            </a:pPr>
            <a:r>
              <a:rPr sz="2000" b="1" i="0">
                <a:solidFill>
                  <a:srgbClr val="97BC62"/>
                </a:solidFill>
                <a:latin typeface="Calibri"/>
              </a:rPr>
              <a:t>4   </a:t>
            </a:r>
            <a:r>
              <a:rPr sz="2000" b="0" i="0">
                <a:solidFill>
                  <a:srgbClr val="222B22"/>
                </a:solidFill>
                <a:latin typeface="Calibri"/>
              </a:rPr>
              <a:t>The one practice — committed aloud, or modified to one you will actually keep</a:t>
            </a:r>
          </a:p>
          <a:p>
            <a:pPr marL="685800" indent="-274320">
              <a:spcAft>
                <a:spcPts val="700"/>
              </a:spcAft>
            </a:pPr>
            <a:r>
              <a:rPr sz="2000" b="1" i="0">
                <a:solidFill>
                  <a:srgbClr val="97BC62"/>
                </a:solidFill>
                <a:latin typeface="Calibri"/>
              </a:rPr>
              <a:t>5   </a:t>
            </a:r>
            <a:r>
              <a:rPr sz="2000" b="0" i="0">
                <a:solidFill>
                  <a:srgbClr val="222B22"/>
                </a:solidFill>
                <a:latin typeface="Calibri"/>
              </a:rPr>
              <a:t>Blessings — eyes on the person, not the screen: say what is on your heart for them. Specific, witnessed, short</a:t>
            </a:r>
          </a:p>
          <a:p>
            <a:pPr marL="685800" indent="-274320">
              <a:spcAft>
                <a:spcPts val="700"/>
              </a:spcAft>
            </a:pPr>
            <a:r>
              <a:rPr sz="2000" b="1" i="0">
                <a:solidFill>
                  <a:srgbClr val="97BC62"/>
                </a:solidFill>
                <a:latin typeface="Calibri"/>
              </a:rPr>
              <a:t>6   </a:t>
            </a:r>
            <a:r>
              <a:rPr sz="2000" b="0" i="0">
                <a:solidFill>
                  <a:srgbClr val="222B22"/>
                </a:solidFill>
                <a:latin typeface="Calibri"/>
              </a:rPr>
              <a:t>Closing prayer — and the Aaronic blessing, spoken over each other, face to face</a:t>
            </a:r>
          </a:p>
        </p:txBody>
      </p:sp>
      <p:sp>
        <p:nvSpPr>
          <p:cNvPr id="6" name="TextBox 6"/>
          <p:cNvSpPr txBox="1"/>
          <p:nvPr/>
        </p:nvSpPr>
        <p:spPr>
          <a:xfrm>
            <a:off x="6766560" y="1737360"/>
            <a:ext cx="4663440" cy="2926080"/>
          </a:xfrm>
          <a:prstGeom prst="rect">
            <a:avLst/>
          </a:prstGeom>
          <a:solidFill>
            <a:srgbClr val="F1F6EC"/>
          </a:solidFill>
        </p:spPr>
        <p:txBody>
          <a:bodyPr wrap="square" lIns="91440" tIns="91440" rIns="91440" bIns="91440" anchor="ctr"/>
          <a:lstStyle/>
          <a:p>
            <a:pPr>
              <a:spcAft>
                <a:spcPts val="900"/>
              </a:spcAft>
            </a:pPr>
            <a:r>
              <a:rPr sz="1200" b="1" i="0">
                <a:solidFill>
                  <a:srgbClr val="97BC62"/>
                </a:solidFill>
                <a:latin typeface="Calibri"/>
              </a:rPr>
              <a:t>THE AARONIC BLESSING — NUMBERS 6:24–26</a:t>
            </a:r>
          </a:p>
          <a:p>
            <a:pPr>
              <a:spcAft>
                <a:spcPts val="600"/>
              </a:spcAft>
            </a:pPr>
            <a:r>
              <a:rPr sz="2400" b="0" i="1">
                <a:solidFill>
                  <a:srgbClr val="222B22"/>
                </a:solidFill>
                <a:latin typeface="Cambria"/>
              </a:rPr>
              <a:t>“The Lord bless you and keep you;</a:t>
            </a:r>
          </a:p>
          <a:p>
            <a:pPr>
              <a:spcAft>
                <a:spcPts val="600"/>
              </a:spcAft>
            </a:pPr>
            <a:r>
              <a:rPr sz="2400" b="0" i="1">
                <a:solidFill>
                  <a:srgbClr val="222B22"/>
                </a:solidFill>
                <a:latin typeface="Cambria"/>
              </a:rPr>
              <a:t>the Lord make his face to shine upon you, and be gracious to you;</a:t>
            </a:r>
          </a:p>
          <a:p>
            <a:pPr>
              <a:spcAft>
                <a:spcPts val="600"/>
              </a:spcAft>
            </a:pPr>
            <a:r>
              <a:rPr sz="2400" b="0" i="1">
                <a:solidFill>
                  <a:srgbClr val="222B22"/>
                </a:solidFill>
                <a:latin typeface="Cambria"/>
              </a:rPr>
              <a:t>the Lord lift up his countenance upon you, and give you peace.”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174</a:t>
            </a:r>
            <a:endParaRPr sz="1000" b="1">
              <a:solidFill>
                <a:srgbClr val="7A8A6E"/>
              </a:solidFill>
              <a:latin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2286000"/>
            <a:ext cx="9966960" cy="2194560"/>
          </a:xfrm>
          <a:prstGeom prst="rect">
            <a:avLst/>
          </a:prstGeom>
          <a:noFill/>
        </p:spPr>
        <p:txBody>
          <a:bodyPr wrap="square">
            <a:spAutoFit/>
          </a:bodyPr>
          <a:lstStyle/>
          <a:p>
            <a:pPr algn="l">
              <a:spcAft>
                <a:spcPts val="600"/>
              </a:spcAft>
            </a:pPr>
            <a:r>
              <a:rPr sz="1800" b="1" i="0">
                <a:solidFill>
                  <a:srgbClr val="97BC62"/>
                </a:solidFill>
                <a:latin typeface="Calibri"/>
              </a:rPr>
              <a:t>Quarter 3</a:t>
            </a:r>
          </a:p>
          <a:p>
            <a:pPr algn="l">
              <a:spcAft>
                <a:spcPts val="600"/>
              </a:spcAft>
            </a:pPr>
            <a:r>
              <a:rPr sz="4000" b="1" i="0">
                <a:solidFill>
                  <a:srgbClr val="FFFFFF"/>
                </a:solidFill>
                <a:latin typeface="Cambria"/>
              </a:rPr>
              <a:t>Mission &amp; Rhythm</a:t>
            </a:r>
          </a:p>
          <a:p>
            <a:pPr algn="l">
              <a:spcAft>
                <a:spcPts val="600"/>
              </a:spcAft>
            </a:pPr>
            <a:r>
              <a:rPr sz="1800" b="0" i="1">
                <a:solidFill>
                  <a:srgbClr val="E4EFDA"/>
                </a:solidFill>
                <a:latin typeface="Calibri"/>
              </a:rPr>
              <a:t>Evenings 9 · 10 · 11 · 12 · 13  —  five evenings, every other Tuesday · the Return, Mission, the Rhythm, Family Night, the Float</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175</a:t>
            </a:r>
            <a:endParaRPr sz="1000" b="1">
              <a:solidFill>
                <a:srgbClr val="F1F6EC"/>
              </a:solidFill>
              <a:latin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104</TotalTime>
  <Words>55817</Words>
  <Application>Microsoft Office PowerPoint</Application>
  <PresentationFormat>Widescreen</PresentationFormat>
  <Paragraphs>3274</Paragraphs>
  <Slides>277</Slides>
  <Notes>275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277</vt:i4>
      </vt:variant>
    </vt:vector>
  </HeadingPairs>
  <TitlesOfParts>
    <vt:vector size="281"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John Tittle</cp:lastModifiedBy>
  <cp:revision>2</cp:revision>
  <dcterms:created xsi:type="dcterms:W3CDTF">2013-01-27T09:14:16Z</dcterms:created>
  <dcterms:modified xsi:type="dcterms:W3CDTF">2026-08-20T14:52:01Z</dcterms:modified>
  <cp:category/>
</cp:coreProperties>
</file>