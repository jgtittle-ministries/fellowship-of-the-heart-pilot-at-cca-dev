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37.xml" ContentType="application/vnd.openxmlformats-officedocument.presentationml.notesSlide+xml"/>
  <Override PartName="/ppt/notesSlides/notesSlide138.xml" ContentType="application/vnd.openxmlformats-officedocument.presentationml.notesSlide+xml"/>
  <Override PartName="/ppt/notesSlides/notesSlide139.xml" ContentType="application/vnd.openxmlformats-officedocument.presentationml.notesSlide+xml"/>
  <Override PartName="/ppt/notesSlides/notesSlide140.xml" ContentType="application/vnd.openxmlformats-officedocument.presentationml.notesSlide+xml"/>
  <Override PartName="/ppt/notesSlides/notesSlide141.xml" ContentType="application/vnd.openxmlformats-officedocument.presentationml.notesSlide+xml"/>
  <Override PartName="/ppt/notesSlides/notesSlide142.xml" ContentType="application/vnd.openxmlformats-officedocument.presentationml.notesSlide+xml"/>
  <Override PartName="/ppt/notesSlides/notesSlide143.xml" ContentType="application/vnd.openxmlformats-officedocument.presentationml.notesSlide+xml"/>
  <Override PartName="/ppt/notesSlides/notesSlide144.xml" ContentType="application/vnd.openxmlformats-officedocument.presentationml.notesSlide+xml"/>
  <Override PartName="/ppt/notesSlides/notesSlide145.xml" ContentType="application/vnd.openxmlformats-officedocument.presentationml.notesSlide+xml"/>
  <Override PartName="/ppt/notesSlides/notesSlide146.xml" ContentType="application/vnd.openxmlformats-officedocument.presentationml.notesSlide+xml"/>
  <Override PartName="/ppt/notesSlides/notesSlide148.xml" ContentType="application/vnd.openxmlformats-officedocument.presentationml.notesSlide+xml"/>
  <Override PartName="/ppt/notesSlides/notesSlide149.xml" ContentType="application/vnd.openxmlformats-officedocument.presentationml.notesSlide+xml"/>
  <Override PartName="/ppt/notesSlides/notesSlide150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79"/>
  </p:notesMasterIdLst>
  <p:sldIdLst>
    <p:sldId id="256" r:id="rId2"/>
    <p:sldId id="290" r:id="rId139"/>
    <p:sldId id="535" r:id="rId24"/>
    <p:sldId id="291" r:id="rId140"/>
    <p:sldId id="419" r:id="rId141"/>
    <p:sldId id="420" r:id="rId142"/>
    <p:sldId id="421" r:id="rId143"/>
    <p:sldId id="422" r:id="rId144"/>
    <p:sldId id="423" r:id="rId145"/>
    <p:sldId id="424" r:id="rId146"/>
    <p:sldId id="425" r:id="rId147"/>
    <p:sldId id="426" r:id="rId148"/>
    <p:sldId id="536" r:id="rId25"/>
    <p:sldId id="537" r:id="rId26"/>
    <p:sldId id="427" r:id="rId150"/>
    <p:sldId id="428" r:id="rId151"/>
    <p:sldId id="293" r:id="rId15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9FB8A61-E404-4362-9606-E87F49058870}" v="1" dt="2026-08-20T01:30:35.58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59085" autoAdjust="0"/>
  </p:normalViewPr>
  <p:slideViewPr>
    <p:cSldViewPr snapToGrid="0" snapToObjects="1">
      <p:cViewPr varScale="1">
        <p:scale>
          <a:sx n="48" d="100"/>
          <a:sy n="48" d="100"/>
        </p:scale>
        <p:origin x="2002" y="5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24" Type="http://schemas.openxmlformats.org/officeDocument/2006/relationships/slide" Target="slides/slide3.xml"/><Relationship Id="rId25" Type="http://schemas.openxmlformats.org/officeDocument/2006/relationships/slide" Target="slides/slide13.xml"/><Relationship Id="rId26" Type="http://schemas.openxmlformats.org/officeDocument/2006/relationships/slide" Target="slides/slide14.xml"/><Relationship Id="rId139" Type="http://schemas.openxmlformats.org/officeDocument/2006/relationships/slide" Target="slides/slide2.xml"/><Relationship Id="rId140" Type="http://schemas.openxmlformats.org/officeDocument/2006/relationships/slide" Target="slides/slide4.xml"/><Relationship Id="rId141" Type="http://schemas.openxmlformats.org/officeDocument/2006/relationships/slide" Target="slides/slide5.xml"/><Relationship Id="rId142" Type="http://schemas.openxmlformats.org/officeDocument/2006/relationships/slide" Target="slides/slide6.xml"/><Relationship Id="rId143" Type="http://schemas.openxmlformats.org/officeDocument/2006/relationships/slide" Target="slides/slide7.xml"/><Relationship Id="rId144" Type="http://schemas.openxmlformats.org/officeDocument/2006/relationships/slide" Target="slides/slide8.xml"/><Relationship Id="rId145" Type="http://schemas.openxmlformats.org/officeDocument/2006/relationships/slide" Target="slides/slide9.xml"/><Relationship Id="rId146" Type="http://schemas.openxmlformats.org/officeDocument/2006/relationships/slide" Target="slides/slide10.xml"/><Relationship Id="rId147" Type="http://schemas.openxmlformats.org/officeDocument/2006/relationships/slide" Target="slides/slide11.xml"/><Relationship Id="rId148" Type="http://schemas.openxmlformats.org/officeDocument/2006/relationships/slide" Target="slides/slide12.xml"/><Relationship Id="rId150" Type="http://schemas.openxmlformats.org/officeDocument/2006/relationships/slide" Target="slides/slide15.xml"/><Relationship Id="rId151" Type="http://schemas.openxmlformats.org/officeDocument/2006/relationships/slide" Target="slides/slide16.xml"/><Relationship Id="rId152" Type="http://schemas.openxmlformats.org/officeDocument/2006/relationships/slide" Target="slides/slide17.xml"/><Relationship Id="rId279" Type="http://schemas.openxmlformats.org/officeDocument/2006/relationships/notesMaster" Target="notesMasters/notesMaster1.xml"/><Relationship Id="rId280" Type="http://schemas.openxmlformats.org/officeDocument/2006/relationships/presProps" Target="presProps.xml"/><Relationship Id="rId281" Type="http://schemas.openxmlformats.org/officeDocument/2006/relationships/viewProps" Target="viewProps.xml"/><Relationship Id="rId282" Type="http://schemas.openxmlformats.org/officeDocument/2006/relationships/theme" Target="theme/theme1.xml"/><Relationship Id="rId283" Type="http://schemas.openxmlformats.org/officeDocument/2006/relationships/tableStyles" Target="tableStyles.xml"/><Relationship Id="rId284" Type="http://schemas.microsoft.com/office/2016/11/relationships/changesInfo" Target="changesInfos/changesInfo1.xml"/><Relationship Id="rId285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hn Tittle" userId="c9414421e32e8042" providerId="LiveId" clId="{48C55722-1884-484D-BEBA-C6DAFFF89F9C}"/>
    <pc:docChg chg="undo custSel addSld modSld sldOrd">
      <pc:chgData name="John Tittle" userId="c9414421e32e8042" providerId="LiveId" clId="{48C55722-1884-484D-BEBA-C6DAFFF89F9C}" dt="2026-08-20T14:52:01.337" v="149" actId="20577"/>
      <pc:docMkLst>
        <pc:docMk/>
      </pc:docMkLst>
      <pc:sldChg chg="modSp mod">
        <pc:chgData name="John Tittle" userId="c9414421e32e8042" providerId="LiveId" clId="{48C55722-1884-484D-BEBA-C6DAFFF89F9C}" dt="2026-08-12T13:40:14.941" v="27" actId="1076"/>
        <pc:sldMkLst>
          <pc:docMk/>
          <pc:sldMk cId="0" sldId="256"/>
        </pc:sldMkLst>
        <pc:spChg chg="mod">
          <ac:chgData name="John Tittle" userId="c9414421e32e8042" providerId="LiveId" clId="{48C55722-1884-484D-BEBA-C6DAFFF89F9C}" dt="2026-08-12T13:40:14.941" v="27" actId="1076"/>
          <ac:spMkLst>
            <pc:docMk/>
            <pc:sldMk cId="0" sldId="256"/>
            <ac:spMk id="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8:12:40.034" v="135" actId="20577"/>
        <pc:sldMkLst>
          <pc:docMk/>
          <pc:sldMk cId="0" sldId="259"/>
        </pc:sldMkLst>
        <pc:spChg chg="mod">
          <ac:chgData name="John Tittle" userId="c9414421e32e8042" providerId="LiveId" clId="{48C55722-1884-484D-BEBA-C6DAFFF89F9C}" dt="2026-08-12T18:12:40.034" v="135" actId="20577"/>
          <ac:spMkLst>
            <pc:docMk/>
            <pc:sldMk cId="0" sldId="25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06.378" v="33" actId="255"/>
        <pc:sldMkLst>
          <pc:docMk/>
          <pc:sldMk cId="0" sldId="262"/>
        </pc:sldMkLst>
        <pc:spChg chg="mod">
          <ac:chgData name="John Tittle" userId="c9414421e32e8042" providerId="LiveId" clId="{48C55722-1884-484D-BEBA-C6DAFFF89F9C}" dt="2026-08-12T16:56:06.378" v="33" actId="255"/>
          <ac:spMkLst>
            <pc:docMk/>
            <pc:sldMk cId="0" sldId="2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0:38.976" v="42" actId="255"/>
        <pc:sldMkLst>
          <pc:docMk/>
          <pc:sldMk cId="0" sldId="265"/>
        </pc:sldMkLst>
        <pc:spChg chg="mod">
          <ac:chgData name="John Tittle" userId="c9414421e32e8042" providerId="LiveId" clId="{48C55722-1884-484D-BEBA-C6DAFFF89F9C}" dt="2026-08-12T17:00:38.976" v="42" actId="255"/>
          <ac:spMkLst>
            <pc:docMk/>
            <pc:sldMk cId="0" sldId="2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16.529" v="87" actId="255"/>
        <pc:sldMkLst>
          <pc:docMk/>
          <pc:sldMk cId="0" sldId="268"/>
        </pc:sldMkLst>
        <pc:spChg chg="mod">
          <ac:chgData name="John Tittle" userId="c9414421e32e8042" providerId="LiveId" clId="{48C55722-1884-484D-BEBA-C6DAFFF89F9C}" dt="2026-08-12T17:05:16.529" v="87" actId="255"/>
          <ac:spMkLst>
            <pc:docMk/>
            <pc:sldMk cId="0" sldId="26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0:31.923" v="93" actId="255"/>
        <pc:sldMkLst>
          <pc:docMk/>
          <pc:sldMk cId="0" sldId="271"/>
        </pc:sldMkLst>
        <pc:spChg chg="mod">
          <ac:chgData name="John Tittle" userId="c9414421e32e8042" providerId="LiveId" clId="{48C55722-1884-484D-BEBA-C6DAFFF89F9C}" dt="2026-08-12T17:10:31.923" v="93" actId="255"/>
          <ac:spMkLst>
            <pc:docMk/>
            <pc:sldMk cId="0" sldId="271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6:41.035" v="25" actId="20577"/>
        <pc:sldMkLst>
          <pc:docMk/>
          <pc:sldMk cId="0" sldId="328"/>
        </pc:sldMkLst>
        <pc:spChg chg="mod">
          <ac:chgData name="John Tittle" userId="c9414421e32e8042" providerId="LiveId" clId="{48C55722-1884-484D-BEBA-C6DAFFF89F9C}" dt="2026-08-12T13:06:41.035" v="25" actId="20577"/>
          <ac:spMkLst>
            <pc:docMk/>
            <pc:sldMk cId="0" sldId="328"/>
            <ac:spMk id="4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2:27.925" v="5" actId="255"/>
          <ac:spMkLst>
            <pc:docMk/>
            <pc:sldMk cId="0" sldId="328"/>
            <ac:spMk id="6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22.357" v="34" actId="255"/>
        <pc:sldMkLst>
          <pc:docMk/>
          <pc:sldMk cId="0" sldId="335"/>
        </pc:sldMkLst>
        <pc:spChg chg="mod">
          <ac:chgData name="John Tittle" userId="c9414421e32e8042" providerId="LiveId" clId="{48C55722-1884-484D-BEBA-C6DAFFF89F9C}" dt="2026-08-12T16:56:22.357" v="34" actId="255"/>
          <ac:spMkLst>
            <pc:docMk/>
            <pc:sldMk cId="0" sldId="33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28.747" v="4" actId="1076"/>
        <pc:sldMkLst>
          <pc:docMk/>
          <pc:sldMk cId="0" sldId="337"/>
        </pc:sldMkLst>
        <pc:picChg chg="mod">
          <ac:chgData name="John Tittle" userId="c9414421e32e8042" providerId="LiveId" clId="{48C55722-1884-484D-BEBA-C6DAFFF89F9C}" dt="2026-08-12T13:01:28.747" v="4" actId="1076"/>
          <ac:picMkLst>
            <pc:docMk/>
            <pc:sldMk cId="0" sldId="337"/>
            <ac:picMk id="5" creationId="{00000000-0000-0000-0000-000000000000}"/>
          </ac:picMkLst>
        </pc:picChg>
      </pc:sldChg>
      <pc:sldChg chg="modSp mod">
        <pc:chgData name="John Tittle" userId="c9414421e32e8042" providerId="LiveId" clId="{48C55722-1884-484D-BEBA-C6DAFFF89F9C}" dt="2026-08-12T16:59:26.993" v="41" actId="255"/>
        <pc:sldMkLst>
          <pc:docMk/>
          <pc:sldMk cId="0" sldId="340"/>
        </pc:sldMkLst>
        <pc:spChg chg="mod">
          <ac:chgData name="John Tittle" userId="c9414421e32e8042" providerId="LiveId" clId="{48C55722-1884-484D-BEBA-C6DAFFF89F9C}" dt="2026-08-12T16:59:26.993" v="41" actId="255"/>
          <ac:spMkLst>
            <pc:docMk/>
            <pc:sldMk cId="0" sldId="340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07.634" v="43" actId="255"/>
        <pc:sldMkLst>
          <pc:docMk/>
          <pc:sldMk cId="0" sldId="343"/>
        </pc:sldMkLst>
        <pc:spChg chg="mod">
          <ac:chgData name="John Tittle" userId="c9414421e32e8042" providerId="LiveId" clId="{48C55722-1884-484D-BEBA-C6DAFFF89F9C}" dt="2026-08-12T17:01:07.634" v="43" actId="255"/>
          <ac:spMkLst>
            <pc:docMk/>
            <pc:sldMk cId="0" sldId="34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28.623" v="44" actId="255"/>
        <pc:sldMkLst>
          <pc:docMk/>
          <pc:sldMk cId="0" sldId="344"/>
        </pc:sldMkLst>
        <pc:spChg chg="mod">
          <ac:chgData name="John Tittle" userId="c9414421e32e8042" providerId="LiveId" clId="{48C55722-1884-484D-BEBA-C6DAFFF89F9C}" dt="2026-08-12T17:01:28.623" v="44" actId="255"/>
          <ac:spMkLst>
            <pc:docMk/>
            <pc:sldMk cId="0" sldId="34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01.179" v="84" actId="20577"/>
        <pc:sldMkLst>
          <pc:docMk/>
          <pc:sldMk cId="0" sldId="346"/>
        </pc:sldMkLst>
        <pc:spChg chg="mod">
          <ac:chgData name="John Tittle" userId="c9414421e32e8042" providerId="LiveId" clId="{48C55722-1884-484D-BEBA-C6DAFFF89F9C}" dt="2026-08-12T17:03:01.179" v="84" actId="20577"/>
          <ac:spMkLst>
            <pc:docMk/>
            <pc:sldMk cId="0" sldId="34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4:20.092" v="86" actId="255"/>
        <pc:sldMkLst>
          <pc:docMk/>
          <pc:sldMk cId="0" sldId="347"/>
        </pc:sldMkLst>
        <pc:spChg chg="mod">
          <ac:chgData name="John Tittle" userId="c9414421e32e8042" providerId="LiveId" clId="{48C55722-1884-484D-BEBA-C6DAFFF89F9C}" dt="2026-08-12T17:04:20.092" v="86" actId="255"/>
          <ac:spMkLst>
            <pc:docMk/>
            <pc:sldMk cId="0" sldId="34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59.966" v="85" actId="255"/>
        <pc:sldMkLst>
          <pc:docMk/>
          <pc:sldMk cId="0" sldId="349"/>
        </pc:sldMkLst>
        <pc:spChg chg="mod">
          <ac:chgData name="John Tittle" userId="c9414421e32e8042" providerId="LiveId" clId="{48C55722-1884-484D-BEBA-C6DAFFF89F9C}" dt="2026-08-12T17:03:59.966" v="85" actId="255"/>
          <ac:spMkLst>
            <pc:docMk/>
            <pc:sldMk cId="0" sldId="34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37.103" v="88" actId="255"/>
        <pc:sldMkLst>
          <pc:docMk/>
          <pc:sldMk cId="0" sldId="353"/>
        </pc:sldMkLst>
        <pc:spChg chg="mod">
          <ac:chgData name="John Tittle" userId="c9414421e32e8042" providerId="LiveId" clId="{48C55722-1884-484D-BEBA-C6DAFFF89F9C}" dt="2026-08-12T17:05:37.103" v="88" actId="255"/>
          <ac:spMkLst>
            <pc:docMk/>
            <pc:sldMk cId="0" sldId="35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29.079" v="89" actId="255"/>
        <pc:sldMkLst>
          <pc:docMk/>
          <pc:sldMk cId="0" sldId="354"/>
        </pc:sldMkLst>
        <pc:spChg chg="mod">
          <ac:chgData name="John Tittle" userId="c9414421e32e8042" providerId="LiveId" clId="{48C55722-1884-484D-BEBA-C6DAFFF89F9C}" dt="2026-08-12T17:08:29.079" v="89" actId="255"/>
          <ac:spMkLst>
            <pc:docMk/>
            <pc:sldMk cId="0" sldId="35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54.113" v="90" actId="255"/>
        <pc:sldMkLst>
          <pc:docMk/>
          <pc:sldMk cId="0" sldId="356"/>
        </pc:sldMkLst>
        <pc:spChg chg="mod">
          <ac:chgData name="John Tittle" userId="c9414421e32e8042" providerId="LiveId" clId="{48C55722-1884-484D-BEBA-C6DAFFF89F9C}" dt="2026-08-12T17:08:54.113" v="90" actId="255"/>
          <ac:spMkLst>
            <pc:docMk/>
            <pc:sldMk cId="0" sldId="35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09.405" v="91" actId="255"/>
        <pc:sldMkLst>
          <pc:docMk/>
          <pc:sldMk cId="0" sldId="357"/>
        </pc:sldMkLst>
        <pc:spChg chg="mod">
          <ac:chgData name="John Tittle" userId="c9414421e32e8042" providerId="LiveId" clId="{48C55722-1884-484D-BEBA-C6DAFFF89F9C}" dt="2026-08-12T17:09:09.405" v="91" actId="255"/>
          <ac:spMkLst>
            <pc:docMk/>
            <pc:sldMk cId="0" sldId="35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24.932" v="92" actId="255"/>
        <pc:sldMkLst>
          <pc:docMk/>
          <pc:sldMk cId="0" sldId="358"/>
        </pc:sldMkLst>
        <pc:spChg chg="mod">
          <ac:chgData name="John Tittle" userId="c9414421e32e8042" providerId="LiveId" clId="{48C55722-1884-484D-BEBA-C6DAFFF89F9C}" dt="2026-08-12T17:09:24.932" v="92" actId="255"/>
          <ac:spMkLst>
            <pc:docMk/>
            <pc:sldMk cId="0" sldId="35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1:42.432" v="94" actId="255"/>
        <pc:sldMkLst>
          <pc:docMk/>
          <pc:sldMk cId="0" sldId="362"/>
        </pc:sldMkLst>
        <pc:spChg chg="mod">
          <ac:chgData name="John Tittle" userId="c9414421e32e8042" providerId="LiveId" clId="{48C55722-1884-484D-BEBA-C6DAFFF89F9C}" dt="2026-08-12T17:11:42.432" v="94" actId="255"/>
          <ac:spMkLst>
            <pc:docMk/>
            <pc:sldMk cId="0" sldId="3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2:19.976" v="95" actId="255"/>
        <pc:sldMkLst>
          <pc:docMk/>
          <pc:sldMk cId="0" sldId="363"/>
        </pc:sldMkLst>
        <pc:spChg chg="mod">
          <ac:chgData name="John Tittle" userId="c9414421e32e8042" providerId="LiveId" clId="{48C55722-1884-484D-BEBA-C6DAFFF89F9C}" dt="2026-08-12T17:12:19.976" v="95" actId="255"/>
          <ac:spMkLst>
            <pc:docMk/>
            <pc:sldMk cId="0" sldId="36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01.002" v="96" actId="255"/>
        <pc:sldMkLst>
          <pc:docMk/>
          <pc:sldMk cId="0" sldId="364"/>
        </pc:sldMkLst>
        <pc:spChg chg="mod">
          <ac:chgData name="John Tittle" userId="c9414421e32e8042" providerId="LiveId" clId="{48C55722-1884-484D-BEBA-C6DAFFF89F9C}" dt="2026-08-12T17:13:01.002" v="96" actId="255"/>
          <ac:spMkLst>
            <pc:docMk/>
            <pc:sldMk cId="0" sldId="36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13.863" v="97" actId="255"/>
        <pc:sldMkLst>
          <pc:docMk/>
          <pc:sldMk cId="0" sldId="365"/>
        </pc:sldMkLst>
        <pc:spChg chg="mod">
          <ac:chgData name="John Tittle" userId="c9414421e32e8042" providerId="LiveId" clId="{48C55722-1884-484D-BEBA-C6DAFFF89F9C}" dt="2026-08-12T17:13:13.863" v="97" actId="255"/>
          <ac:spMkLst>
            <pc:docMk/>
            <pc:sldMk cId="0" sldId="3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3:25.042" v="7" actId="255"/>
        <pc:sldMkLst>
          <pc:docMk/>
          <pc:sldMk cId="0" sldId="520"/>
        </pc:sldMkLst>
        <pc:spChg chg="mod">
          <ac:chgData name="John Tittle" userId="c9414421e32e8042" providerId="LiveId" clId="{48C55722-1884-484D-BEBA-C6DAFFF89F9C}" dt="2026-08-12T13:03:14.451" v="6" actId="255"/>
          <ac:spMkLst>
            <pc:docMk/>
            <pc:sldMk cId="0" sldId="520"/>
            <ac:spMk id="22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3:25.042" v="7" actId="255"/>
          <ac:spMkLst>
            <pc:docMk/>
            <pc:sldMk cId="0" sldId="520"/>
            <ac:spMk id="221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7:49.209" v="40" actId="1076"/>
        <pc:sldMkLst>
          <pc:docMk/>
          <pc:sldMk cId="0" sldId="522"/>
        </pc:sldMkLst>
        <pc:spChg chg="mod">
          <ac:chgData name="John Tittle" userId="c9414421e32e8042" providerId="LiveId" clId="{48C55722-1884-484D-BEBA-C6DAFFF89F9C}" dt="2026-08-12T16:57:49.209" v="40" actId="1076"/>
          <ac:spMkLst>
            <pc:docMk/>
            <pc:sldMk cId="0" sldId="522"/>
            <ac:spMk id="242" creationId="{00000000-0000-0000-0000-000000000000}"/>
          </ac:spMkLst>
        </pc:spChg>
        <pc:spChg chg="mod">
          <ac:chgData name="John Tittle" userId="c9414421e32e8042" providerId="LiveId" clId="{48C55722-1884-484D-BEBA-C6DAFFF89F9C}" dt="2026-08-12T16:57:19.041" v="35" actId="255"/>
          <ac:spMkLst>
            <pc:docMk/>
            <pc:sldMk cId="0" sldId="522"/>
            <ac:spMk id="243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11.684" v="2" actId="255"/>
        <pc:sldMkLst>
          <pc:docMk/>
          <pc:sldMk cId="0" sldId="523"/>
        </pc:sldMkLst>
        <pc:spChg chg="mod">
          <ac:chgData name="John Tittle" userId="c9414421e32e8042" providerId="LiveId" clId="{48C55722-1884-484D-BEBA-C6DAFFF89F9C}" dt="2026-08-12T13:00:43.184" v="0" actId="255"/>
          <ac:spMkLst>
            <pc:docMk/>
            <pc:sldMk cId="0" sldId="523"/>
            <ac:spMk id="26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0:54.805" v="1" actId="255"/>
          <ac:spMkLst>
            <pc:docMk/>
            <pc:sldMk cId="0" sldId="523"/>
            <ac:spMk id="261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1:11.684" v="2" actId="255"/>
          <ac:spMkLst>
            <pc:docMk/>
            <pc:sldMk cId="0" sldId="523"/>
            <ac:spMk id="26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5:53:10.639" v="32"/>
        <pc:sldMkLst>
          <pc:docMk/>
          <pc:sldMk cId="0" sldId="546"/>
        </pc:sldMkLst>
        <pc:spChg chg="mod">
          <ac:chgData name="John Tittle" userId="c9414421e32e8042" providerId="LiveId" clId="{48C55722-1884-484D-BEBA-C6DAFFF89F9C}" dt="2026-08-12T15:25:26.241" v="28" actId="255"/>
          <ac:spMkLst>
            <pc:docMk/>
            <pc:sldMk cId="0" sldId="546"/>
            <ac:spMk id="231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20T01:26:03.976" v="147"/>
        <pc:sldMkLst>
          <pc:docMk/>
          <pc:sldMk cId="0" sldId="547"/>
        </pc:sldMkLst>
        <pc:spChg chg="mod">
          <ac:chgData name="John Tittle" userId="c9414421e32e8042" providerId="LiveId" clId="{48C55722-1884-484D-BEBA-C6DAFFF89F9C}" dt="2026-08-12T18:13:34.327" v="143" actId="20577"/>
          <ac:spMkLst>
            <pc:docMk/>
            <pc:sldMk cId="0" sldId="547"/>
            <ac:spMk id="240" creationId="{00000000-0000-0000-0000-000000000000}"/>
          </ac:spMkLst>
        </pc:spChg>
      </pc:sldChg>
      <pc:sldChg chg="addSp modSp">
        <pc:chgData name="John Tittle" userId="c9414421e32e8042" providerId="LiveId" clId="{48C55722-1884-484D-BEBA-C6DAFFF89F9C}" dt="2026-08-13T18:04:10.115" v="145"/>
        <pc:sldMkLst>
          <pc:docMk/>
          <pc:sldMk cId="0" sldId="548"/>
        </pc:sldMkLst>
        <pc:picChg chg="add mod">
          <ac:chgData name="John Tittle" userId="c9414421e32e8042" providerId="LiveId" clId="{48C55722-1884-484D-BEBA-C6DAFFF89F9C}" dt="2026-08-13T18:04:10.115" v="145"/>
          <ac:picMkLst>
            <pc:docMk/>
            <pc:sldMk cId="0" sldId="548"/>
            <ac:picMk id="5" creationId="{57A95D7D-1063-6D30-607C-E5502D8C3B9D}"/>
          </ac:picMkLst>
        </pc:picChg>
      </pc:sldChg>
      <pc:sldChg chg="add">
        <pc:chgData name="John Tittle" userId="c9414421e32e8042" providerId="LiveId" clId="{48C55722-1884-484D-BEBA-C6DAFFF89F9C}" dt="2026-08-20T01:30:35.577" v="148"/>
        <pc:sldMkLst>
          <pc:docMk/>
          <pc:sldMk cId="2484547825" sldId="553"/>
        </pc:sldMkLst>
      </pc:sldChg>
      <pc:sldChg chg="modNotes">
        <pc:chgData name="John Tittle" userId="c9414421e32e8042" providerId="LiveId" clId="{48C55722-1884-484D-BEBA-C6DAFFF89F9C}" dt="2026-08-20T14:52:01.337" v="149" actId="20577"/>
        <pc:sldMkLst>
          <pc:docMk/>
          <pc:sldMk cId="0" sldId="554"/>
        </pc:sldMkLst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>
      <a:defRPr sz="1200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1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1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1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1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1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1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DECK TITLE · pre-session · DIVIDER</a:t>
            </a:r>
          </a:p>
          <a:p>
            <a:r>
              <a:rPr lang="en-US" sz="1200"/>
              <a:t>On screen as the room assembles on night one. All Scripture ESV; the plans carry the scripts; these slides carry the room — and these notes carry you.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S11 · WELCOME · LEAD: CONTAINER HOLDER · GROUNDING — every session opens on this map</a:t>
            </a:r>
          </a:p>
          <a:p>
            <a:r>
              <a:t>BEATS:</a:t>
            </a:r>
          </a:p>
          <a:p>
            <a:r>
              <a:t>1. Locate tonight on the map, plainly: Session 11 stands in the third box — Connect with God — at the year's midpoint. Each connection makes the next one real (Matt. 22:37–40).</a:t>
            </a:r>
          </a:p>
          <a:p>
            <a:r>
              <a:t>2. The four boxes are one journey — each connection makes the next one real — rooted in the two great commandments: love God, love neighbor (Matt 22:37–40).</a:t>
            </a:r>
          </a:p>
          <a:p>
            <a:r>
              <a:t>3. This is also the 'where we are on the map' minute the welcome owes any newcomer.</a:t>
            </a:r>
          </a:p>
          <a:p>
            <a:r>
              <a:t>CUES: Two minutes at most; then tonight's road.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S11 · COMMISSIONING · LEAD: CONTENT PRESENTER</a:t>
            </a:r>
          </a:p>
          <a:p>
            <a:r>
              <a:t>BEATS:</a:t>
            </a:r>
          </a:p>
          <a:p>
            <a:r>
              <a:t>1. The sheet on the screen is the sheet in their hands — walk it, don't read it.</a:t>
            </a:r>
          </a:p>
          <a:p>
            <a:r>
              <a:t>2. The standing rhythm first: the morning question, the evening journal line — one box per day on the week-grids.</a:t>
            </a:r>
          </a:p>
          <a:p>
            <a:r>
              <a:t>3. A missed box is never a failure — it is an invitation to return.</a:t>
            </a:r>
          </a:p>
          <a:p>
            <a:r>
              <a:t>CUES: The four parts are the next slide.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S11 · COMMISSIONING · LEAD: CONTENT PRESENTER</a:t>
            </a:r>
          </a:p>
          <a:p>
            <a:r>
              <a:t>BEATS:</a:t>
            </a:r>
          </a:p>
          <a:p>
            <a:r>
              <a:t>1. The four parts, in order: the homework practice, week one; the end-of-week-one check-in; the homework practice, week two; one sentence of preparation.</a:t>
            </a:r>
          </a:p>
          <a:p>
            <a:r>
              <a:t>2. Check-in partners are named aloud before leaving this slide — the sheet has the line to write the name.</a:t>
            </a:r>
          </a:p>
          <a:p>
            <a:r>
              <a:t>GUARD: The sheet-walk, not a re-teach.</a:t>
            </a:r>
          </a:p>
        </p:txBody>
      </p:sp>
    </p:spTree>
  </p:cSld>
  <p:clrMapOvr>
    <a:masterClrMapping/>
  </p:clrMapOvr>
</p:notes>
</file>

<file path=ppt/notesSlides/notesSlide1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S11 · pre-session · DIVIDER</a:t>
            </a:r>
          </a:p>
          <a:p>
            <a:r>
              <a:rPr lang="en-US" sz="1200"/>
              <a:t>On screen through dinner and as the circle forms. Greet at the door — the slide holds the room.</a:t>
            </a:r>
          </a:p>
        </p:txBody>
      </p:sp>
    </p:spTree>
  </p:cSld>
  <p:clrMapOvr>
    <a:masterClrMapping/>
  </p:clrMapOvr>
</p:notes>
</file>

<file path=ppt/notesSlides/notesSlide1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S11 · 7:00–7:08 · LEAD: CONTAINER HOLDER</a:t>
            </a:r>
          </a:p>
          <a:p>
            <a:r>
              <a:rPr lang="en-US" sz="1200"/>
              <a:t>BEATS: 1. Week 11 — last gathering of the quarter and the exact midpoint of the year: eleven evenings behind, eleven ahead. 2. Today: Any Doubts? — bringing the small quiet doubts we never say aloud, honestly, to God, in front of one other person. 3. With the Garden, one of the two highest-confidence practices in this whole body of work — treat it with care. 4. Frame it early and repeat it: doubt is not disbelief; this is the gap between what we say and what we actually trust.</a:t>
            </a:r>
          </a:p>
        </p:txBody>
      </p:sp>
    </p:spTree>
  </p:cSld>
  <p:clrMapOvr>
    <a:masterClrMapping/>
  </p:clrMapOvr>
</p:notes>
</file>

<file path=ppt/notesSlides/notesSlide1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S11 · 7:00–7:08 · LEAD: CONTAINER HOLDER</a:t>
            </a:r>
          </a:p>
          <a:p>
            <a:r>
              <a:t>BEATS: 1. 'Welcome back. Settle.' Aaronic blessing. 2. Name the night: this goes against most of what we have been taught about how spiritual people should sound — we bring our actual doubts and bring them honestly to God. 3. Container: what is said in your pair stays in your pair; nothing is required; specificity is the practice, honesty is the goal.</a:t>
            </a:r>
          </a:p>
          <a:p>
            <a:r>
              <a:t>PAIR LEAD: name the leading pair in the welcome — two leaders hold tonight, and the room will see the evening handed back and forth between them; that is the design. The pair practices the session together beforehand.</a:t>
            </a:r>
          </a:p>
        </p:txBody>
      </p:sp>
    </p:spTree>
  </p:cSld>
  <p:clrMapOvr>
    <a:masterClrMapping/>
  </p:clrMapOvr>
</p:notes>
</file>

<file path=ppt/notesSlides/notesSlide1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S11 · 7:08–7:25 · LEAD: CONTAINER HOLDER</a:t>
            </a:r>
          </a:p>
          <a:p>
            <a:r>
              <a:rPr lang="en-US" sz="1200"/>
              <a:t>BEATS: 1. One sentence on the garden returns — how it went, what surfaced, or that you didn't get to it. 2. Take 2–3 voluntary contributions; receive without commentary. 3. Move on with: 'Good. The garden is still there. You can return any time. We continue.'</a:t>
            </a:r>
          </a:p>
          <a:p>
            <a:r>
              <a:rPr lang="en-US" sz="1200"/>
              <a:t>CUES: Arranged parent opens (check the Run Card) — never cold-call a teen; pass-anytime holds.</a:t>
            </a:r>
          </a:p>
        </p:txBody>
      </p:sp>
    </p:spTree>
  </p:cSld>
  <p:clrMapOvr>
    <a:masterClrMapping/>
  </p:clrMapOvr>
</p:notes>
</file>

<file path=ppt/notesSlides/notesSlide1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S11 · 7:25–7:33 · LEAD: CONTENT PRESENTER</a:t>
            </a:r>
          </a:p>
          <a:p>
            <a:r>
              <a:rPr lang="en-US" sz="1200"/>
              <a:t>BEATS: 1. Read Mark 9:14–29 IN FULL from the physical Bible, slowly, without stopping to comment — the verse lands differently inside the whole scene. 2. Teach the model: the father names belief and unbelief at once — 'I believe; help my unbelief' — and Jesus does not rebuke him; He heals the boy. 3. Most of us say the believing half loud and bury the unbelieving half, where it works as a quiet brake on faith. 4. Today is not generating new doubts — it is bringing the unbelief already there into the open, and bringing it to Jesus.</a:t>
            </a:r>
          </a:p>
        </p:txBody>
      </p:sp>
    </p:spTree>
  </p:cSld>
  <p:clrMapOvr>
    <a:masterClrMapping/>
  </p:clrMapOvr>
</p:notes>
</file>

<file path=ppt/notesSlides/notesSlide1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S11 · 7:33–7:41 · LEAD: CONTENT PRESENTER</a:t>
            </a:r>
          </a:p>
          <a:p>
            <a:r>
              <a:rPr lang="en-US" sz="1200"/>
              <a:t>BEATS: 1. Callback, 30s: journals open to the first-night question — naming a doubt takes the same courage. 2. The seat for the skeptic, named ALOUD: a doubt bigger than today's list is welcome and has its own standing door — any Companion, any week, for as long as it takes. 3. Whiteboard walk: NAME (specific, not abstract) / EXAGGERATE (expose the brake, not endorse it) / SIT (feel it, 10–15s) / RE-READ (the Spirit works; you notice). 4. Demo with a Co-Companion, 3 min — real scripture, real small doubt; do NOT resolve it at the end. The pairs calibrate everything against this demo.</a:t>
            </a:r>
          </a:p>
          <a:p>
            <a:r>
              <a:rPr lang="en-US" sz="1200"/>
              <a:t>CUES: Keep the demo brief — do not let teaching eat the pair time.</a:t>
            </a:r>
          </a:p>
          <a:p>
            <a:r>
              <a:rPr lang="en-US" sz="1200"/>
              <a:t>SUB: Demo YOUR OWN real, small doubt — never fake one, never borrow the founder's. If you cannot bring one honestly, walk the four steps only and let the arranged parents' first turns carry the modeling.</a:t>
            </a:r>
          </a:p>
        </p:txBody>
      </p:sp>
    </p:spTree>
  </p:cSld>
  <p:clrMapOvr>
    <a:masterClrMapping/>
  </p:clrMapOvr>
</p:notes>
</file>

<file path=ppt/notesSlides/notesSlide1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S11 · 7:41–7:43 · LEAD: CONTENT PRESENTER · TRANSITION</a:t>
            </a:r>
          </a:p>
          <a:p>
            <a:r>
              <a:t>BEATS: 1. Practice card H11.1 goes with them. Pairs are announced by the leadsanion — pre-considered, within families, parent with own teen; never improvised on the night. 2. Say it plainly: in every pair the PARENT goes first — arranged this week; Mark 9:24 is a parent's sentence first. Teens go second and choose their own depth; a small doubt is enough; passing is enough. 3. Scripture choice: a flicker, not a hurricane — H11.3 has options. 4. Partners: read, listen, re-read — never fix, never theologize. Pray and send.</a:t>
            </a:r>
          </a:p>
          <a:p>
            <a:r>
              <a:t>SMALL ROOM: the split is only necessary if the room is large enough to need it. With six or so, stay one circle — or quick pair work in place, knee to knee. Pair work is also the standing time-recovery lever: a full split-and-merge costs about five minutes.</a:t>
            </a:r>
          </a:p>
        </p:txBody>
      </p:sp>
    </p:spTree>
  </p:cSld>
  <p:clrMapOvr>
    <a:masterClrMapping/>
  </p:clrMapOvr>
</p:notes>
</file>

<file path=ppt/notesSlides/notesSlide1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S11 · 7:43–8:14 · LEAD: CONTENT PRESENTER · PAIRS</a:t>
            </a:r>
          </a:p>
          <a:p>
            <a:r>
              <a:rPr lang="en-US" sz="1200"/>
              <a:t>BEATS: 1. Thirty minutes: one full cycle each direction, about 7 min per turn, parent's turn first; partial second cycle if time allows. Companion calls switches at seven minutes; never interrupt a re-read. 2. The turn: partner reads; 'the doubt I am holding is ___'; gentle exaggerate; sit 10–20s; re-read; 'what I notice this time is ___'. 3. Interventions: apologetics — 'we're not arguing the doubt'; no doubt found — honest, run the partner's cycle; exaggeration won't come — don't push; distress — stop the exaggeration, re-read, sit with them.</a:t>
            </a:r>
          </a:p>
          <a:p>
            <a:r>
              <a:rPr lang="en-US" sz="1200"/>
              <a:t>GUARD: The practice never runs on a scripture the person actively rejects — flicker, not hurricane. A parent's doubt about the very teen across from them moves to a different doubt today and a 1:1 later. Anything bigger than the exercise: bless the naming, end the cycle gently, follow up within 48 hours.</a:t>
            </a:r>
          </a:p>
        </p:txBody>
      </p:sp>
    </p:spTree>
  </p:cSld>
  <p:clrMapOvr>
    <a:masterClrMapping/>
  </p:clrMapOvr>
</p:notes>
</file>

<file path=ppt/notesSlides/notesSlide1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S11 · 8:14–8:20 · LEAD: CONTENT PRESENTER</a:t>
            </a:r>
          </a:p>
          <a:p>
            <a:r>
              <a:rPr lang="en-US" sz="1200"/>
              <a:t>BEATS: 1. What happened in your pair stays in your pair — not back to the pair, not around the dinner table, unless the one who named it brings it up first. 2. One word about the practice, not the doubt: 'surprising', 'heavy', 'honest', 'lighter'. Receive with a nod; no commentary. 3. Two closers: this practice takes five minutes alone, for the rest of your life; and the naming is ours — the resolution is the Spirit's work.</a:t>
            </a:r>
          </a:p>
          <a:p>
            <a:r>
              <a:rPr lang="en-US" sz="1200"/>
              <a:t>CUES: Pass-anytime holds. Watch faces — follow up offline within 48 hours on anything the night stirred.</a:t>
            </a:r>
          </a:p>
        </p:txBody>
      </p:sp>
    </p:spTree>
  </p:cSld>
  <p:clrMapOvr>
    <a:masterClrMapping/>
  </p:clrMapOvr>
</p:notes>
</file>

<file path=ppt/notesSlides/notesSlide1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S11 · 8:20–8:24 · LEAD: CONTENT PRESENTER</a:t>
            </a:r>
          </a:p>
          <a:p>
            <a:r>
              <a:rPr lang="en-US" sz="1200"/>
              <a:t>BEATS: 1. Personal Doubts Inventory (H11.2): twenty minutes once this week — list 5–10 scriptures you say you believe, rate your honest trust in each, and write one specific sentence on the 2–3 lowest. No shame, just data; nobody ever sees it. 2. Hand out the Quarterly Pulse (H11.4): three questions, five minutes at home, honest — back in the bin at The Return's door in January. 3. 'Body in the room, mind on the mortgage' is exactly the kind of answer the page is for.</a:t>
            </a:r>
          </a:p>
        </p:txBody>
      </p:sp>
    </p:spTree>
  </p:cSld>
  <p:clrMapOvr>
    <a:masterClrMapping/>
  </p:clrMapOvr>
</p:notes>
</file>

<file path=ppt/notesSlides/notesSlide1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S11 · 8:24–8:28 · LEAD: BOTH LEADERS</a:t>
            </a:r>
          </a:p>
          <a:p>
            <a:r>
              <a:rPr lang="en-US" sz="1200"/>
              <a:t>BEATS: 1. Same round: leader's three answers first, then the room's two questions — two or three voices is plenty. 2. Receive without defending — 'thank you' is the whole response. 3. May be dropped if the room needs quiet; dropping it twice running goes to the team debrief.</a:t>
            </a:r>
          </a:p>
        </p:txBody>
      </p:sp>
    </p:spTree>
  </p:cSld>
  <p:clrMapOvr>
    <a:masterClrMapping/>
  </p:clrMapOvr>
</p:notes>
</file>

<file path=ppt/notesSlides/notesSlide1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S11 · 8:28–8:30 · LEAD: CONTAINER HOLDER</a:t>
            </a:r>
          </a:p>
          <a:p>
            <a:r>
              <a:rPr lang="en-US" sz="1200"/>
              <a:t>BEATS: 1. What was named in your pair is yours — some doubts quietly resolve, some deepen before they release; both are normal. If anything is heavier than today could hold, reach out. 2. Announce the road: quarter break now; The Return in January; then Week 13 turns outward to Mission, on toward the Rhythm week and the two commissionings. 3. Aaronic blessing. 'Keep one practice alive over the break — just one. See you in January, at The Return. Merry Christmas to every house in this room.'</a:t>
            </a:r>
          </a:p>
        </p:txBody>
      </p:sp>
    </p:spTree>
  </p:cSld>
  <p:clrMapOvr>
    <a:masterClrMapping/>
  </p:clrMapOvr>
</p:notes>
</file>

<file path=ppt/notesSlides/notesSlide1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QUARTER 3 · pre-session · DIVIDER</a:t>
            </a:r>
          </a:p>
          <a:p>
            <a:r>
              <a:rPr lang="en-US" sz="1200"/>
              <a:t>On screen as families arrive — first evenings back after the Christmas break. Today is The Return: the open runs slow on purpose. Greet warmly at the door; nobody owes an explanation for the break.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7.xml"/><Relationship Id="rId3" Type="http://schemas.openxmlformats.org/officeDocument/2006/relationships/image" Target="../media/image40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6.xml"/><Relationship Id="rId4" Type="http://schemas.openxmlformats.org/officeDocument/2006/relationships/image" Target="../media/image6.png"/><Relationship Id="rId5" Type="http://schemas.openxmlformats.org/officeDocument/2006/relationships/image" Target="../media/image7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8.xml"/><Relationship Id="rId3" Type="http://schemas.openxmlformats.org/officeDocument/2006/relationships/image" Target="../media/image5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9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0.xml"/><Relationship Id="rId3" Type="http://schemas.openxmlformats.org/officeDocument/2006/relationships/image" Target="../media/image11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1.xml"/><Relationship Id="rId3" Type="http://schemas.openxmlformats.org/officeDocument/2006/relationships/image" Target="../media/image41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2.xml"/><Relationship Id="rId3" Type="http://schemas.openxmlformats.org/officeDocument/2006/relationships/image" Target="../media/image42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4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5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6.xml"/><Relationship Id="rId3" Type="http://schemas.openxmlformats.org/officeDocument/2006/relationships/image" Target="../media/image15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8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8.xml"/><Relationship Id="rId3" Type="http://schemas.openxmlformats.org/officeDocument/2006/relationships/image" Target="../media/image9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9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4c-trail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0" y="1418285"/>
            <a:ext cx="3291840" cy="4021429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4" name="TextBox 3"/>
          <p:cNvSpPr txBox="1"/>
          <p:nvPr/>
        </p:nvSpPr>
        <p:spPr>
          <a:xfrm>
            <a:off x="914400" y="1920240"/>
            <a:ext cx="722376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mbria"/>
              </a:rPr>
              <a:t>Fellowship of the Heart</a:t>
            </a:r>
          </a:p>
          <a:p>
            <a:pPr algn="l">
              <a:spcAft>
                <a:spcPts val="600"/>
              </a:spcAft>
            </a:pPr>
            <a:r>
              <a:rPr sz="2000" b="0" i="1">
                <a:solidFill>
                  <a:srgbClr val="E4EFDA"/>
                </a:solidFill>
                <a:latin typeface="Calibri"/>
              </a:rPr>
              <a:t>Getting Started — the Four Connects, walked around the table on alternating evenings</a:t>
            </a:r>
          </a:p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97BC62"/>
                </a:solidFill>
                <a:latin typeface="Calibri"/>
              </a:rPr>
              <a:t>Evening Series 2026–27  ·  at the Tittle home  ·  v1.5E DRAFT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5943600"/>
            <a:ext cx="9966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E4EFDA"/>
                </a:solidFill>
                <a:latin typeface="Calibri"/>
              </a:rPr>
              <a:t>All Scripture: ESV  ·  The Companion lesson plans carry the full scripts — these slides carry the room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</a:t>
            </a:r>
            <a:endParaRPr sz="1000" b="1">
              <a:solidFill>
                <a:srgbClr val="F1F6EC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wk08-doubt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630118"/>
            <a:ext cx="5394960" cy="3597763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4" name="TextBox 3"/>
          <p:cNvSpPr txBox="1"/>
          <p:nvPr/>
        </p:nvSpPr>
        <p:spPr>
          <a:xfrm>
            <a:off x="822960" y="1828800"/>
            <a:ext cx="52120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SESSION 11</a:t>
            </a:r>
          </a:p>
          <a:p>
            <a:pPr algn="l">
              <a:spcAft>
                <a:spcPts val="1000"/>
              </a:spcAft>
            </a:pPr>
            <a:r>
              <a:rPr sz="3300" b="1" i="0">
                <a:solidFill>
                  <a:srgbClr val="2C5F2D"/>
                </a:solidFill>
                <a:latin typeface="Cambria"/>
              </a:rPr>
              <a:t>Any Doubts?</a:t>
            </a:r>
          </a:p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595959"/>
                </a:solidFill>
                <a:latin typeface="Calibri"/>
              </a:rPr>
              <a:t>Bringing the real question, and bringing it to God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12648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595959"/>
                </a:solidFill>
                <a:latin typeface="Calibri"/>
              </a:rPr>
              <a:t>Quarter 2: Connect with God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158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Where We Are — the Four Connects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62356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222B22"/>
                </a:solidFill>
                <a:latin typeface="Calibri"/>
              </a:rPr>
              <a:t>Session 11 stands in the third box — </a:t>
            </a:r>
            <a:r>
              <a:rPr sz="1800" b="1">
                <a:solidFill>
                  <a:srgbClr val="2C5F2D"/>
                </a:solidFill>
                <a:latin typeface="Calibri"/>
              </a:rPr>
              <a:t>Connect with God</a:t>
            </a:r>
            <a:r>
              <a:rPr sz="1800" b="0">
                <a:solidFill>
                  <a:srgbClr val="222B22"/>
                </a:solidFill>
                <a:latin typeface="Calibri"/>
              </a:rPr>
              <a:t> — at the year's midpoint. Each connection makes the next one real (Matt. 22:37–40).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159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91" name="Picture 90" descr="four-connect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2688" y="1645920"/>
            <a:ext cx="10332720" cy="3708663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Session 11 — Tonight’s Road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08760"/>
            <a:ext cx="70408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1   </a:t>
            </a:r>
            <a:r>
              <a:rPr sz="2800">
                <a:solidFill>
                  <a:srgbClr val="222B22"/>
                </a:solidFill>
                <a:latin typeface="Calibri"/>
              </a:rPr>
              <a:t>Welcome and centering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2   </a:t>
            </a:r>
            <a:r>
              <a:rPr sz="2800">
                <a:solidFill>
                  <a:srgbClr val="222B22"/>
                </a:solidFill>
                <a:latin typeface="Calibri"/>
              </a:rPr>
              <a:t>Week 9 check-in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3   </a:t>
            </a:r>
            <a:r>
              <a:rPr sz="2800">
                <a:solidFill>
                  <a:srgbClr val="222B22"/>
                </a:solidFill>
                <a:latin typeface="Calibri"/>
              </a:rPr>
              <a:t>Mark 9:14–29 — the scripture ground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4   </a:t>
            </a:r>
            <a:r>
              <a:rPr sz="2800">
                <a:solidFill>
                  <a:srgbClr val="222B22"/>
                </a:solidFill>
                <a:latin typeface="Calibri"/>
              </a:rPr>
              <a:t>The Any Doubts? practice — teaching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5   </a:t>
            </a:r>
            <a:r>
              <a:rPr sz="2800">
                <a:solidFill>
                  <a:srgbClr val="222B22"/>
                </a:solidFill>
                <a:latin typeface="Calibri"/>
              </a:rPr>
              <a:t>Bridge to split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6   </a:t>
            </a:r>
            <a:r>
              <a:rPr sz="2800">
                <a:solidFill>
                  <a:srgbClr val="222B22"/>
                </a:solidFill>
                <a:latin typeface="Calibri"/>
              </a:rPr>
              <a:t>Any Doubts? in pairs within families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7   </a:t>
            </a:r>
            <a:r>
              <a:rPr sz="2800">
                <a:solidFill>
                  <a:srgbClr val="222B22"/>
                </a:solidFill>
                <a:latin typeface="Calibri"/>
              </a:rPr>
              <a:t>Merge and surface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8   </a:t>
            </a:r>
            <a:r>
              <a:rPr sz="2800">
                <a:solidFill>
                  <a:srgbClr val="222B22"/>
                </a:solidFill>
                <a:latin typeface="Calibri"/>
              </a:rPr>
              <a:t>Homework commissioning — handout + check-in partners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9   </a:t>
            </a:r>
            <a:r>
              <a:rPr sz="2800">
                <a:solidFill>
                  <a:srgbClr val="222B22"/>
                </a:solidFill>
                <a:latin typeface="Calibri"/>
              </a:rPr>
              <a:t>Leader Feedback Round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10   </a:t>
            </a:r>
            <a:r>
              <a:rPr sz="2800">
                <a:solidFill>
                  <a:srgbClr val="222B22"/>
                </a:solidFill>
                <a:latin typeface="Calibri"/>
              </a:rPr>
              <a:t>Closing container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160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1" name="Picture 31" descr="the open container bowl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1554480"/>
            <a:ext cx="3017520" cy="452628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Opening Container — the Eight Steps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Welcome — five minutes to open the container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Phones silenced and put away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Stand in a circle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One-word check-in — how you actually are, right now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5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Put out / bring in — set something down; bring a blessing in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6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Spoken commitment: “I am here. I am paying attention. I am willing to be moved.”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7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Opening prayer — “Holy Spirit, you are welcome here. Speak. We are listening.”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8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Sit. Begin.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161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Week 9 Check-In — the Garden Returns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 practice was three returns to the garden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“Anyone want to say one sentence about how that went — the garden visits, or what surfaced, or that you didn’t get to it?”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One sentence each, voluntary — received without commentary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“Good. The garden is still there. You can return any time. We continue.”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162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2" name="Picture 32" descr="trail cairn - the weekly check-i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3612" y="1463040"/>
            <a:ext cx="3262379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Mark 9:14–29 — the Scripture Ground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572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8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The whole scene, read slowly — the desperate father, the failed disciples, the boy in convulsions</a:t>
            </a:r>
          </a:p>
          <a:p>
            <a:pPr marL="274320" indent="-274320">
              <a:spcAft>
                <a:spcPts val="8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He does not pretend the unbelief is not there — he names both at once. And Jesus does not rebuke him; Jesus heals the boy</a:t>
            </a:r>
          </a:p>
          <a:p>
            <a:pPr marL="274320" indent="-274320">
              <a:spcAft>
                <a:spcPts val="8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The unbelief that is named and brought to Jesus is the unbelief that can be released; suppressed, it works as a quiet brake</a:t>
            </a:r>
          </a:p>
          <a:p>
            <a:pPr marL="274320" indent="-274320">
              <a:spcAft>
                <a:spcPts val="8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Tonight is not generating new doubts — it is bringing the ones already there into the open, and bringing them to Jesus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2194560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MARK 9:24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“Immediately the father of the child cried out and said, ‘I believe; help my unbelief!’”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163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91" name="Picture 91" descr="a sunlit pine trail with mist in the tree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6560" y="4160520"/>
            <a:ext cx="4663440" cy="224028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Any Doubts? Practice — Four Steps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342900" indent="-34290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NAME — the scripture, then the doubt. Specific, not abstract: “I doubt He hears prayer about this specific thing”</a:t>
            </a:r>
          </a:p>
          <a:p>
            <a:pPr marL="342900" indent="-34290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EXAGGERATE — make the doubt bigger, not smaller. You are not endorsing it; you are exposing it</a:t>
            </a:r>
          </a:p>
          <a:p>
            <a:pPr marL="342900" indent="-34290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SIT — what does the doubt feel like in your body? Ten or fifteen seconds. Don’t fix it. Feel it</a:t>
            </a:r>
          </a:p>
          <a:p>
            <a:pPr marL="342900" indent="-34290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RE-READ — your partner reads the same scripture again, slowly. The Spirit does the work; you do the noticing</a:t>
            </a:r>
          </a:p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Watch the demo — specific, honest, brief, and unresolved-but-honest is the gift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164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91" name="Picture 91" descr="soft rays of light falling through fog onto a forest roa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96962" y="1463040"/>
            <a:ext cx="3669030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Bridge to the Split — Parents First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Take the practice card from your chair — Name · Exaggerate · Sit · Re-read. Pairs form within your own family, a parent with their own teen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In every pair the parent goes first — arranged this week; nobody is being put on the spot tonight</a:t>
            </a:r>
          </a:p>
          <a:p>
            <a:pPr marL="685800" indent="-274320">
              <a:spcAft>
                <a:spcPts val="70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1800" b="0" i="1">
                <a:solidFill>
                  <a:srgbClr val="222B22"/>
                </a:solidFill>
                <a:latin typeface="Calibri"/>
              </a:rPr>
              <a:t>“Teens: you go second, and you choose your own depth. A small doubt is enough. Passing is enough.”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No scripture in mind? Pick one with a flicker for you, not a hurricane</a:t>
            </a:r>
          </a:p>
          <a:p>
            <a:pPr marL="685800" indent="-274320">
              <a:spcAft>
                <a:spcPts val="6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1800" b="0" i="0">
                <a:solidFill>
                  <a:srgbClr val="222B22"/>
                </a:solidFill>
                <a:latin typeface="Calibri"/>
              </a:rPr>
              <a:t>Romans 8:28 · Jeremiah 29:11 · Psalm 139:13–16 · John 14:1–3 · Romans 8:38–39 · James 1:5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Partners: read, listen, re-read. Not fix. Not theologize. “We are not arguing the doubt. We are bringing it.”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165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Any Doubts? in Pairs, within Families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342900" indent="-342900">
              <a:spcAft>
                <a:spcPts val="7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Pick a scripture; your partner reads it slowly — from the physical Bible if possible</a:t>
            </a:r>
          </a:p>
          <a:p>
            <a:pPr marL="342900" indent="-342900">
              <a:spcAft>
                <a:spcPts val="7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“What I notice is ___. The doubt I am holding is ___.” — specific</a:t>
            </a:r>
          </a:p>
          <a:p>
            <a:pPr marL="342900" indent="-342900">
              <a:spcAft>
                <a:spcPts val="7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Exaggerate it, then sit with the feeling for 10–20 seconds</a:t>
            </a:r>
          </a:p>
          <a:p>
            <a:pPr marL="342900" indent="-342900">
              <a:spcAft>
                <a:spcPts val="7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“Read it again, please.” Then: “What I notice this time is ___.”</a:t>
            </a:r>
          </a:p>
          <a:p>
            <a:pPr marL="274320" indent="-274320">
              <a:spcAft>
                <a:spcPts val="7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The parent’s turn first, then switch — the teen at their own depth; pass-anytime holds</a:t>
            </a:r>
          </a:p>
          <a:p>
            <a:pPr marL="274320" indent="-274320">
              <a:spcAft>
                <a:spcPts val="7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Two agreements: you are not arguing or fixing the doubt — and nothing leaves your pair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166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Merge and Surface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What happened in your pair stays in your pair — no one will be asked to share a doubt or a scripture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“One word about what the practice was like. Not the doubt — the practice.”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“Surprising.” “Heavy.” “Quiet.” “Awkward.” “Honest.” “Lighter.” Pass anytime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This practice fits in five minutes alone, or twenty with a friend — a way of bringing your real questions to God for the rest of your life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“The resolution is the Spirit’s work. The naming is yours. We do the naming. He does what only He can.”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167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Homework — Two Weeks, Four Parts — the Doubts Inventory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Personal Doubts Inventory — twenty minutes with your journal, once this week</a:t>
            </a:r>
          </a:p>
          <a:p>
            <a:pPr marL="342900" indent="-34290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List 5–10 scriptures you say you believe; rate your honest trust, 1–5</a:t>
            </a:r>
          </a:p>
          <a:p>
            <a:pPr marL="342900" indent="-34290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For the two or three with the most hesitation — write the specific doubt, then sit with it</a:t>
            </a:r>
          </a:p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No shame. Just data. Yours alone — never turned in, never seen by the team</a:t>
            </a:r>
          </a:p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Quarterly Pulse goes home tonight — three questions, five minutes, honest. Back in the bin at The Return’s door in January</a:t>
            </a:r>
          </a:p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Over the break: keep one practice alive — just one, your choice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168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3" name="Picture 33" descr="seedling - what grows between Wednesday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3612" y="1463040"/>
            <a:ext cx="3262379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The Take-Home Sheet — the Daily Rhythm</a:t>
            </a:r>
          </a:p>
        </p:txBody>
      </p:sp>
      <p:pic>
        <p:nvPicPr>
          <p:cNvPr id="4" name="Picture 3" descr="s11_part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8167" y="1463040"/>
            <a:ext cx="8595360" cy="4039819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822960" y="63550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95959"/>
                </a:solidFill>
                <a:latin typeface="Calibri"/>
              </a:rPr>
              <a:t>Handed out now — this is the sheet in your hands.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169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The Take-Home Sheet — the Four Parts</a:t>
            </a:r>
          </a:p>
        </p:txBody>
      </p:sp>
      <p:pic>
        <p:nvPicPr>
          <p:cNvPr id="4" name="Picture 3" descr="s11_part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33167" y="1463040"/>
            <a:ext cx="7325360" cy="4709160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822960" y="63550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95959"/>
                </a:solidFill>
                <a:latin typeface="Calibri"/>
              </a:rPr>
              <a:t>One practice at a time — and a partner expecting you at the end of week one.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170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Leader Feedback Round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Two rounds, same as every session — the container holder first, then the content presenter: three things each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 think went well tonight: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I’d do differently next time: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“If I were to teach tonight’s process to someone, I would tell them: ______”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Then the room — the same two questions about tonight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 leaders receive without defending — “thank you” is the whole response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171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3" name="Picture 33" descr="compass on the trail - the weekly bearing check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6160" y="1463040"/>
            <a:ext cx="3259831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Closing the Container + Aaronic Blessing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572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We close the way we opened — the container, six steps: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Stand again — same circle, same posture as the open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One-word landing — compare it to your opening word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one thing you are taking from tonight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one practice — committed aloud, or modified to one you will actually keep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5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Blessings — specific, witnessed, short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6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Closing prayer — and the Aaronic blessing, spoken over each other, face to face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2926080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THE AARONIC BLESSING — NUMBERS 6:24–26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“The Lord bless you and keep you;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the Lord make his face to shine upon you, and be gracious to you;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the Lord lift up his countenance upon you, and give you peace.”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172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097280" y="2286000"/>
            <a:ext cx="996696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Quarter 3</a:t>
            </a:r>
          </a:p>
          <a:p>
            <a:pPr algn="l"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mbria"/>
              </a:rPr>
              <a:t>Mission &amp; Rhythm</a:t>
            </a:r>
          </a:p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E4EFDA"/>
                </a:solidFill>
                <a:latin typeface="Calibri"/>
              </a:rPr>
              <a:t>Weeks 12–17  ·  Six Wednesdays · The Return, Mission, the Rhythm and the Four Questions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173</a:t>
            </a:r>
            <a:endParaRPr sz="1000" b="1">
              <a:solidFill>
                <a:srgbClr val="F1F6EC"/>
              </a:solidFill>
              <a:latin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104</TotalTime>
  <Words>55817</Words>
  <Application>Microsoft Office PowerPoint</Application>
  <PresentationFormat>Widescreen</PresentationFormat>
  <Paragraphs>3274</Paragraphs>
  <Slides>277</Slides>
  <Notes>275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277</vt:i4>
      </vt:variant>
    </vt:vector>
  </HeadingPairs>
  <TitlesOfParts>
    <vt:vector size="281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John Tittle</cp:lastModifiedBy>
  <cp:revision>2</cp:revision>
  <dcterms:created xsi:type="dcterms:W3CDTF">2013-01-27T09:14:16Z</dcterms:created>
  <dcterms:modified xsi:type="dcterms:W3CDTF">2026-08-20T14:52:01Z</dcterms:modified>
  <cp:category/>
</cp:coreProperties>
</file>