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277" r:id="rId87"/>
    <p:sldId id="551" r:id="rId25"/>
    <p:sldId id="278" r:id="rId88"/>
    <p:sldId id="279" r:id="rId89"/>
    <p:sldId id="381" r:id="rId90"/>
    <p:sldId id="382" r:id="rId91"/>
    <p:sldId id="550" r:id="rId92"/>
    <p:sldId id="383" r:id="rId93"/>
    <p:sldId id="384" r:id="rId94"/>
    <p:sldId id="385" r:id="rId95"/>
    <p:sldId id="386" r:id="rId96"/>
    <p:sldId id="387" r:id="rId97"/>
    <p:sldId id="388" r:id="rId98"/>
    <p:sldId id="552" r:id="rId26"/>
    <p:sldId id="553" r:id="rId27"/>
    <p:sldId id="389" r:id="rId100"/>
    <p:sldId id="390" r:id="rId10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5" Type="http://schemas.openxmlformats.org/officeDocument/2006/relationships/slide" Target="slides/slide3.xml"/><Relationship Id="rId26" Type="http://schemas.openxmlformats.org/officeDocument/2006/relationships/slide" Target="slides/slide15.xml"/><Relationship Id="rId27" Type="http://schemas.openxmlformats.org/officeDocument/2006/relationships/slide" Target="slides/slide16.xml"/><Relationship Id="rId87" Type="http://schemas.openxmlformats.org/officeDocument/2006/relationships/slide" Target="slides/slide2.xml"/><Relationship Id="rId88" Type="http://schemas.openxmlformats.org/officeDocument/2006/relationships/slide" Target="slides/slide4.xml"/><Relationship Id="rId89" Type="http://schemas.openxmlformats.org/officeDocument/2006/relationships/slide" Target="slides/slide5.xml"/><Relationship Id="rId90" Type="http://schemas.openxmlformats.org/officeDocument/2006/relationships/slide" Target="slides/slide6.xml"/><Relationship Id="rId91" Type="http://schemas.openxmlformats.org/officeDocument/2006/relationships/slide" Target="slides/slide7.xml"/><Relationship Id="rId92" Type="http://schemas.openxmlformats.org/officeDocument/2006/relationships/slide" Target="slides/slide8.xml"/><Relationship Id="rId93" Type="http://schemas.openxmlformats.org/officeDocument/2006/relationships/slide" Target="slides/slide9.xml"/><Relationship Id="rId94" Type="http://schemas.openxmlformats.org/officeDocument/2006/relationships/slide" Target="slides/slide10.xml"/><Relationship Id="rId95" Type="http://schemas.openxmlformats.org/officeDocument/2006/relationships/slide" Target="slides/slide11.xml"/><Relationship Id="rId96" Type="http://schemas.openxmlformats.org/officeDocument/2006/relationships/slide" Target="slides/slide12.xml"/><Relationship Id="rId97" Type="http://schemas.openxmlformats.org/officeDocument/2006/relationships/slide" Target="slides/slide13.xml"/><Relationship Id="rId98" Type="http://schemas.openxmlformats.org/officeDocument/2006/relationships/slide" Target="slides/slide14.xml"/><Relationship Id="rId100" Type="http://schemas.openxmlformats.org/officeDocument/2006/relationships/slide" Target="slides/slide17.xml"/><Relationship Id="rId101" Type="http://schemas.openxmlformats.org/officeDocument/2006/relationships/slide" Target="slides/slide18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E6 · WELCOME · LEAD: CONTAINER HOLDER · GROUNDING — every session opens on this map</a:t>
            </a:r>
          </a:p>
          <a:p>
            <a:r>
              <a:t>BEATS:</a:t>
            </a:r>
          </a:p>
          <a:p>
            <a:r>
              <a:t>1. Locate tonight on the map, plainly: Evening 6 stands in the third box — Connect with God — and the practice is walked twice in one evening, teen-led.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This is also the 'where we are on the map' minute the welcome owes any newcomer.</a:t>
            </a:r>
          </a:p>
          <a:p>
            <a:r>
              <a:t>CUES: Two minutes at most; then tonight's road.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E6 · COMMISSIONING · LEAD: CONTENT PRESENTER</a:t>
            </a:r>
          </a:p>
          <a:p>
            <a:r>
              <a:t>BEATS:</a:t>
            </a:r>
          </a:p>
          <a:p>
            <a:r>
              <a:t>1. The sheet on the screen is the sheet in their hands — walk it, don't read it.</a:t>
            </a:r>
          </a:p>
          <a:p>
            <a:r>
              <a:t>2. The standing rhythm first: the morning question, the evening journal line — one box per day on the week-grids.</a:t>
            </a:r>
          </a:p>
          <a:p>
            <a:r>
              <a:t>3. A missed box is never a failure — it is an invitation to return.</a:t>
            </a:r>
          </a:p>
          <a:p>
            <a:r>
              <a:t>CUES: The four parts are the next slide.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E6 · COMMISSIONING · LEAD: CONTENT PRESENTER</a:t>
            </a:r>
          </a:p>
          <a:p>
            <a:r>
              <a:t>BEATS:</a:t>
            </a:r>
          </a:p>
          <a:p>
            <a:r>
              <a:t>1. The four parts, in order: the homework practice, week one; the end-of-week-one check-in; the homework practice, week two; one sentence of preparation. Name the two new lines: choose a paragraph (one central thought), and don't skip the Tell.</a:t>
            </a:r>
          </a:p>
          <a:p>
            <a:r>
              <a:t>2. Check-in partners are named aloud before leaving this slide — the sheet has the line to write the name.</a:t>
            </a:r>
          </a:p>
          <a:p>
            <a:r>
              <a:t>GUARD: The sheet-walk, not a re-teach.</a:t>
            </a:r>
          </a:p>
        </p:txBody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E6 · pre-session · DIVIDER</a:t>
            </a:r>
          </a:p>
          <a:p>
            <a:r>
              <a:t>On screen through dinner and as the circle forms. Greet at the door — the slide holds the room.</a:t>
            </a:r>
          </a:p>
        </p:txBody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E6 · 7:00–7:08 · LEAD: CONTAINER HOLDER</a:t>
            </a:r>
          </a:p>
          <a:p>
            <a:r>
              <a:t>BEATS: 1. This is John's personal eye-test story — his own testimony of learning to hear God, framing today's turn from Self and Others toward God. 2. Keep it to about one minute; the story serves the practice, not the reverse. 3. Land it and move to Today's Road.</a:t>
            </a:r>
          </a:p>
          <a:p>
            <a:r>
              <a:t>SUB: Never perform someone else's testimony. Tell your own hearing-growth story in one minute — or skip straight to the pull-quote on the slide, read it, and move.</a:t>
            </a:r>
          </a:p>
        </p:txBody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E6 · 7:00–8:30 · LEAD: BOTH LEADERS</a:t>
            </a:r>
          </a:p>
          <a:p>
            <a:r>
              <a:t>BEATS:</a:t>
            </a:r>
          </a:p>
          <a:p>
            <a:r>
              <a:t>1. The re-entry evening AND the practice, twice — hearing is a skill, and skills take reps: rep one walked together, rep two in the pairs on a second passage.</a:t>
            </a:r>
          </a:p>
          <a:p>
            <a:r>
              <a:t>2. Shape: open, check-in, Romans 10:17 chain, PROAPT walked together (Mark 1:14–20, teen-led), bridge, two 12-minute passes in family pairs (pass two: Mark 2:1–12), tell step, merge, daily-PROAPT commissioning, feedback, close.</a:t>
            </a:r>
          </a:p>
          <a:p>
            <a:r>
              <a:t>3. The current-condition form: this room's teens lead the walk-through. The separate second-running evening (Session 8) is held in reserve for a larger room of newer people.</a:t>
            </a:r>
          </a:p>
          <a:p>
            <a:r>
              <a:t>CUES: Passage cards for both passages at each seat; the Pair Card printed, one per pair and a spare; your own journal, with the PROAPT page of the take-home as the daily template.</a:t>
            </a:r>
          </a:p>
        </p:txBody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E6 · 7:00–7:08 · LEAD: CONTAINER HOLDER</a:t>
            </a:r>
          </a:p>
          <a:p>
            <a:r>
              <a:t>BEATS: 1. Aaronic blessing first. 2. Container restated SLOWLY — Safe, Present, Clear, Intentional; a container that sat empty over a break needs a minute to hold again. 3. Frame Evening 6 as a turn: the interior work prepared us; today hearing God becomes a learnable skill — six steps, a practice that works.</a:t>
            </a:r>
          </a:p>
          <a:p>
            <a:r>
              <a:t>CUES: Run the re-entry gently; let the room land before moving on.</a:t>
            </a:r>
          </a:p>
          <a:p>
            <a:r>
              <a:t>PAIR LEAD: name the leading pair in the welcome — two leaders hold tonight, and the room will see the evening handed back and forth between them; that is the design. The pair practices the session together beforehand.</a:t>
            </a:r>
          </a:p>
        </p:txBody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E6 · 7:25–7:34 · LEAD: CONTENT PRESENTER</a:t>
            </a:r>
          </a:p>
          <a:p>
            <a:r>
              <a:t>BEATS: 1. Ninety seconds each: one sentence on the Examen, how the break treated the practice, or anything shifted. 2. Say it: 'thinned out over the break' is a completely normal answer — the practice picks up where you are. 3. Take 2–3 contributions, then move. 4. Open door: anyone still carrying Evening 5, find a Companion before leaving today.</a:t>
            </a:r>
          </a:p>
          <a:p>
            <a:r>
              <a:t>CUES: Arranged parent opens (check the Run Card) — never cold-call a teen; pass-anytime holds.</a:t>
            </a:r>
          </a:p>
        </p:txBody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E6 · 7:25–7:34 · LEAD: CONTENT PRESENTER</a:t>
            </a:r>
          </a:p>
          <a:p>
            <a:r>
              <a:t>BEATS:</a:t>
            </a:r>
          </a:p>
          <a:p>
            <a:r>
              <a:t>1. After the break check-in: 'the three questions that went home two weeks ago — let's apply the process we use for the leader reflection to ourselves, as a group.' One rule, warmly: the group, never any one person.</a:t>
            </a:r>
          </a:p>
          <a:p>
            <a:r>
              <a:t>2. The leader answers FIRST — all three, briefly, a story or moment attached to each. Modeling that answers come with what you saw is the whole teaching.</a:t>
            </a:r>
          </a:p>
          <a:p>
            <a:r>
              <a:t>3. The room answers, any question, any order; the Co-Companion scribes keep · change · tell for tonight's debrief sheet. Thursday's Call maps their answers to the three signs — the team's side of the paper, never the room's.</a:t>
            </a:r>
          </a:p>
          <a:p>
            <a:r>
              <a:t>CUES: a bare verdict → 'say more — what did that look like?' · drifts toward a person → 'the group, never any one person — if something needs a name, bring it to one of us after.'</a:t>
            </a:r>
          </a:p>
          <a:p>
            <a:r>
              <a:t>POCKET (only if a gap matters): 'when hard things landed this quarter, how did we do?' · 'what would a brand-new family feel in their first ten minutes with us?'</a:t>
            </a:r>
          </a:p>
          <a:p>
            <a:r>
              <a:t>GUARD: receive everything without correcting — glowing or grim, it is data, not a draft the team edits. Close: 'a group that knows what it has can choose to keep it.'</a:t>
            </a:r>
          </a:p>
          <a:p>
            <a:r>
              <a:t>SUB: the answers modeled first are the leader's own — a substitute answers honestly for themselves.</a:t>
            </a:r>
          </a:p>
        </p:txBody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E6 · 7:34–7:40 · LEAD: CONTENT PRESENTER</a:t>
            </a:r>
          </a:p>
          <a:p>
            <a:r>
              <a:t>BEATS: 1. Read Romans 10:17 aloud, slow. 2. Teach the chain: Word, Hearing, Faith — faith is the fruit of a practice, not of trying harder. 3. John 10:27 — the sheep hear because they are His; the quiet road is still open, any evenings, any Companion. 4. Hearing is a skill; write PROAPT on the board: Pray, Read, Observe, Apply, Pray again, Tell. 5. Preview: whole room works Mark 1:14–20 together, then family pairs work the same passage.</a:t>
            </a:r>
          </a:p>
        </p:txBody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E6 · 7:40–7:49 · LEAD: CONTENT PRESENTER</a:t>
            </a:r>
          </a:p>
          <a:p>
            <a:r>
              <a:t>BEATS: 1. The most important teaching block of the night — walk all six steps on Mark 1:14–20, everyone on handout H7.2. 2. PRAY 90s (silence, then invite the Spirit aloud). READ 90s. OBSERVE 3 min — data first, then what surprises; take 3–4 shares, receive without evaluating. 3. APPLY 3 min — for YOU, today, specifically; 2–3 shares. 4. PRAY AGAIN 90s silence. TELL 60s — happens in the pairs later. 5. Hold the silences; do not rush.</a:t>
            </a:r>
          </a:p>
          <a:p>
            <a:r>
              <a:t>CUES: If an Apply goes vague or grand, push gently for one specific concrete application.</a:t>
            </a:r>
          </a:p>
          <a:p>
            <a:r>
              <a:t>WHY: the order protects the hearing — what the text says before what it means. 1. PRAY — we come to hear, not to extract; the Word is His. 2. READ — let it land whole before taking it apart. 3. OBSERVE, the data — the ground: what the page actually says, checkable by anyone; skipping it is where most misreadings start. OBSERVE, the interpretation — what it meant in its own world before it means anything in ours. 4. APPLY — where reading becomes hearing: one specific thing, for me, not for someone else. 5. PRAY AGAIN — hearing becomes a response; obedience starts here. 6. TELL — spoken hearing stays, and someone else hears what you heard. Full page: “PROAPT — What Each Step Is For” (Planning).</a:t>
            </a:r>
          </a:p>
        </p:txBody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E6 · 7:49–7:50 · LEAD: CONTENT PRESENTER · TRANSITION</a:t>
            </a:r>
          </a:p>
          <a:p>
            <a:r>
              <a:t>BEATS: 1. Explain the pair shape: parent with your own teen by default; one Reader, one Listener; switch at twelve minutes. 2. The container holder keeps the clock and calls the switch at 8:02, the Tell at 8:13, and back in the circle at 8:16. 3. Hand each pair a Pair Card. 4. Pray and send.</a:t>
            </a:r>
          </a:p>
          <a:p>
            <a:r>
              <a:t>CUES: Lead Companions settle odd numbers across families. Pairs always, even in a small room: the practice is one Reader and one Listener, and a circle cannot give that.</a:t>
            </a:r>
          </a:p>
        </p:txBody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E6 · 7:50–8:13 · LEAD: CONTENT PRESENTER · PAIRS</a:t>
            </a:r>
          </a:p>
          <a:p>
            <a:r>
              <a:t>TIME TARGETS (the container holder calls them): pass one 7:50–8:02; switch at 8:02; pass two 8:02–8:13; the Tell, still in the pair, 8:13–8:16; back in the circle at 8:16 for the merge. If the room is running late, keep the two passes equal and shorten both rather than drop the second.</a:t>
            </a:r>
          </a:p>
          <a:p>
            <a:r>
              <a:t>BEATS: 1. First pass 12 min: Reader leads the six steps, Listener works alongside without interrupting; Reader's Tell goes to the Listener, one sentence. 2. Switch roles; second pass 12 min, same or new passage. For pass one, pairs may take a fresh passage instead of Mark 1:14–20 again: Luke 5:1–11, John 1:35–42, or Mark 10:46–52 (on the Pair Card). 3. Companions float: stuck on Observe — 'one word or phrase that caught you'; stuck on Apply — 'one specific situation right now'; rushing — 'the Spirit isn't in a hurry'; finished early — another passage, get reps.</a:t>
            </a:r>
          </a:p>
          <a:p>
            <a:r>
              <a:t>PRINT: the Pair Card (Leader Notes folder) carries this slide, the six steps, the passages, the times and the stuck-prompts, so each pair has it in hand away from the screen.</a:t>
            </a:r>
          </a:p>
          <a:p>
            <a:r>
              <a:t>CUES: If something heavy surfaces, honor it briefly and follow up after the close — do not process it in the pair.</a:t>
            </a:r>
          </a:p>
          <a:p>
            <a:r>
              <a:t>REPS (combined form): hearing is a skill, and skills take reps — pass one was rep one; pass two is rep two, on a fresh passage. A passage speaks differently on a second hearing; tonight the room tests that inside one evening.</a:t>
            </a:r>
          </a:p>
        </p:txBody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E6 · 8:13–8:16 · LEAD: CONTENT PRESENTER · PAIRS</a:t>
            </a:r>
          </a:p>
          <a:p>
            <a:r>
              <a:t>BEATS: 1. Stay in the pair you worked in: the Tell happens where you heard, before anyone moves. 2. Each person tells ONE specific thing they heard today — one sentence, witnessed. 3. Receive each with 'We hear that' or 'Thank you for naming that' — no preaching, no interpreting. 4. Close the pair: what we heard is given to be walked out this week.</a:t>
            </a:r>
          </a:p>
          <a:p>
            <a:r>
              <a:t>CUES: Arranged parent opens the round (check the Run Card) — never cold-call a teen; teens choose their own depth; pass-anytime holds.</a:t>
            </a:r>
          </a:p>
          <a:p>
            <a:r>
              <a:t>IF TIME RAN SHORT: If only one of you walked the steps, that one tells; the Listener tells what they noticed.</a:t>
            </a:r>
          </a:p>
          <a:p>
            <a:r>
              <a:t>IN THE ROOM: On 26 October, against the clock, at least one pair got only one person through. Back in the circle everyone had heard something, and the room was plainly excited. Guard this time.</a:t>
            </a:r>
          </a:p>
        </p:txBody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E6 · 8:16–8:20 · LEAD: CONTENT PRESENTER</a:t>
            </a:r>
          </a:p>
          <a:p>
            <a:r>
              <a:t>BEATS: 1. Each person says briefly what they heard tonight — the one sentence told in the pair. Receive it with 'We hear that'; no comment. On 26 October this was when the room came alive. 2. Introduce daily PROAPT: one short passage, five to ten minutes, every day — your own journal, with the PROAPT page of the take-home as the template. 3. Hold up H7.3: passage paths for teens and parents. 4. 'The chain only works if we work it.'</a:t>
            </a:r>
          </a:p>
          <a:p>
            <a:r>
              <a:t>CUES: Arranged parent begins; anyone may pass; one sentence each.</a:t>
            </a:r>
          </a:p>
        </p:txBody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E6 · 8:24–8:28 · LEAD: BOTH LEADERS</a:t>
            </a:r>
          </a:p>
          <a:p>
            <a:r>
              <a:t>BEATS: 1. Same round every week, leader first: what went well today; what I'd do differently; what I'd tell someone teaching this process. 2. Then the room, same two questions — two or three voices is plenty. 3. Receive without defending — 'thank you' is the whole response.</a:t>
            </a:r>
          </a:p>
          <a:p>
            <a:r>
              <a:t>CUES: May be dropped if the room's energy needs something else; dropping it twice running goes to the team debrief.</a:t>
            </a:r>
          </a:p>
        </p:txBody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E6 · 8:28–8:30 · LEAD: CONTAINER HOLDER</a:t>
            </a:r>
          </a:p>
          <a:p>
            <a:r>
              <a:t>BEATS: 1. Bridge the weeks: last week we named hard places, today we practiced hearing — both are real, both are how the Father walks us home; the place named last week is the place PROAPT will keep speaking into. 2. Blessings: turn away from the screen and face the person. Nothing to read — say what is in front of you for this person, specific and short. Then the Aaronic blessing, hands up. 3. Send: 'PROAPT one passage tomorrow. See you evenings.'</a:t>
            </a:r>
          </a:p>
          <a:p>
            <a:r>
              <a:t>CUES: Stay accessible after the close for anyone still carrying Evening 5.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Relationship Id="rId3" Type="http://schemas.openxmlformats.org/officeDocument/2006/relationships/image" Target="../media/image28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7.xml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Relationship Id="rId3" Type="http://schemas.openxmlformats.org/officeDocument/2006/relationships/image" Target="../media/image29.jpg"/><Relationship Id="rId4" Type="http://schemas.openxmlformats.org/officeDocument/2006/relationships/image" Target="../media/image30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Relationship Id="rId3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8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9.xml"/><Relationship Id="rId3" Type="http://schemas.openxmlformats.org/officeDocument/2006/relationships/image" Target="../media/image1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0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2.xml"/><Relationship Id="rId3" Type="http://schemas.openxmlformats.org/officeDocument/2006/relationships/image" Target="../media/image3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6.xml"/><Relationship Id="rId3" Type="http://schemas.openxmlformats.org/officeDocument/2006/relationships/image" Target="../media/image15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9.xml"/><Relationship Id="rId4" Type="http://schemas.openxmlformats.org/officeDocument/2006/relationships/image" Target="../media/image1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8.xml"/><Relationship Id="rId3" Type="http://schemas.openxmlformats.org/officeDocument/2006/relationships/image" Target="../media/image9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P1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wk06-proap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405889"/>
            <a:ext cx="5394960" cy="404622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EVENING 6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Hearing God in Scripture — PROAPT, I &amp; II in One Evening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PROAPT — the systematic practice of hearing; walked together, then twice through in pairs — the current-condition 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2: Connect with God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P2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22B22"/>
                </a:solidFill>
                <a:latin typeface="Calibri"/>
              </a:rPr>
              <a:t>Evening 6 stands in the third box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Connect with God</a:t>
            </a:r>
            <a:r>
              <a:rPr sz="1800" b="0">
                <a:solidFill>
                  <a:srgbClr val="222B22"/>
                </a:solidFill>
                <a:latin typeface="Calibri"/>
              </a:rPr>
              <a:t> — the practice walked twice in one evening, teen-led. Each connection makes the next one real (Matt. 22:37–40).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P3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four-connect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Evening 6 — My Story: The Eye Test</a:t>
            </a:r>
          </a:p>
        </p:txBody>
      </p:sp>
      <p:pic>
        <p:nvPicPr>
          <p:cNvPr id="4" name="Picture 3" descr="4c-phoropt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645920"/>
            <a:ext cx="4754880" cy="356616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pic>
        <p:nvPicPr>
          <p:cNvPr id="5" name="Picture 4" descr="4c-eyechar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71032" y="1645920"/>
            <a:ext cx="2139696" cy="356616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6" name="TextBox 5"/>
          <p:cNvSpPr txBox="1"/>
          <p:nvPr/>
        </p:nvSpPr>
        <p:spPr>
          <a:xfrm>
            <a:off x="8503920" y="1737360"/>
            <a:ext cx="3108960" cy="3566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1">
                <a:solidFill>
                  <a:srgbClr val="2C5F2D"/>
                </a:solidFill>
                <a:latin typeface="Calibri"/>
              </a:rPr>
              <a:t>“The more I obey what I have heard, the finer print I can read.”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— the founder’s story, told live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6692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222B22"/>
                </a:solidFill>
                <a:latin typeface="Calibri"/>
              </a:rPr>
              <a:t>Hearing God is a practice that grows with obedience — tonight we learn the practice.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P4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Evening 6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   </a:t>
            </a:r>
            <a:r>
              <a:rPr sz="2800">
                <a:solidFill>
                  <a:srgbClr val="222B22"/>
                </a:solidFill>
                <a:latin typeface="Calibri"/>
              </a:rPr>
              <a:t>Welcome and centering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2   </a:t>
            </a:r>
            <a:r>
              <a:rPr sz="2800">
                <a:solidFill>
                  <a:srgbClr val="222B22"/>
                </a:solidFill>
                <a:latin typeface="Calibri"/>
              </a:rPr>
              <a:t>Re-entry — and the room reads itself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3   </a:t>
            </a:r>
            <a:r>
              <a:rPr sz="2800">
                <a:solidFill>
                  <a:srgbClr val="222B22"/>
                </a:solidFill>
                <a:latin typeface="Calibri"/>
              </a:rPr>
              <a:t>Romans 10:17 — the chain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4   </a:t>
            </a:r>
            <a:r>
              <a:rPr sz="2800">
                <a:solidFill>
                  <a:srgbClr val="222B22"/>
                </a:solidFill>
                <a:latin typeface="Calibri"/>
              </a:rPr>
              <a:t>PROAPT walked together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5   </a:t>
            </a:r>
            <a:r>
              <a:rPr sz="2800">
                <a:solidFill>
                  <a:srgbClr val="222B22"/>
                </a:solidFill>
                <a:latin typeface="Calibri"/>
              </a:rPr>
              <a:t>Bridge to the pairs and pair structure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6   </a:t>
            </a:r>
            <a:r>
              <a:rPr sz="2800">
                <a:solidFill>
                  <a:srgbClr val="222B22"/>
                </a:solidFill>
                <a:latin typeface="Calibri"/>
              </a:rPr>
              <a:t>PROAPT in family pairs — two passes, two passages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7   </a:t>
            </a:r>
            <a:r>
              <a:rPr sz="2800">
                <a:solidFill>
                  <a:srgbClr val="222B22"/>
                </a:solidFill>
                <a:latin typeface="Calibri"/>
              </a:rPr>
              <a:t>Tell step — sharing in the pair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8   </a:t>
            </a:r>
            <a:r>
              <a:rPr sz="2800">
                <a:solidFill>
                  <a:srgbClr val="222B22"/>
                </a:solidFill>
                <a:latin typeface="Calibri"/>
              </a:rPr>
              <a:t>Merge and homework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9   </a:t>
            </a:r>
            <a:r>
              <a:rPr sz="2800">
                <a:solidFill>
                  <a:srgbClr val="222B22"/>
                </a:solidFill>
                <a:latin typeface="Calibri"/>
              </a:rPr>
              <a:t>The Leader Feedback Round — both leaders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10   </a:t>
            </a:r>
            <a:r>
              <a:rPr sz="2800">
                <a:solidFill>
                  <a:srgbClr val="222B22"/>
                </a:solidFill>
                <a:latin typeface="Calibri"/>
              </a:rPr>
              <a:t>Closing container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P5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Opening Container — the Eight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Welcome — five minutes to open the container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Phones silenced and put away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Stand in a circle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One-word check-in — how you actually are, right now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Put out / bring in — set something down; bring a blessing in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Spoken commitment: “I am here. I am paying attention. I am willing to be moved.”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7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Opening prayer — “Holy Spirit, you are welcome here. Speak. We are listening.”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8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Sit. Begin.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P6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Re-Entry Check-In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First gathering of Quarter 2 — the container re-held slowly after the break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“Take ninety seconds: one sentence about the Examen, or about how the break treated your practice, or anything that has shifted.”</a:t>
            </a:r>
          </a:p>
          <a:p>
            <a:pPr marL="685800" indent="-274320">
              <a:spcAft>
                <a:spcPts val="7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“Thinned out over the break is a completely normal answer — the practice picks up where you are.”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A parent starts the round — pass-anytime holds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Evening 5 still sitting heavy? “The team is here. Find one of us before you leave tonight.”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P7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2" name="Picture 32" descr="trail cairn - the weekly check-i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Round, for All of Us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P8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sp>
        <p:nvSpPr>
          <p:cNvPr id="290" name="RoomSelfRead"/>
          <p:cNvSpPr txBox="1"/>
          <p:nvPr/>
        </p:nvSpPr>
        <p:spPr>
          <a:xfrm>
            <a:off x="822960" y="1417320"/>
            <a:ext cx="10515600" cy="5029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1300"/>
              </a:spcAft>
            </a:pPr>
            <a:r>
              <a:rPr sz="1900" b="0" i="0">
                <a:solidFill>
                  <a:srgbClr val="222B22"/>
                </a:solidFill>
                <a:latin typeface="Calibri"/>
              </a:rPr>
              <a:t>Same process as every week’s leader reflection — now for the group:</a:t>
            </a:r>
          </a:p>
          <a:p>
            <a:pPr algn="l">
              <a:spcAft>
                <a:spcPts val="11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What’s working well that we ought to keep doing next quarter?</a:t>
            </a:r>
          </a:p>
          <a:p>
            <a:pPr algn="l">
              <a:spcAft>
                <a:spcPts val="11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What could we do differently that would make things even better?</a:t>
            </a:r>
          </a:p>
          <a:p>
            <a:pPr algn="l">
              <a:spcAft>
                <a:spcPts val="11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What would you tell somebody else about what this group is like?</a:t>
            </a:r>
          </a:p>
          <a:p>
            <a:pPr algn="l">
              <a:spcBef>
                <a:spcPts val="1300"/>
              </a:spcBef>
              <a:spcAft>
                <a:spcPts val="1000"/>
              </a:spcAft>
            </a:pPr>
            <a:r>
              <a:rPr sz="2000" b="0" i="1">
                <a:solidFill>
                  <a:srgbClr val="222B22"/>
                </a:solidFill>
                <a:latin typeface="Cambria"/>
              </a:rPr>
              <a:t>The leader answers first, same as always. Any question, any order.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Romans 10:17 — The Chain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 short verse, three steps: Word → Hearing → Faith — the order matters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Not trying harder, not emotional experience — faith is a fruit of a particular practice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How much of our “Bible time” is actually hearing, and how much is reading without hearing?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Hearing is a skill — skills develop with practice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practice: PROAPT — Pray, Read, Observe, Apply, Pray again, Tell (Truro Church, 1980s)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19456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ROMANS 10:17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“So faith comes from hearing, and hearing through the word of Christ.”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P9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PROAPT Walked Together — Mark 1:14–20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Pray — “Holy Spirit, you are welcome here. Speak. We are listening.”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Read — slowly, to receive it; don’t analyze yet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Observe — two layers, in order: first the data (who, what, when, where — straight off the page), then the interpretation — what stands out or surprises you in it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Apply — “What does this passage mean FOR YOU, TODAY, in your specific life?” — logos becomes rhema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Pray again — tell God what you heard, what you are willing to do, what you’re struggling to be willing to do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Tell — the most-often-skipped step; hearing spoken aloud has a different staying power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P10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1" descr="an old wooden boat left ashore among moss and pine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6962" y="1463040"/>
            <a:ext cx="3669030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Bridge to the pairs — Pair Structure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Pair up in your family pair — parent with teen, from your own family, by default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One Reader, one Listener — Reader leads the six steps; after twelve minutes, switch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Your Lead Companion settles the pairs and completes any odd numbers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P11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PROAPT in Family Pairs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75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First pass (12 min) — Reader leads PROAPT; Listener works alongside without interrupting</a:t>
            </a:r>
          </a:p>
          <a:p>
            <a:pPr marL="342900" indent="-342900">
              <a:spcAft>
                <a:spcPts val="75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Reader’s Tell at the end goes to the Listener — one sentence</a:t>
            </a:r>
          </a:p>
          <a:p>
            <a:pPr marL="342900" indent="-342900">
              <a:spcAft>
                <a:spcPts val="75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Switch roles — the second passage: Mark 2:1–12, the paralytic</a:t>
            </a:r>
          </a:p>
          <a:p>
            <a:pPr marL="342900" indent="-342900">
              <a:spcAft>
                <a:spcPts val="75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Second pass (12 min) — same structure, roles reversed</a:t>
            </a:r>
          </a:p>
          <a:p>
            <a:pPr marL="274320" indent="-274320">
              <a:spcAft>
                <a:spcPts val="75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Stuck on Observe? “What’s one specific word or phrase that caught your attention?”</a:t>
            </a:r>
          </a:p>
          <a:p>
            <a:pPr marL="274320" indent="-274320">
              <a:spcAft>
                <a:spcPts val="75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“Slow down. The Spirit isn’t in a hurry.” — and if you finish early, get reps with another passage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P12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Tell Step — Sharing in the pair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Still in your family pair — each of us tells ONE specific thing we heard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“Specific. One sentence. We listen to receive, like Evening 3.”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A parent opens the round — arranged beforehand, never a cold call on a teen; pass-anytime holds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Receive without preaching — “We hear that.” “Thank you for naming that.”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“What we heard tonight is not just for us — it is given to us to walk out.”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P13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Merge and Homework Practice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Back in the circle — each of us says briefly what we heard tonight: one sentence; a parent begins; pass-anytime holds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Daily PROAPT — one passage per day, every day, for the next week — five to ten minutes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Your own journal — the PROAPT page of the take-home is the template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Passage paths on the handout — the Gospel of Mark, the Sermon on the Mount, or Romans 8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Commit aloud to a specific time of day — “Morning before school” / “Right after dinner”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“The chain only works if we work it.”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P14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seedling - what grows between Wednesday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Daily Rhythm</a:t>
            </a:r>
          </a:p>
        </p:txBody>
      </p:sp>
      <p:pic>
        <p:nvPicPr>
          <p:cNvPr id="4" name="Picture 3" descr="s7_par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463040"/>
            <a:ext cx="8595360" cy="4039819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Handed out now — this is the sheet in your hands.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P15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Four Parts</a:t>
            </a:r>
          </a:p>
        </p:txBody>
      </p:sp>
      <p:pic>
        <p:nvPicPr>
          <p:cNvPr id="4" name="Picture 3" descr="s7_part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2284" y="1463040"/>
            <a:ext cx="6947127" cy="4709160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One practice at a time — and a partner expecting you at the end of week one.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P16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P17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Closing the Container + Aaronic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close the way we opened — the container, six steps: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Stand again — same circle, same posture as the open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One-word landing — compare it to your opening word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thing you are taking from tonight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practice — committed aloud, or modified to one you will actually keep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Blessings — eyes on the person, not the screen: say what is on your heart for them. Specific, witnessed, short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prayer — and the Aaronic blessing, spoken over each other, face to face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92608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THE AARONIC BLESSING — 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you, and be gracious to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you,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P18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