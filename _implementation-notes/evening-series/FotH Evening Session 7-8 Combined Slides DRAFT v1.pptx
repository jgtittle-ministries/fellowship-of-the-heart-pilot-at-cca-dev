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7–8 combined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 Name the two new lines: choose a paragraph (one central thought), and don't skip the Tell.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Pair Card printed, one per pair and a spare; the journal Week 7 pages carry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  <a:p>
            <a:r>
              <a:rPr lang="en-US" sz="1200"/>
              <a:t>WHY: the order protects the hearing — what the text says before what it means. 1. PRAY — we come to hear, not to extract; the Word is His. 2. READ — let it land whole before taking it apart. 3. OBSERVE, the data — the ground: what the page actually says, checkable by anyone; skipping it is where most misreadings start. OBSERVE, the interpretation — what it meant in its own world before it means anything in ours. 4. APPLY — where reading becomes hearing: one specific thing, for me, not for someone else. 5. PRAY AGAIN — hearing becomes a response; obedience starts here. 6. TELL — spoken hearing stays, and someone else hears what you heard. Full page: “PROAPT — What Each Step Is For” (Planning).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7:49–7:50 · LEAD: CONTENT PRESENTER · TRANSITION</a:t>
            </a:r>
          </a:p>
          <a:p>
            <a:r>
              <a:t>BEATS: 1. Explain the pair shape: parent with your own teen by default; one Reader, one Listener; switch at twelve minutes. 2. The container holder keeps the clock and calls the switch at 8:02, the Tell at 8:13, and back in the circle at 8:19. 3. Hand each pair a Pair Card. 4. Pray and send.</a:t>
            </a:r>
          </a:p>
          <a:p>
            <a:r>
              <a:t>CUES: Lead Companions settle odd numbers across families. Pairs always, even in a small room: the practice is one Reader and one Listener, and a circle cannot give that.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7:50–8:13 · LEAD: CONTENT PRESENTER · PAIRS</a:t>
            </a:r>
          </a:p>
          <a:p>
            <a:r>
              <a:t>TIME TARGETS (the container holder calls them): pass one 7:50–8:02; switch at 8:02; pass two 8:02–8:13; the Tell, still in the pair, 8:13–8:19; back in the circle at 8:19 for the merge. If the room is running late, keep the two passes equal and shorten both rather than drop the second.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For pass one, pairs may take a fresh passage instead of Mark 1:14–20 again: Luke 5:1–11, John 1:35–42, or Mark 10:46–52 (on the Pair Card).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PRINT: the Pair Card (Leader Notes folder) carries this slide, the six steps, the passages, the times and the stuck-prompts, so each pair has it in hand away from the screen.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Blessings: turn away from the screen and face the person. Nothing to read — say what is in front of you for this person, specific and short. Then the Aaronic blessing, hands up. 3. Send: 'PROAPT one passage tomorrow. See you evenings.'</a:t>
            </a:r>
          </a:p>
          <a:p>
            <a:r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7–8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7–8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7–8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2284" y="1463040"/>
            <a:ext cx="694712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