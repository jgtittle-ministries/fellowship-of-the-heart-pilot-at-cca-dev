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S7–8 COMBINED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7–8 combined stands in the third box — Connect with God — and the practice is walked twice in one evening, teen-led.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S7–8 COMBINED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rPr lang="en-US" sz="1200"/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S7–8 COMBINED · 7:00–8:30 · LEAD: BOTH LEADERS</a:t>
            </a:r>
          </a:p>
          <a:p>
            <a:r>
              <a:t>BEATS:</a:t>
            </a:r>
          </a:p>
          <a:p>
            <a:r>
              <a:t>1. The re-entry evening AND the practice, twice — hearing is a skill, and skills take reps: rep one walked together, rep two in the pairs on a second passage.</a:t>
            </a:r>
          </a:p>
          <a:p>
            <a:r>
              <a:t>2. Shape: open, check-in, Romans 10:17 chain, PROAPT walked together (Mark 1:14–20, teen-led), bridge, two 12-minute passes in family pairs (pass two: Mark 2:1–12), tell step, merge, daily-PROAPT commissioning, feedback, close.</a:t>
            </a:r>
          </a:p>
          <a:p>
            <a:r>
              <a:t>3. The current-condition form: this room's teens lead the walk-through. The separate second-running evening (Session 8) is held in reserve for a larger room of newer people.</a:t>
            </a:r>
          </a:p>
          <a:p>
            <a:r>
              <a:t>CUES: Passage cards for both passages at each seat; the journal Week 7 pages carry the daily template.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Week 7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Week 6, find a Companion before leaving today.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rPr lang="en-US" sz="1200"/>
              <a:t>2. The leader answers FIRST — all three, briefly, a story or moment attached to each. Modeling that answers come with what you saw is the whole teaching.</a:t>
            </a:r>
          </a:p>
          <a:p>
            <a:r>
              <a:rPr lang="en-US" sz="1200"/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rPr lang="en-US" sz="1200"/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rPr lang="en-US" sz="1200"/>
              <a:t>POCKET (only if a gap matters): 'when hard things landed this quarter, how did we do?' · 'what would a brand-new family feel in their first ten minutes with us?'</a:t>
            </a:r>
          </a:p>
          <a:p>
            <a:r>
              <a:rPr lang="en-US" sz="1200"/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rPr lang="en-US" sz="1200"/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7:34–7:40 · LEAD: CONTENT PRESENTER</a:t>
            </a:r>
          </a:p>
          <a:p>
            <a:r>
              <a:rPr lang="en-US" sz="1200"/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7:40–7:49 · LEAD: CONTENT PRESENTER</a:t>
            </a:r>
          </a:p>
          <a:p>
            <a:r>
              <a:rPr lang="en-US" sz="1200"/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rPr lang="en-US" sz="1200"/>
              <a:t>CUES: If an Apply goes vague or grand, push gently for one specific concrete application.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7:49–7:50 · LEAD: CONTENT PRESENTER · TRANSITION</a:t>
            </a:r>
          </a:p>
          <a:p>
            <a:r>
              <a:rPr lang="en-US" sz="1200"/>
              <a:t>BEATS: 1. Explain the pair shape: parent with your own teen by default; one Reader, one Listener; switch at twelve minutes. 2. Name it: pairing inside your own family is the design working, not the consolation prize. 3. Pray and send.</a:t>
            </a:r>
          </a:p>
          <a:p>
            <a:r>
              <a:rPr lang="en-US" sz="1200"/>
              <a:t>CUES: leadsanions settle odd numbers across families. If the room is about ten or fewer, skip the pairing — one circle, pair up in place.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7:50–8:13 · LEAD: CONTENT PRESENTER · PAIRS</a:t>
            </a:r>
          </a:p>
          <a:p>
            <a:r>
              <a:t>BEATS: 1. First pass 12 min: Reader leads the six steps, Listener works alongside without interrupting; Reader's Tell goes to the Listener, one sentence. 2. Switch roles; second pass 12 min, same or new passage.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t>CUES: If something heavy surfaces, honor it briefly and follow up after the close — do not process it in the pair.</a:t>
            </a:r>
          </a:p>
          <a:p>
            <a:r>
              <a:t>REPS (combined form): hearing is a skill, and skills take reps — pass one was rep one; pass two is rep two, on a fresh passage. A passage speaks differently on a second hearing; tonight the room tests that inside one evening.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8:13–8:19 · LEAD: CONTENT PRESENTER · PAIRS</a:t>
            </a:r>
          </a:p>
          <a:p>
            <a:r>
              <a:rPr lang="en-US" sz="1200"/>
              <a:t>BEATS: 1. Re-form pairs out of pairs.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rPr lang="en-US" sz="1200"/>
              <a:t>CUES: Arranged parent opens the round (check the Run Card) — never cold-call a teen; teens choose their own depth; pass-anytime holds.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CONTENT PRESENTER</a:t>
            </a:r>
          </a:p>
          <a:p>
            <a:r>
              <a:rPr lang="en-US" sz="1200"/>
              <a:t>BEATS: 1. One word each — not what you heard (that is yours), but what the practice was like. 2. Introduce daily PROAPT: one short passage, five to ten minutes, every day — the journal Week 7 pages have the template. 3. Hold up H7.3: passage paths for teens and parents. 4. 'The chain only works if we work it.'</a:t>
            </a:r>
          </a:p>
          <a:p>
            <a:r>
              <a:rPr lang="en-US" sz="1200"/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8:24–8:28 · LEAD: BOTH LEADERS</a:t>
            </a:r>
          </a:p>
          <a:p>
            <a:r>
              <a:rPr lang="en-US" sz="1200"/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8:28–8:30 · LEAD: CONTAINER HOLDER</a:t>
            </a:r>
          </a:p>
          <a:p>
            <a:r>
              <a:rPr lang="en-US" sz="1200"/>
              <a:t>BEATS: 1. Bridge the weeks: last week we named hard places, today we practiced hearing — both are real, both are how the Father walks us home; the place named last week is the place PROAPT will keep speaking into. 2. Aaronic blessing, hands up. 3. Send: 'PROAPT one passage tomorrow. See you evenings.'</a:t>
            </a:r>
          </a:p>
          <a:p>
            <a:r>
              <a:rPr lang="en-US" sz="1200"/>
              <a:t>CUES: Stay accessible after the close for anyone still carrying Week 6.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7–8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PROAPT, I &amp; II in One Evening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walked together, then twice through in pairs — the current-condition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7–8 combined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the practice walked twice in one evening,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7–8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— two passes, two passages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6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“Pairing up with your own parent or your own teen is not the consolation-prize version — it is the design working.”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 Companion settles the pairs and completes any odd numbers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Small room (about ten or fewer)? Stay as one circle and pair up in place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the second passage: Mark 2:1–12, the paralytic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Back in the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Week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journal Week 7 pages have a daily PROAPT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