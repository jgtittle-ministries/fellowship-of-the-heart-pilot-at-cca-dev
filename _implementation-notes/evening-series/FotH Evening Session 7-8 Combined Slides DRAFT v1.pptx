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6 stands in the third box — Connect with God — and the practice is walked twice in one evening, teen-led.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 Name the two new lines: choose a paragraph (one central thought), and don't skip the Tell.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7:00–7:08 · LEAD: CONTAINER HOLDER</a:t>
            </a:r>
          </a:p>
          <a:p>
            <a:r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7:00–8:30 · LEAD: BOTH LEADERS</a:t>
            </a:r>
          </a:p>
          <a:p>
            <a:r>
              <a:t>BEATS:</a:t>
            </a:r>
          </a:p>
          <a:p>
            <a:r>
              <a:t>1. The re-entry evening AND the practice, twice — hearing is a skill, and skills take reps: rep one walked together, rep two in the pairs on a second passage.</a:t>
            </a:r>
          </a:p>
          <a:p>
            <a:r>
              <a:t>2. Shape: open, check-in, Romans 10:17 chain, PROAPT walked together (Mark 1:14–20, teen-led), bridge, two 12-minute passes in family pairs (pass two: Mark 2:1–12), tell step, merge, daily-PROAPT commissioning, feedback, close.</a:t>
            </a:r>
          </a:p>
          <a:p>
            <a:r>
              <a:t>3. The current-condition form: this room's teens lead the walk-through. The separate second-running evening (Session 8) is held in reserve for a larger room of newer people.</a:t>
            </a:r>
          </a:p>
          <a:p>
            <a:r>
              <a:t>CUES: Passage cards for both passages at each seat; the Pair Card printed, one per pair and a spare; your own journal, with the PROAPT page of the take-home as the daily template.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Evening 6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7:25–7:34 · LEAD: CONTENT PRESENTER</a:t>
            </a:r>
          </a:p>
          <a:p>
            <a:r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Evening 5, find a Companion before leaving today.</a:t>
            </a:r>
          </a:p>
          <a:p>
            <a:r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7:25–7:34 · LEAD: CONTENT PRESENTER</a:t>
            </a:r>
          </a:p>
          <a:p>
            <a:r>
              <a:t>BEATS:</a:t>
            </a:r>
          </a:p>
          <a:p>
            <a:r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t>2. The leader answers FIRST — all three, briefly, a story or moment attached to each. Modeling that answers come with what you saw is the whole teaching.</a:t>
            </a:r>
          </a:p>
          <a:p>
            <a:r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t>POCKET (only if a gap matters): 'when hard things landed this quarter, how did we do?' · 'what would a brand-new family feel in their first ten minutes with us?'</a:t>
            </a:r>
          </a:p>
          <a:p>
            <a:r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7:34–7:40 · LEAD: CONTENT PRESENTER</a:t>
            </a:r>
          </a:p>
          <a:p>
            <a:r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7:40–7:49 · LEAD: CONTENT PRESENTER</a:t>
            </a:r>
          </a:p>
          <a:p>
            <a:r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t>CUES: If an Apply goes vague or grand, push gently for one specific concrete application.</a:t>
            </a:r>
          </a:p>
          <a:p>
            <a:r>
              <a:t>WHY: the order protects the hearing — what the text says before what it means. 1. PRAY — we come to hear, not to extract; the Word is His. 2. READ — let it land whole before taking it apart. 3. OBSERVE, the data — the ground: what the page actually says, checkable by anyone; skipping it is where most misreadings start. OBSERVE, the interpretation — what it meant in its own world before it means anything in ours. 4. APPLY — where reading becomes hearing: one specific thing, for me, not for someone else. 5. PRAY AGAIN — hearing becomes a response; obedience starts here. 6. TELL — spoken hearing stays, and someone else hears what you heard. Full page: “PROAPT — What Each Step Is For” (Planning).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7:49–7:50 · LEAD: CONTENT PRESENTER · TRANSITION</a:t>
            </a:r>
          </a:p>
          <a:p>
            <a:r>
              <a:t>BEATS: 1. Explain the pair shape: parent with your own teen by default; one Reader, one Listener; switch at twelve minutes. 2. The container holder keeps the clock and calls the switch at 8:02, the Tell at 8:13, and back in the circle at 8:19. 3. Hand each pair a Pair Card. 4. Pray and send.</a:t>
            </a:r>
          </a:p>
          <a:p>
            <a:r>
              <a:t>CUES: Lead Companions settle odd numbers across families. Pairs always, even in a small room: the practice is one Reader and one Listener, and a circle cannot give that.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7:50–8:13 · LEAD: CONTENT PRESENTER · PAIRS</a:t>
            </a:r>
          </a:p>
          <a:p>
            <a:r>
              <a:t>TIME TARGETS (the container holder calls them): pass one 7:50–8:02; switch at 8:02; pass two 8:02–8:13; the Tell, still in the pair, 8:13–8:19; back in the circle at 8:19 for the merge. If the room is running late, keep the two passes equal and shorten both rather than drop the second.</a:t>
            </a:r>
          </a:p>
          <a:p>
            <a:r>
              <a:t>BEATS: 1. First pass 12 min: Reader leads the six steps, Listener works alongside without interrupting; Reader's Tell goes to the Listener, one sentence. 2. Switch roles; second pass 12 min, same or new passage. For pass one, pairs may take a fresh passage instead of Mark 1:14–20 again: Luke 5:1–11, John 1:35–42, or Mark 10:46–52 (on the Pair Card).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t>PRINT: the Pair Card (Leader Notes folder) carries this slide, the six steps, the passages, the times and the stuck-prompts, so each pair has it in hand away from the screen.</a:t>
            </a:r>
          </a:p>
          <a:p>
            <a:r>
              <a:t>CUES: If something heavy surfaces, honor it briefly and follow up after the close — do not process it in the pair.</a:t>
            </a:r>
          </a:p>
          <a:p>
            <a:r>
              <a:t>REPS (combined form): hearing is a skill, and skills take reps — pass one was rep one; pass two is rep two, on a fresh passage. A passage speaks differently on a second hearing; tonight the room tests that inside one evening.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8:13–8:19 · LEAD: CONTENT PRESENTER · PAIRS</a:t>
            </a:r>
          </a:p>
          <a:p>
            <a:r>
              <a:t>BEATS: 1. Stay in the pair you worked in: the Tell happens where you heard, before anyone moves.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t>CUES: Arranged parent opens the round (check the Run Card) — never cold-call a teen; teens choose their own depth; pass-anytime holds.</a:t>
            </a:r>
          </a:p>
          <a:p>
            <a:r>
              <a:t>IF TIME RAN SHORT: If only one of you walked the six steps, that one still tells. The Listener tells one thing they noticed while listening.</a:t>
            </a:r>
          </a:p>
          <a:p>
            <a:r>
              <a:t>IN THE ROOM: On 26 October the pairs worked against the clock. Most pairs both walked the steps; at least one pair finished only one. Back in the circle, everyone had heard something of their own, and you could see and feel the excitement in the room. This is a high-impact practice: guard its time.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8:19–8:20 · LEAD: CONTENT PRESENTER</a:t>
            </a:r>
          </a:p>
          <a:p>
            <a:r>
              <a:t>BEATS: 1. One word each — not what you heard (that is yours), but what the practice was like. 2. Introduce daily PROAPT: one short passage, five to ten minutes, every day — your own journal, with the PROAPT page of the take-home as the template. 3. Hold up H7.3: passage paths for teens and parents. 4. 'The chain only works if we work it.'</a:t>
            </a:r>
          </a:p>
          <a:p>
            <a:r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8:24–8:28 · LEAD: BOTH LEADERS</a:t>
            </a:r>
          </a:p>
          <a:p>
            <a:r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E6 · 8:28–8:30 · LEAD: CONTAINER HOLDER</a:t>
            </a:r>
          </a:p>
          <a:p>
            <a:r>
              <a:t>BEATS: 1. Bridge the weeks: last week we named hard places, today we practiced hearing — both are real, both are how the Father walks us home; the place named last week is the place PROAPT will keep speaking into. 2. Blessings: turn away from the screen and face the person. Nothing to read — say what is in front of you for this person, specific and short. Then the Aaronic blessing, hands up. 3. Send: 'PROAPT one passage tomorrow. See you evenings.'</a:t>
            </a:r>
          </a:p>
          <a:p>
            <a:r>
              <a:t>CUES: Stay accessible after the close for anyone still carrying Evening 5.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PROAPT, I &amp; II in One Evening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walked together, then twice through in pairs — the current-condition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6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the practice walked twice in one evening,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6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— two passes, two passages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Evening 5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the second passage: Mark 2:1–12, the paralytic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Still in your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Evening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Your own journal — the PROAPT page of the take-home is the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2284" y="1463040"/>
            <a:ext cx="694712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