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264" r:id="rId35"/>
    <p:sldId id="527" r:id="rId23"/>
    <p:sldId id="265" r:id="rId36"/>
    <p:sldId id="343" r:id="rId37"/>
    <p:sldId id="344" r:id="rId38"/>
    <p:sldId id="345" r:id="rId39"/>
    <p:sldId id="346" r:id="rId40"/>
    <p:sldId id="347" r:id="rId41"/>
    <p:sldId id="348" r:id="rId42"/>
    <p:sldId id="349" r:id="rId43"/>
    <p:sldId id="350" r:id="rId44"/>
    <p:sldId id="528" r:id="rId24"/>
    <p:sldId id="529" r:id="rId25"/>
    <p:sldId id="351" r:id="rId46"/>
    <p:sldId id="352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3" Type="http://schemas.openxmlformats.org/officeDocument/2006/relationships/slide" Target="slides/slide3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35" Type="http://schemas.openxmlformats.org/officeDocument/2006/relationships/slide" Target="slides/slide2.xml"/><Relationship Id="rId36" Type="http://schemas.openxmlformats.org/officeDocument/2006/relationships/slide" Target="slides/slide4.xml"/><Relationship Id="rId37" Type="http://schemas.openxmlformats.org/officeDocument/2006/relationships/slide" Target="slides/slide5.xml"/><Relationship Id="rId38" Type="http://schemas.openxmlformats.org/officeDocument/2006/relationships/slide" Target="slides/slide6.xml"/><Relationship Id="rId39" Type="http://schemas.openxmlformats.org/officeDocument/2006/relationships/slide" Target="slides/slide7.xml"/><Relationship Id="rId40" Type="http://schemas.openxmlformats.org/officeDocument/2006/relationships/slide" Target="slides/slide8.xml"/><Relationship Id="rId41" Type="http://schemas.openxmlformats.org/officeDocument/2006/relationships/slide" Target="slides/slide9.xml"/><Relationship Id="rId42" Type="http://schemas.openxmlformats.org/officeDocument/2006/relationships/slide" Target="slides/slide10.xml"/><Relationship Id="rId43" Type="http://schemas.openxmlformats.org/officeDocument/2006/relationships/slide" Target="slides/slide11.xml"/><Relationship Id="rId44" Type="http://schemas.openxmlformats.org/officeDocument/2006/relationships/slide" Target="slides/slide12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S3 · WELCOME · LEAD: CONTAINER HOLDER · GROUNDING — every session opens on this map</a:t>
            </a:r>
          </a:p>
          <a:p>
            <a:r>
              <a:t>BEATS:</a:t>
            </a:r>
          </a:p>
          <a:p>
            <a:r>
              <a:t>1. Locate tonight on the map, plainly: Session 3 crosses from the first box toward the second — Self opening toward Others. Each connection makes the next one real (Matt. 22:37–40).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This is also the 'where we are on the map' minute the welcome owes any newcomer.</a:t>
            </a:r>
          </a:p>
          <a:p>
            <a:r>
              <a:t>CUES: Two minutes at most; then tonight's road.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S3 · COMMISSIONING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rhythm first: the morning question, the evening journal line — one box per day on the week-grids.</a:t>
            </a:r>
          </a:p>
          <a:p>
            <a:r>
              <a:t>3. A missed box is never a failure — it is an invitation to return.</a:t>
            </a:r>
          </a:p>
          <a:p>
            <a:r>
              <a:t>CUES: The four parts are the next slide.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S3 · COMMISSIONING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one; the end-of-week-one check-in; the homework practice, week two; one sentence of preparation.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The sheet-walk, not a re-teach.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S3 · pre-session · DIVIDER</a:t>
            </a:r>
          </a:p>
          <a:p>
            <a:r>
              <a:rPr lang="en-US" sz="1200"/>
              <a:t>On screen through dinner and as the circle forms. Greet at the door — the slide holds the room.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S3 · 7:00–8:30 · LEAD: BOTH LEADERS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Highest-risk session of the series — Handbook Section 6 re-read within 48 hours before; crisis card in every Companion pocket; pastoral/clinical backup on call 6:30–11:00.</a:t>
            </a:r>
          </a:p>
          <a:p>
            <a:r>
              <a:rPr lang="en-US" sz="1200"/>
              <a:t>2. Shape: open, check-in, Psalm 139, YOUR five-minute demo story, bridge, 35-minute pair storytelling (parents tell; teens witness and bless), merge, Joint Footprints, feedback, close.</a:t>
            </a:r>
          </a:p>
          <a:p>
            <a:r>
              <a:rPr lang="en-US" sz="1200"/>
              <a:t>3. The clock is a guide — if a block runs sixty seconds long because something true is being said, let it.</a:t>
            </a:r>
          </a:p>
          <a:p>
            <a:r>
              <a:rPr lang="en-US" sz="1200"/>
              <a:t>CUES: First-teller parent arranged per pair. Any parent whose story carries news their teen has not been handed talked with the Lead Companion beforehand — hold that plan.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S3 · 7:00–7:08 · LEAD: CONTAINER HOLDER</a:t>
            </a:r>
          </a:p>
          <a:p>
            <a:r>
              <a:t>BEATS:</a:t>
            </a:r>
          </a:p>
          <a:p>
            <a:r>
              <a:t>1. 'Find a seat. We'll start in ninety seconds.' The settling is part of the work.</a:t>
            </a:r>
          </a:p>
          <a:p>
            <a:r>
              <a:t>2. Speak the Aaronic blessing over the room first.</a:t>
            </a:r>
          </a:p>
          <a:p>
            <a:r>
              <a:t>3. Frame: today the parents tell; teens, your night is next week — your work today is listening and blessing, and that is not the small half.</a:t>
            </a:r>
          </a:p>
          <a:p>
            <a:r>
              <a:t>4. Container reminders: Safe, Present, Clear, Intentional; nothing is required; we listen and bless, we do not fix.</a:t>
            </a:r>
          </a:p>
          <a:p>
            <a:r>
              <a:t>CUES: Spot anyone who arrived heavy — eye contact, smile, no singling out. They will know you saw them.</a:t>
            </a:r>
          </a:p>
          <a:p>
            <a:r>
              <a:t>PAIR LEAD: name the leading pair in the welcome — two leaders hold tonight, and the room will see the evening handed back and forth between them; that is the design. The pair practices the session together beforehand.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/>
              <a:t>S3 · 7:08–7:25 · LEAD: CONTAINER HOLDER</a:t>
            </a:r>
          </a:p>
          <a:p>
            <a:r>
              <a:rPr lang="en-US" sz="1200" dirty="0"/>
              <a:t>BEATS:</a:t>
            </a:r>
          </a:p>
          <a:p>
            <a:r>
              <a:rPr lang="en-US" sz="1200" dirty="0"/>
              <a:t>1. Ninety seconds, optional: one sentence on what the soil journaling surfaced — 'path soil at school' is enough.</a:t>
            </a:r>
          </a:p>
          <a:p>
            <a:r>
              <a:rPr lang="en-US" sz="1200" dirty="0"/>
              <a:t>2. Take 3–4 voluntary contributions; call on no one.</a:t>
            </a:r>
          </a:p>
          <a:p>
            <a:r>
              <a:rPr lang="en-US" sz="1200" dirty="0"/>
              <a:t>3. If silence: wait ten seconds, then 'Good. The work is happening, whether or not we name it today.'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S3 · 7:25–7:33 · LEAD: CONTENT PRESENTER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Read Psalm 139:1–6, then 23–24, from the physical Bible. Slowly. Do not preach over the reading.</a:t>
            </a:r>
          </a:p>
          <a:p>
            <a:r>
              <a:rPr lang="en-US" sz="1200"/>
              <a:t>2. The psalmist is completely known and not running — his response is wonder, and he invites more: 'Search me.'</a:t>
            </a:r>
          </a:p>
          <a:p>
            <a:r>
              <a:rPr lang="en-US" sz="1200"/>
              <a:t>3. Land the one idea: the opposite of hidden is not exposed — it is seen and safe at the same time. That is what the circle is.</a:t>
            </a:r>
          </a:p>
          <a:p>
            <a:r>
              <a:rPr lang="en-US" sz="1200"/>
              <a:t>4. Today is a small practice of it: parents answer one question at the depth they choose; the circle blesses, never fixes.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S3 · 7:33–7:39 · LEAD: CONTENT PRESENTER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Tell your own five-minute story answering the one question: how you got here, and what has shaped you.</a:t>
            </a:r>
          </a:p>
          <a:p>
            <a:r>
              <a:rPr lang="en-US" sz="1200"/>
              <a:t>2. Be specific ('I learned to read a slammed cabinet door'), honest about one real hard place, neither hero nor victim; say where you see God in it now.</a:t>
            </a:r>
          </a:p>
          <a:p>
            <a:r>
              <a:rPr lang="en-US" sz="1200"/>
              <a:t>3. Close: 'That is the form. Parents, today in your pair. Teens, yours is next week. Yours doesn't have to look like mine.'</a:t>
            </a:r>
          </a:p>
          <a:p>
            <a:r>
              <a:rPr lang="en-US" sz="1200"/>
              <a:t>GUARD: Time it — five minutes, practiced in advance. The whole room calibrates against this demo; vague gives permission to be evasive.</a:t>
            </a:r>
          </a:p>
          <a:p>
            <a:r>
              <a:rPr lang="en-US" sz="1200"/>
              <a:t>SUB: The printed kitchen-table story in the plan is the founder's own. Tell YOUR story, written out this week per the pre-work — never perform John's testimony.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S3 · 7:39–7:40 · LEAD: CONTENT PRESENTER · TRANSITION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Hold up the cards. Three things: one question, depth is the teller's; listeners receive and bless — no fixing, advising, or 'me too'; nothing leaves the circle.</a:t>
            </a:r>
          </a:p>
          <a:p>
            <a:r>
              <a:rPr lang="en-US" sz="1200"/>
              <a:t>2. Pray the bridge prayer: 'Make this circle a small place where we can be known and safe at the same time.'</a:t>
            </a:r>
          </a:p>
          <a:p>
            <a:r>
              <a:rPr lang="en-US" sz="1200"/>
              <a:t>3. Send: families stay together; back in the main room at 8:20.</a:t>
            </a:r>
          </a:p>
          <a:p>
            <a:r>
              <a:rPr lang="en-US" sz="1200"/>
              <a:t>CUES: Teen storytelling cards (H3.2) go home today for Week 4. Ten or fewer — stay one circle; the arranged telling order holds.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S3 · 7:40–8:20 · LEAD: CONTENT PRESENTER · PAIRS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In each pair: the telling order is arranged beforehand — Companion-first stays available as a depth-setting lever when a pair needs it. 5–7 minutes per story, 10 seconds of silence, 1–2 minute blessing round.</a:t>
            </a:r>
          </a:p>
          <a:p>
            <a:r>
              <a:rPr lang="en-US" sz="1200"/>
              <a:t>2. Nobody interrupts a teller, even through silence. At six minutes, gentle eye contact; at seven, 'Let's land it together.'</a:t>
            </a:r>
          </a:p>
          <a:p>
            <a:r>
              <a:rPr lang="en-US" sz="1200"/>
              <a:t>3. Blessing starters are on the listener card; invite the teller's own teen to bless — invite, never force.</a:t>
            </a:r>
          </a:p>
          <a:p>
            <a:r>
              <a:rPr lang="en-US" sz="1200"/>
              <a:t>4. Short on time: compress blessings to one sentence each. Never send a parent home untold.</a:t>
            </a:r>
          </a:p>
          <a:p>
            <a:r>
              <a:rPr lang="en-US" sz="1200"/>
              <a:t>GUARD: Watch each teen's face during their parent's telling — weight received is a Settle Protocol matter (Handbook Section 6); quiet check-in at the next pause, and nobody leaves activated. Heavy disclosures: receive, bless, do not rush; two adults step aside after; Section 6 timelines apply.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S3 · 8:28–8:30 · LEAD: CONTAINER HOLDER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Reconvene; the room's texture will be different than at 7:40 — honor it, do not break it with energy.</a:t>
            </a:r>
          </a:p>
          <a:p>
            <a:r>
              <a:rPr lang="en-US" sz="1200"/>
              <a:t>2. One word each on what today was like; pass allowed. Receive with eye contact and a small nod — no 'great', no commentary.</a:t>
            </a:r>
          </a:p>
          <a:p>
            <a:r>
              <a:rPr lang="en-US" sz="1200"/>
              <a:t>3. Close: 'Each of you brought something true and received something true. That's rare. It's also the kind of room God shows up in.'</a:t>
            </a:r>
          </a:p>
          <a:p>
            <a:r>
              <a:rPr lang="en-US" sz="1200"/>
              <a:t>GUARD: Do not ask anyone to share what was said — pair content stays in the pair.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S3 · 8:20–8:24 · LEAD: CONTENT PRESENTER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Parent Co-Companion leads. One handout per family (H3.5).</a:t>
            </a:r>
          </a:p>
          <a:p>
            <a:r>
              <a:rPr lang="en-US" sz="1200"/>
              <a:t>2. The practice: parent and teen sit together twenty minutes this week — not the car, not the TV, phones away. Five minutes of footprints each way; listener asks one or two follow-ups, then one sentence: 'What I love about your footprints is...'</a:t>
            </a:r>
          </a:p>
          <a:p>
            <a:r>
              <a:rPr lang="en-US" sz="1200"/>
              <a:t>3. Two rules: the teen discloses only what they are ready to (their telling night is next week); the parent does not turn it into a lecture.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S3 · 8:24–8:28 · LEAD: BOTH LEADERS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Your three things first: went well; do differently; what I'd tell someone teaching today's process.</a:t>
            </a:r>
          </a:p>
          <a:p>
            <a:r>
              <a:rPr lang="en-US" sz="1200"/>
              <a:t>2. Then the room's two questions; two or three voices is plenty.</a:t>
            </a:r>
          </a:p>
          <a:p>
            <a:r>
              <a:rPr lang="en-US" sz="1200"/>
              <a:t>3. Receive without defending — 'thank you' is the whole response.</a:t>
            </a:r>
          </a:p>
          <a:p>
            <a:r>
              <a:rPr lang="en-US" sz="1200"/>
              <a:t>CUES: May be dropped if the room's energy needs something else; twice running goes to the team debrief.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S3 · 8:28–8:30 · LEAD: CONTAINER HOLDER</a:t>
            </a:r>
          </a:p>
          <a:p>
            <a:r>
              <a:t>BEATS:</a:t>
            </a:r>
          </a:p>
          <a:p>
            <a:r>
              <a:t>1. Restate the container hard: your own story goes home with you; nobody else's does — not to a sibling, a friend, or a spouse not in this room.</a:t>
            </a:r>
          </a:p>
          <a:p>
            <a:r>
              <a:t>2. Name the help: reach out if today sits heavy — email, text, knock; the Crisis Quick-Reference Card is real and someone is there.</a:t>
            </a:r>
          </a:p>
          <a:p>
            <a:r>
              <a:t>3. Aaronic blessing. 'Go gently this week.'</a:t>
            </a:r>
          </a:p>
          <a:p>
            <a:r>
              <a:t>CUES: Do not pack up — stay accessible ten minutes; the work after the closing is sometimes the work.</a:t>
            </a:r>
          </a:p>
          <a:p>
            <a:r>
              <a:t>BLESSINGS: eyes on the person, not the screen — nothing to read; say what is on your heart for them, specific and short.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wk03-sto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30118"/>
            <a:ext cx="5394960" cy="3597763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SESSION 3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Telling Your Story I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One question, one circle, and the practice of being known — the parents tell first; the teens’ night is Week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1: Connect with Self &amp; Others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22"/>
                </a:solidFill>
                <a:latin typeface="Calibri"/>
              </a:rPr>
              <a:t>Session 3 crosses from the first box toward the second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Self opening toward Others</a:t>
            </a:r>
            <a:r>
              <a:rPr sz="1800" b="0">
                <a:solidFill>
                  <a:srgbClr val="222B22"/>
                </a:solidFill>
                <a:latin typeface="Calibri"/>
              </a:rPr>
              <a:t>. Each connection makes the next one real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four-conn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Session 3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978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1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Welcome and centering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2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Week 2 check-in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3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Psalm 139 — being known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4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Companion demo story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5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Bridge to the pairs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6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Stories in pairs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7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Merge and shared closing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8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Homework commissioning — handout + check-in partners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9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The Leader Feedback Round — both leaders</a:t>
            </a:r>
          </a:p>
          <a:p>
            <a:pPr>
              <a:spcAft>
                <a:spcPts val="500"/>
              </a:spcAft>
            </a:pPr>
            <a:r>
              <a:rPr sz="2800" b="1" dirty="0">
                <a:solidFill>
                  <a:srgbClr val="97BC62"/>
                </a:solidFill>
                <a:latin typeface="Calibri"/>
              </a:rPr>
              <a:t>10   </a:t>
            </a:r>
            <a:r>
              <a:rPr sz="2800" dirty="0">
                <a:solidFill>
                  <a:srgbClr val="222B22"/>
                </a:solidFill>
                <a:latin typeface="Calibri"/>
              </a:rPr>
              <a:t>Closing container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39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Opening Container — the Eight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Welcome — five minutes to open the container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Phones silenced and put away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Stand in a circle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4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One-word check-in — how you actually are, right now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5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Put out / bring in — set something down; bring a blessing in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6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Spoken commitment: “I am here. I am paying attention. I am willing to be moved.”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7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Opening prayer — “Holy Spirit, you are welcome here. Speak. We are listening.”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8 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Sit. Begin.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40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Week 2 Check-In — Heart Soil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6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600" b="0" i="0" dirty="0">
                <a:solidFill>
                  <a:srgbClr val="222B22"/>
                </a:solidFill>
                <a:latin typeface="Calibri"/>
              </a:rPr>
              <a:t>“Some of you journaled this week. Some of you didn’t. Both are fine.”</a:t>
            </a:r>
          </a:p>
          <a:p>
            <a:pPr marL="274320" indent="-274320">
              <a:spcAft>
                <a:spcPts val="900"/>
              </a:spcAft>
            </a:pPr>
            <a:r>
              <a:rPr sz="26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600" b="0" i="0" dirty="0">
                <a:solidFill>
                  <a:srgbClr val="222B22"/>
                </a:solidFill>
                <a:latin typeface="Calibri"/>
              </a:rPr>
              <a:t>One sentence about what showed up — optional, no pressure</a:t>
            </a:r>
          </a:p>
          <a:p>
            <a:pPr marL="685800" indent="-274320">
              <a:spcAft>
                <a:spcPts val="700"/>
              </a:spcAft>
            </a:pPr>
            <a:r>
              <a:rPr sz="1900" b="1" i="0" dirty="0">
                <a:solidFill>
                  <a:srgbClr val="97BC62"/>
                </a:solidFill>
                <a:latin typeface="Calibri"/>
              </a:rPr>
              <a:t>–  </a:t>
            </a:r>
            <a:r>
              <a:rPr sz="2800" b="0" i="1" dirty="0">
                <a:solidFill>
                  <a:srgbClr val="222B22"/>
                </a:solidFill>
                <a:latin typeface="Calibri"/>
              </a:rPr>
              <a:t>“‘Path soil at school’ — just one sentence. Anyone?”</a:t>
            </a:r>
          </a:p>
          <a:p>
            <a:pPr marL="274320" indent="-274320">
              <a:spcAft>
                <a:spcPts val="900"/>
              </a:spcAft>
            </a:pPr>
            <a:r>
              <a:rPr sz="26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600" b="0" i="0" dirty="0">
                <a:solidFill>
                  <a:srgbClr val="222B22"/>
                </a:solidFill>
                <a:latin typeface="Calibri"/>
              </a:rPr>
              <a:t>“The work is happening, whether or not we name it tonight.”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41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2" name="Picture 32" descr="trail cairn - the weekly check-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3612" y="1463040"/>
            <a:ext cx="3262379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Psalm 139 — Being Known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Psalm 139 is the psalm of being completely known by God — and the psalmist’s response is not panic. It is wonder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Most of us have parts we hope nobody has noticed. The psalmist invites God to look further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opposite of being hidden is not being exposed — it is being seen and being safe at the same time. That is what the circle is</a:t>
            </a:r>
          </a:p>
          <a:p>
            <a:pPr marL="274320" indent="-274320">
              <a:spcAft>
                <a:spcPts val="8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Tonight is a small practice of Psalm 139 — parents answer one question, with what they are willing to say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542032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PSALM 139:23–24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“Search me, O God, and know my heart! Try me and know my thoughts! And see if there be any grievous way in me, and lead me in the way everlasting!”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42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Companion Demo Story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The Lead Companion tells their own story — five minutes, modeling the form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The one question: “tell the story of how you got here — today, as you are. What has shaped you into who you are today?”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Be specific — “I grew up in a house where </a:t>
            </a:r>
            <a:r>
              <a:rPr lang="en-US" sz="2400" b="0" i="0" dirty="0">
                <a:solidFill>
                  <a:srgbClr val="222B22"/>
                </a:solidFill>
                <a:latin typeface="Calibri"/>
              </a:rPr>
              <a:t>we didn’t do anger, it wasn’t accepted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”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Not the hero, not the victim — what happened, and where you see God in it now, looking back</a:t>
            </a:r>
          </a:p>
          <a:p>
            <a:pPr marL="274320" indent="-274320">
              <a:spcAft>
                <a:spcPts val="900"/>
              </a:spcAft>
            </a:pPr>
            <a:r>
              <a:rPr sz="24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400" b="0" i="0" dirty="0">
                <a:solidFill>
                  <a:srgbClr val="222B22"/>
                </a:solidFill>
                <a:latin typeface="Calibri"/>
              </a:rPr>
              <a:t>“That is the form. Parents, you’ll do this in your pair tonight. Teens, this is yours next week. Yours doesn’t have to look like mine.”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43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Bridge to the pairs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900"/>
              </a:spcAft>
            </a:pPr>
            <a:r>
              <a:rPr sz="2200" b="1" i="0" dirty="0">
                <a:solidFill>
                  <a:srgbClr val="97BC62"/>
                </a:solidFill>
                <a:latin typeface="Calibri"/>
              </a:rPr>
              <a:t>1 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One question — how you got here, and what has shaped you. The depth is yours to choose</a:t>
            </a:r>
          </a:p>
          <a:p>
            <a:pPr marL="342900" indent="-34290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2 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Listening — do not fix. Do not advise. Do not say “that happened to me too.” Receive, then bless</a:t>
            </a:r>
          </a:p>
          <a:p>
            <a:pPr marL="342900" indent="-34290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3 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Nothing leaves your circle. “Not a phrase, not a name, not a story.”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Teens — your own storytelling card goes home tonight; next Wednesday is your 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Two or three families together, your own family stays with you — thirty-five minutes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44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Stories in pairs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Tonight’s tellers: the parents — plus any Companion-in-Formation. The telling order is arranged beforehand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Story — 5–7 minutes. The teller speaks; nobody interrupts, even the silences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Silence — ten seconds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 round — one or two sentences each, teens included: “What I want to bless about your story is...”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“Inside this pair, what is said stays in this pair. Not even back to the main room, and not back up in the car this week.”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“When someone is telling their story... we are looking at them. We are receiving. That’s the practice.”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45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0" name="Picture 30" descr="stepping stones across a stre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6962" y="1463040"/>
            <a:ext cx="3669030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Merge and Shared Closing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What happened in your circle stays in your circle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One word — just one — about what tonight was like for you. You can pass</a:t>
            </a:r>
          </a:p>
          <a:p>
            <a:pPr marL="685800" indent="-274320">
              <a:spcAft>
                <a:spcPts val="7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–  </a:t>
            </a:r>
            <a:r>
              <a:rPr sz="2800" b="0" i="1" dirty="0">
                <a:solidFill>
                  <a:srgbClr val="222B22"/>
                </a:solidFill>
                <a:latin typeface="Calibri"/>
              </a:rPr>
              <a:t>“Heavy.” “Seen.” “Surprising.” “Tender.” “Hard.” Whatever the true word is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 dirty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 dirty="0">
                <a:solidFill>
                  <a:srgbClr val="222B22"/>
                </a:solidFill>
                <a:latin typeface="Calibri"/>
              </a:rPr>
              <a:t>“Each of you brought something true into this room tonight, and each of you received something true. That’s rare. It’s also the kind of room God shows up in.”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46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Homework — Two Weeks, Four Parts — Joint Footprints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Joint Footprints — each parent-and-teen pair sits together once this week. Twenty minutes total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Not in the car, not at dinner, not while the TV is on. Phones away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Five minutes telling the footprints question — where you grew up, who shaped you, what places and people made you who you are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listener asks one or two follow-ups, then one sentence: “What I love about your footprints is...”</a:t>
            </a:r>
          </a:p>
          <a:p>
            <a:pPr marL="342900" indent="-34290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Then swap — the other person tells, the first listens and blesses</a:t>
            </a:r>
          </a:p>
          <a:p>
            <a:pPr marL="274320" indent="-274320">
              <a:spcAft>
                <a:spcPts val="75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morning question and evening journal note continue daily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47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0" name="Picture 30" descr="two pairs of footprints in san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829" y="1463040"/>
            <a:ext cx="3357162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pic>
        <p:nvPicPr>
          <p:cNvPr id="4" name="Picture 3" descr="s3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463040"/>
            <a:ext cx="8595360" cy="4039819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48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pic>
        <p:nvPicPr>
          <p:cNvPr id="4" name="Picture 3" descr="s3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004" y="1463040"/>
            <a:ext cx="8059687" cy="470916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practice at a time — and a partner expecting you at the end of week one.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49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50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Closing the Container + Aaronic Blessing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 close the way we opened — the container, six steps: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Stand again — same circle, same posture as the open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One-word landing — compare it to your opening word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thing you are taking from tonight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practice — committed aloud, or modified to one you will actually keep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Blessings — eyes on the person, not the screen: say what is on your heart for them. Specific, witnessed, short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Closing prayer — and the Aaronic blessing, spoken over each other, face to 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92608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THE AARONIC BLESSING — NUMBERS 6:24–26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make his face to shine upon you, and be gracious to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lift up his countenance upon you,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51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