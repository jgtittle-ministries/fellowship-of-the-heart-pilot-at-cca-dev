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5:14.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4:38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leadsanion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