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309" r:id="rId210"/>
    <p:sldId id="541" r:id="rId21"/>
    <p:sldId id="310" r:id="rId211"/>
    <p:sldId id="468" r:id="rId212"/>
    <p:sldId id="469" r:id="rId213"/>
    <p:sldId id="470" r:id="rId214"/>
    <p:sldId id="471" r:id="rId215"/>
    <p:sldId id="472" r:id="rId216"/>
    <p:sldId id="542" r:id="rId22"/>
    <p:sldId id="543" r:id="rId23"/>
    <p:sldId id="473" r:id="rId218"/>
    <p:sldId id="474" r:id="rId219"/>
    <p:sldId id="312" r:id="rId2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1" Type="http://schemas.openxmlformats.org/officeDocument/2006/relationships/slide" Target="slides/slide3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10" Type="http://schemas.openxmlformats.org/officeDocument/2006/relationships/slide" Target="slides/slide2.xml"/><Relationship Id="rId211" Type="http://schemas.openxmlformats.org/officeDocument/2006/relationships/slide" Target="slides/slide4.xml"/><Relationship Id="rId212" Type="http://schemas.openxmlformats.org/officeDocument/2006/relationships/slide" Target="slides/slide5.xml"/><Relationship Id="rId213" Type="http://schemas.openxmlformats.org/officeDocument/2006/relationships/slide" Target="slides/slide6.xml"/><Relationship Id="rId214" Type="http://schemas.openxmlformats.org/officeDocument/2006/relationships/slide" Target="slides/slide7.xml"/><Relationship Id="rId215" Type="http://schemas.openxmlformats.org/officeDocument/2006/relationships/slide" Target="slides/slide8.xml"/><Relationship Id="rId216" Type="http://schemas.openxmlformats.org/officeDocument/2006/relationships/slide" Target="slides/slide9.xml"/><Relationship Id="rId218" Type="http://schemas.openxmlformats.org/officeDocument/2006/relationships/slide" Target="slides/slide12.xml"/><Relationship Id="rId219" Type="http://schemas.openxmlformats.org/officeDocument/2006/relationships/slide" Target="slides/slide13.xml"/><Relationship Id="rId220" Type="http://schemas.openxmlformats.org/officeDocument/2006/relationships/slide" Target="slides/slide14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E13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Evening 13 holds the whole map — all four Connects, wherever the year needs them tonight. Each connection makes the next one real (Matt. 22:37–40).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E13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E13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E13 · pre-session · DIVIDER</a:t>
            </a:r>
          </a:p>
          <a:p>
            <a:r>
              <a:t>On screen through dinner and as the circle forms. Greet at the door — the slide holds the room.</a:t>
            </a:r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E13 · 7:00–8:30 · LEAD: BOTH LEADERS · DUAL MODE — confirm A or B before the night</a:t>
            </a:r>
          </a:p>
          <a:p>
            <a:r>
              <a:t>BEATS: 1. Today is the Float, the quarter's shock absorber, and it runs ONE of two modes, decided by what the quarter needs: an evening was lost (snow, assembly, illness) = Mode A, that session runs whole; the quarter ran clean = Mode B, the room walks its Rhythm Cards together. 2. The call was made at the team prep meeting, 48 hours out — never game-day — and families were told by the weekend before. Confirm with the team which mode was called, and prepare from that mode's plan. 3. Either mode: the Pulse bin sits at the door, one break practice is commissioned, and the feedback round and blessing close the quarter.</a:t>
            </a:r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E13 · 7:00–8:30 · LEAD: BOTH LEADERS · MODE A — THE LIFTED SESSION</a:t>
            </a:r>
          </a:p>
          <a:p>
            <a:r>
              <a:t>BEATS: 1. Bless, then say the reframe once, warmly: we lost [date] to [cause]; this afternoon exists in the calendar for exactly this — today IS [session name], whole, not a make-up. Nothing was skipped; it just moved. 2. At 7:27 hand the room to the lifted plan — its blocks, scripts, splits, and watch-fors run from its own run sheet, prepped via the lift checklist at the prep meeting. 3. Today's constants resume at 7:50: the break practice, the feedback round, the close.</a:t>
            </a:r>
          </a:p>
          <a:p>
            <a:r>
              <a:t>GUARD: Trim the lifted plan's closing, never its center. If the lifted session is teen-led, its leadership spec applies, re-rehearsed. Its crisis contingencies travel with it — re-read at prep.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E13 · 7:00–8:30 · LEAD: BOTH LEADERS · MODE B — THE RHYTHM WALK</a:t>
            </a:r>
          </a:p>
          <a:p>
            <a:r>
              <a:t>BEATS: 1. Open: container, one word — we lost nothing this quarter; today we walk the real cards, not the ideal ones. 2. Proverbs 16:9, short: we planned the way; the LORD established the steps. 3. Leaders walk FIRST (7:59–8:03), genuinely slipped cards — the session stands on this; open with the slip. 4. The room walks (8:03–8:18): 2–3 min each, daily/weekly/monthly as lived; troubleshoot one minute only when invited; listen like a thief.</a:t>
            </a:r>
          </a:p>
          <a:p>
            <a:r>
              <a:t>CUES: The arranged parent opens the room's round (Run Card) — never cold-call a teen; pass anytime.</a:t>
            </a:r>
          </a:p>
          <a:p>
            <a:r>
              <a:t>GUARD: A noticed slip is the practice working — quote the Returning Rule from the front. Parents walk their OWN card, never their teen's. Perfect cards and eyes-down passes get a warm word after, not a spotlight. A slip that is really a household in trouble: bless it, don't troubleshoot, follow up in 48 hours.</a:t>
            </a:r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E13 · 8:18–8:20 · LEAD: CONTENT PRESENTER · MODE B, SHARED CIRCLE</a:t>
            </a:r>
          </a:p>
          <a:p>
            <a:r>
              <a:t>BEATS: 1. Fast and light: one sentence each — one idea you heard today that you are stealing, and who you stole it from. 2. Stealing is the point — that is what a fellowship is for. 3. Then move straight into the break-practice commissioning; it shares this window.</a:t>
            </a:r>
          </a:p>
          <a:p>
            <a:r>
              <a:t>CUES: Pass anytime; keep the round quick — the commissioning needs its minutes.</a:t>
            </a:r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E13 · 6:00–7:00 arrival · EITHER MODE</a:t>
            </a:r>
          </a:p>
          <a:p>
            <a:r>
              <a:t>BEATS: 1. The return bin sits by the door, labeled, spare Pulse pages beside it. 2. Pages drop in as families arrive — greeted, never checked. 3. Nobody watches the bin; nobody is asked whether they dropped a page; a page next week is as welcome as a page today.</a:t>
            </a:r>
          </a:p>
          <a:p>
            <a:r>
              <a:t>GUARD: The bin is never a checkpoint. The team collects and reads every page this week — Quarter 4 is planned from them, and that promise is kept visibly.</a:t>
            </a:r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E13 · late session, timed at the lab (Mode B / Mode A) · EITHER MODE</a:t>
            </a:r>
          </a:p>
          <a:p>
            <a:r>
              <a:t>BEATS: 1. Name the precedent: this same move carried the cohort across Christmas, and it worked. 2. Choose ONE practice from your card — just one — carried deliberately through the break; the rest of the card is allowed to rest. Sabbath, not failure. 3. Write it in the journal NOW — the practice, when, where; give the room the full quiet minute. 4. One sentence around the circle: the practice you are carrying — speaking it is part of carrying it. 5. The Return II opens with the kind question: what held?</a:t>
            </a:r>
          </a:p>
          <a:p>
            <a:r>
              <a:t>GUARD: Never minimize the break from the front — 'see you in a couple weeks' is how practices die. The Returning Rule travels: begin again on the next available day.</a:t>
            </a:r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E13 · late session, timed at the lab (B / A) · EITHER MODE</a:t>
            </a:r>
          </a:p>
          <a:p>
            <a:r>
              <a:t>BEATS: 1. The session's leader answers the three first — in Mode A that is the lifted session's leader, per its plan. 2. Then the room, same two questions — two or three voices each. 3. Receive without defending — 'thank you' is the whole response.</a:t>
            </a:r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E13 · closing, timed at the lab (B / A) · EITHER MODE</a:t>
            </a:r>
          </a:p>
          <a:p>
            <a:r>
              <a:t>BEATS: 1. Standing circle, one word each. 2. Name the quarter closed: three walked, one to go — consolidation and the two commissionings; dates come in the break communication. 3. The send: one practice on purpose, everything else rests; if even the one goes down, begin again on the next available day. The Return II asks the kind question first: what held? 4. Aaronic blessing. Go rest — see you on the other side.</a:t>
            </a:r>
          </a:p>
          <a:p>
            <a:r>
              <a:t>CUES: Every family leaves knowing which Companion is reachable over the break, and how.</a:t>
            </a:r>
          </a:p>
          <a:p>
            <a:r>
              <a:t>BLESSINGS: eyes on the person, not the screen — nothing to read; say what is on your heart for them, specific and short.</a:t>
            </a:r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Q4 · pre-session · DIVIDER</a:t>
            </a:r>
          </a:p>
          <a:p>
            <a:r>
              <a:t>On screen through dinner and as the circle forms. Greet at the door — the slide holds the room.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5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8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1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EVENING 13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The Float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The evening that absorbs the year’s surprises — or walks the rhythm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3: Mission &amp; Rhythm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243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1" descr="raindrops on a windowpane with warm lights glowing behi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30118"/>
            <a:ext cx="5394960" cy="3597763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Evening 13 holds the whole map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all four Connects</a:t>
            </a:r>
            <a:r>
              <a:rPr sz="1800" b="0">
                <a:solidFill>
                  <a:srgbClr val="222B22"/>
                </a:solidFill>
                <a:latin typeface="Calibri"/>
              </a:rPr>
              <a:t>, wherever the year needs them tonight.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244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Evening 13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1   </a:t>
            </a:r>
            <a:r>
              <a:rPr sz="2400">
                <a:solidFill>
                  <a:srgbClr val="222B22"/>
                </a:solidFill>
                <a:latin typeface="Calibri"/>
              </a:rPr>
              <a:t>Mode A — a missed evening’s plan runs tonight, whole and unchanged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2   </a:t>
            </a:r>
            <a:r>
              <a:rPr sz="2400">
                <a:solidFill>
                  <a:srgbClr val="222B22"/>
                </a:solidFill>
                <a:latin typeface="Calibri"/>
              </a:rPr>
              <a:t>Mode B — the live Rhythm-Card walk: leaders first, slipped cards welcome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3   </a:t>
            </a:r>
            <a:r>
              <a:rPr sz="2400">
                <a:solidFill>
                  <a:srgbClr val="222B22"/>
                </a:solidFill>
                <a:latin typeface="Calibri"/>
              </a:rPr>
              <a:t>The borrow round — take ideas from each other’s cards shamelessly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4   </a:t>
            </a:r>
            <a:r>
              <a:rPr sz="2400">
                <a:solidFill>
                  <a:srgbClr val="222B22"/>
                </a:solidFill>
                <a:latin typeface="Calibri"/>
              </a:rPr>
              <a:t>Quarterly Pulse returns to the bin at the door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5   </a:t>
            </a:r>
            <a:r>
              <a:rPr sz="2400">
                <a:solidFill>
                  <a:srgbClr val="222B22"/>
                </a:solidFill>
                <a:latin typeface="Calibri"/>
              </a:rPr>
              <a:t>One practice chosen to carry across the break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6   </a:t>
            </a:r>
            <a:r>
              <a:rPr sz="2400">
                <a:solidFill>
                  <a:srgbClr val="222B22"/>
                </a:solidFill>
                <a:latin typeface="Calibri"/>
              </a:rPr>
              <a:t>The Leader Feedback Round — both leaders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7   </a:t>
            </a:r>
            <a:r>
              <a:rPr sz="2400">
                <a:solidFill>
                  <a:srgbClr val="222B22"/>
                </a:solidFill>
                <a:latin typeface="Calibri"/>
              </a:rPr>
              <a:t>Closing container + Aaronic blessing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245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Mode A — The Missed Evening Runs Whole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8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If the quarter lost an evening — the snow, the assembly, the bug — tonight runs that session's plan, unchanged</a:t>
            </a:r>
          </a:p>
          <a:p>
            <a:pPr marL="274320" indent="-274320">
              <a:spcAft>
                <a:spcPts val="8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“Tonight is not a make-up class squeezed in. Tonight IS [session name] — whole, unhurried, the evening you were always going to get.”</a:t>
            </a:r>
          </a:p>
          <a:p>
            <a:pPr marL="274320" indent="-274320">
              <a:spcAft>
                <a:spcPts val="8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“Nothing was skipped this year; it just moved.”</a:t>
            </a:r>
          </a:p>
          <a:p>
            <a:pPr marL="274320" indent="-274320">
              <a:spcAft>
                <a:spcPts val="8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lifted plan runs whole — its blocks, its scripts, its splits; only its closing yields to tonight's quarter-close constants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19456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PROVERBS 16:9 (ESV)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heart of man plans his way, but the LORD establishes his steps.”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246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Mode B — The Live Rhythm-Card Walk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If the quarter ran clean, the whole room walks its actual Rhythm Cards aloud — “the real ones, not the ideal ones”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leaders walk first — and walk genuinely slipped cards honestly; the whole evening stands on that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Two or three minutes each: daily, weekly, monthly, as lived — holds and slips in the same voice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Glad out loud about holds; never guilt about slips — “a slip you noticed is the practice working”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“If you want help with a slip, ask for it, and we will spend a minute on it together. If you do not, name it and keep walking.”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Everyone walks their own card — parents never their teen's; pass-anytime holds tonight like every night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247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Borrow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“Listen like a thief. If you hear an idea you want — a time of day, a trick, a place to keep the card — take it.”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“That is not cheating. That is what a fellowship is for.”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One sentence around the circle: one idea you heard tonight that you are stealing — name it, and the person you stole it from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Fast, light — pass-anytime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248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Quarterly Pulse — Back in the Bin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return bin sits by the door — drop your Pulse 3 page as you arrive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Nobody watches the bin; nobody is asked whether they dropped a page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Spares sit beside it for those who forgot — a page next week is as welcome as a page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team reads every page — the Quarter 4 planning conversation starts from what these pages say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249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One Practice Across the Break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break starts tomorrow — and we have done this before: at Christmas, every one of us carried one practice across the gap, and at The Return we heard what held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Look at your card and choose ONE practice — just one — to carry through this break deliberately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Not the whole card; the whole card can rest — that is sabbath, not failure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Write it in your journal right now — the practice, and when, and where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Then, one sentence around the circle: the practice you are carrying — “speaking it is part of carrying it”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Returning Rule travels: begin again on the next available day. At The Return II the first question will be the kind one: what held?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250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seedling - what grows between Wednes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17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03981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251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pic>
        <p:nvPicPr>
          <p:cNvPr id="4" name="Picture 3" descr="s17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348" y="1463040"/>
            <a:ext cx="7674998" cy="47091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252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253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Closing the Container + Aaronic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 close the way we opened — the container, six steps: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Stand again — same circle, same posture as the open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One-word landing — compare it to your opening word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thing you are taking from tonight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practice — committed aloud, or modified to one you will actually keep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Blessings — eyes on the person, not the screen: say what is on your heart for them. Specific, witnessed, short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prayer — and the Aaronic blessing, spoken over each other, face to 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92608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THE AARONIC BLESSING — 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you, and be gracious to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you,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254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Quarter 4</a:t>
            </a:r>
          </a:p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Consolidation &amp; Sending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Evenings 14 · 15 · 16 · 17  —  four evenings, every other Tuesday · the mercy cards (rehearsed at the lab), The Long Walk, two commissionings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255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