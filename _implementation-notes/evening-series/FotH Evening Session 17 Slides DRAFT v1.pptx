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541" r:id="rId21"/>
    <p:sldId id="310" r:id="rId211"/>
    <p:sldId id="468" r:id="rId212"/>
    <p:sldId id="469" r:id="rId213"/>
    <p:sldId id="470" r:id="rId214"/>
    <p:sldId id="471" r:id="rId215"/>
    <p:sldId id="472" r:id="rId216"/>
    <p:sldId id="542" r:id="rId22"/>
    <p:sldId id="543" r:id="rId23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10" Type="http://schemas.openxmlformats.org/officeDocument/2006/relationships/slide" Target="slides/slide2.xml"/><Relationship Id="rId211" Type="http://schemas.openxmlformats.org/officeDocument/2006/relationships/slide" Target="slides/slide4.xml"/><Relationship Id="rId212" Type="http://schemas.openxmlformats.org/officeDocument/2006/relationships/slide" Target="slides/slide5.xml"/><Relationship Id="rId213" Type="http://schemas.openxmlformats.org/officeDocument/2006/relationships/slide" Target="slides/slide6.xml"/><Relationship Id="rId214" Type="http://schemas.openxmlformats.org/officeDocument/2006/relationships/slide" Target="slides/slide7.xml"/><Relationship Id="rId215" Type="http://schemas.openxmlformats.org/officeDocument/2006/relationships/slide" Target="slides/slide8.xml"/><Relationship Id="rId216" Type="http://schemas.openxmlformats.org/officeDocument/2006/relationships/slide" Target="slides/slide9.xml"/><Relationship Id="rId218" Type="http://schemas.openxmlformats.org/officeDocument/2006/relationships/slide" Target="slides/slide12.xml"/><Relationship Id="rId219" Type="http://schemas.openxmlformats.org/officeDocument/2006/relationships/slide" Target="slides/slide13.xml"/><Relationship Id="rId220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17 holds the whole map — all four Connects, wherever the year needs them tonight.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DUAL MODE — confirm A or B before the night</a:t>
            </a:r>
          </a:p>
          <a:p>
            <a:r>
              <a:rPr lang="en-US" sz="1200"/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7:00–8:30 · LEAD: BOTH LEADERS · MODE A — THE LIFTED SESSION</a:t>
            </a:r>
          </a:p>
          <a:p>
            <a:r>
              <a:t>BEATS: 1. Bless, then say the reframe once, warmly: we lost [date] to [cause]; this afternoon exists in the calendar for exactly this — today IS [session name], whole, not a make-up. Nothing was skipped; it just moved. 2. At 7:27 hand the room to the lifted plan — its blocks, scripts, splits, and watch-fors run from its own run sheet, prepped via the lift checklist at the prep meeting. 3. Today's constants resume at 7:50: the break practice, the feedback round, the close.</a:t>
            </a:r>
          </a:p>
          <a:p>
            <a:r>
              <a:t>GUARD: Trim the lifted plan's closing, never its center. If the lifted session is teen-led, its leadership spec applies, re-rehearsed. Its crisis contingencies travel with it — re-read at prep.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B — THE RHYTHM WALK</a:t>
            </a:r>
          </a:p>
          <a:p>
            <a:r>
              <a:rPr lang="en-US" sz="1200"/>
              <a:t>BEATS: 1. Open: container, one word — we lost nothing this quarter; today we walk the real cards, not the ideal ones. 2. Proverbs 16:9, short: we planned the way; the LORD established the steps. 3. Leaders walk FIRST (7:59–8:03), genuinely slipped cards — the session stands on this; open with the slip. 4. The room walks (8:03–8:18): 2–3 min each, daily/weekly/monthly as lived; troubleshoot one minute only when invited; listen like a thief.</a:t>
            </a:r>
          </a:p>
          <a:p>
            <a:r>
              <a:rPr lang="en-US" sz="1200"/>
              <a:t>CUES: The arranged parent opens the room's round (Run Card) — never cold-call a teen; pass anytime.</a:t>
            </a:r>
          </a:p>
          <a:p>
            <a:r>
              <a:rPr lang="en-US" sz="1200"/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8:18–8:20 · LEAD: CONTENT PRESENTER · MODE B, SHARED CIRCLE</a:t>
            </a:r>
          </a:p>
          <a:p>
            <a:r>
              <a:rPr lang="en-US" sz="1200"/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rPr lang="en-US" sz="1200"/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6:00–7:00 arrival · EITHER MODE</a:t>
            </a:r>
          </a:p>
          <a:p>
            <a:r>
              <a:rPr lang="en-US" sz="1200"/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rPr lang="en-US" sz="1200"/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(Mode B / Mode A) · EITHER MODE</a:t>
            </a:r>
          </a:p>
          <a:p>
            <a:r>
              <a:rPr lang="en-US" sz="1200"/>
              <a:t>BEATS: 1. Name the precedent: this same move carried the cohort across Christmas, and it worked.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rPr lang="en-US" sz="1200"/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(B / A) · EITHER MODE</a:t>
            </a:r>
          </a:p>
          <a:p>
            <a:r>
              <a:rPr lang="en-US" sz="1200"/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closing, timed at the lab (B / A) · EITHER MODE</a:t>
            </a:r>
          </a:p>
          <a:p>
            <a:r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t>CUES: Every family leaves knowing which Companion is reachable over the break, and how.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Q4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5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17 holds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wherever the year needs them tonight.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tomorrow — and we have done this before: at Christmas, every one of us carried one practice across the gap, and at The Return we heard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48" y="1463040"/>
            <a:ext cx="7674998" cy="47091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18 · 20 · 21 · 22  —  four evenings, every other Tuesday · the mercy cards (rehearsed at the lab),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254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