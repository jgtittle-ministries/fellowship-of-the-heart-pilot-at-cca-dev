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4:20 hand the room to the lifted plan — its blocks, scripts, splits, and watch-fors run from its own run sheet, prepped via the lift checklist at the prep meeting. 3. Today's constants resume at 5:13: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(4:28–4:38), genuinely slipped cards — the session stands on this; open with the slip. 4. The room walks (4:38–5:13):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209a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18–22  ·  Five Wednesdays · the mercy cards,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