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10" Type="http://schemas.openxmlformats.org/officeDocument/2006/relationships/slide" Target="slides/slide2.xml"/><Relationship Id="rId211" Type="http://schemas.openxmlformats.org/officeDocument/2006/relationships/slide" Target="slides/slide4.xml"/><Relationship Id="rId212" Type="http://schemas.openxmlformats.org/officeDocument/2006/relationships/slide" Target="slides/slide5.xml"/><Relationship Id="rId213" Type="http://schemas.openxmlformats.org/officeDocument/2006/relationships/slide" Target="slides/slide6.xml"/><Relationship Id="rId214" Type="http://schemas.openxmlformats.org/officeDocument/2006/relationships/slide" Target="slides/slide7.xml"/><Relationship Id="rId215" Type="http://schemas.openxmlformats.org/officeDocument/2006/relationships/slide" Target="slides/slide8.xml"/><Relationship Id="rId216" Type="http://schemas.openxmlformats.org/officeDocument/2006/relationships/slide" Target="slides/slide9.xml"/><Relationship Id="rId218" Type="http://schemas.openxmlformats.org/officeDocument/2006/relationships/slide" Target="slides/slide12.xml"/><Relationship Id="rId219" Type="http://schemas.openxmlformats.org/officeDocument/2006/relationships/slide" Target="slides/slide13.xml"/><Relationship Id="rId220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17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4:20 hand the room to the lifted plan — its blocks, scripts, splits, and watch-fors run from its own run sheet, prepped via the lift checklist at the prep meeting. 3. Today's constants resume at 5:13: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(4:28–4:38), genuinely slipped cards — the session stands on this; open with the slip. 4. The room walks (4:38–5:13):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closing, timed at the lab (B / A) · EITHER MODE</a:t>
            </a:r>
          </a:p>
          <a:p>
            <a:r>
              <a:rPr lang="en-US" sz="1200"/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rPr lang="en-US" sz="1200"/>
              <a:t>CUES: Every family leaves knowing which Companion is reachable over the break, and how.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17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18–22  ·  Five Wednesdays · the mercy cards,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253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