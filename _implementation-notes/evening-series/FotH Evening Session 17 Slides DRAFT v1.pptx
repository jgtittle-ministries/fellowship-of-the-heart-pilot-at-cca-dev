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7:27 hand the room to the lifted plan — its blocks, scripts, splits, and watch-fors run from its own run sheet, prepped via the lift checklist at the prep meeting. 3. Today's constants resume at 7:50: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(7:59–8:03), genuinely slipped cards — the session stands on this; open with the slip. 4. The room walks (8:03–8:18):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18 · 20 · 21 · 22  —  four evenings, every other Tuesday · the mercy cards (rehearsed at the lab),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254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