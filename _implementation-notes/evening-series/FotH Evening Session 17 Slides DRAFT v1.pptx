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310" r:id="rId211"/>
    <p:sldId id="468" r:id="rId212"/>
    <p:sldId id="469" r:id="rId213"/>
    <p:sldId id="470" r:id="rId214"/>
    <p:sldId id="471" r:id="rId215"/>
    <p:sldId id="472" r:id="rId216"/>
    <p:sldId id="540" r:id="rId217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17" Type="http://schemas.openxmlformats.org/officeDocument/2006/relationships/slide" Target="slides/slide216.xml"/><Relationship Id="rId281" Type="http://schemas.openxmlformats.org/officeDocument/2006/relationships/viewProps" Target="viewProps.xml"/><Relationship Id="rId218" Type="http://schemas.openxmlformats.org/officeDocument/2006/relationships/slide" Target="slides/slide217.xml"/><Relationship Id="rId282" Type="http://schemas.openxmlformats.org/officeDocument/2006/relationships/theme" Target="theme/theme1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83" Type="http://schemas.openxmlformats.org/officeDocument/2006/relationships/tableStyles" Target="tableStyles.xml"/><Relationship Id="rId210" Type="http://schemas.openxmlformats.org/officeDocument/2006/relationships/slide" Target="slides/slide209.xml"/><Relationship Id="rId284" Type="http://schemas.microsoft.com/office/2016/11/relationships/changesInfo" Target="changesInfos/changesInfo1.xml"/><Relationship Id="rId211" Type="http://schemas.openxmlformats.org/officeDocument/2006/relationships/slide" Target="slides/slide210.xml"/><Relationship Id="rId28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A — THE LIFTED SESSION</a:t>
            </a:r>
          </a:p>
          <a:p>
            <a:r>
              <a:rPr lang="en-US" sz="1200"/>
              <a:t>BEATS: 1. Bless, then say the reframe once, warmly: we lost [date] to [cause]; this afternoon exists in the calendar for exactly this — today IS [session name], whole, not a make-up. Nothing was skipped; it just moved. 2. At 4:20 hand the room to the lifted plan — its blocks, scripts, splits, and watch-fors run from its own run sheet, prepped via the lift checklist at the prep meeting. 3. Today's constants resume at 5:13: the break practice, the feedback round, the close.</a:t>
            </a:r>
          </a:p>
          <a:p>
            <a:r>
              <a:rPr lang="en-US" sz="1200"/>
              <a:t>GUARD: Trim the lifted plan's closing, never its center. If the lifted session is teen-led, its leadership spec applies, re-rehearsed. Its crisis contingencies travel with it — re-read at prep.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(4:28–4:38), genuinely slipped cards — the session stands on this; open with the slip. 4. The room walks (4:38–5:13):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One row on the card: your one break practice, the one written in your journal — daily row if daily, weekly box if weekly. 2. Everything else rests on purpose — a card suspended on purpose beats a card half-kept in guilt. 3. A missed box is never failure — begin again on the next available day; see you at The Return II.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rPr lang="en-US" sz="1200"/>
              <a:t>CUES: Every family leaves knowing which Companion is reachable over the break, and how.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7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7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7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7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7.xml"/></Relationships>
</file>

<file path=ppt/slides/_rels/slide2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7.xml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7.xml"/></Relationships>
</file>

<file path=ppt/slides/_rels/slide2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7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7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17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554480"/>
            <a:ext cx="9875520" cy="4112634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5849994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18–22  ·  Five Wednesdays · the mercy cards,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