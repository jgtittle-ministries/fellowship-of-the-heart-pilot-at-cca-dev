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10" Type="http://schemas.openxmlformats.org/officeDocument/2006/relationships/slide" Target="slides/slide2.xml"/><Relationship Id="rId211" Type="http://schemas.openxmlformats.org/officeDocument/2006/relationships/slide" Target="slides/slide4.xml"/><Relationship Id="rId212" Type="http://schemas.openxmlformats.org/officeDocument/2006/relationships/slide" Target="slides/slide5.xml"/><Relationship Id="rId213" Type="http://schemas.openxmlformats.org/officeDocument/2006/relationships/slide" Target="slides/slide6.xml"/><Relationship Id="rId214" Type="http://schemas.openxmlformats.org/officeDocument/2006/relationships/slide" Target="slides/slide7.xml"/><Relationship Id="rId215" Type="http://schemas.openxmlformats.org/officeDocument/2006/relationships/slide" Target="slides/slide8.xml"/><Relationship Id="rId216" Type="http://schemas.openxmlformats.org/officeDocument/2006/relationships/slide" Target="slides/slide9.xml"/><Relationship Id="rId218" Type="http://schemas.openxmlformats.org/officeDocument/2006/relationships/slide" Target="slides/slide12.xml"/><Relationship Id="rId219" Type="http://schemas.openxmlformats.org/officeDocument/2006/relationships/slide" Target="slides/slide13.xml"/><Relationship Id="rId220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Q4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Sessions 18 · 20 · 21 · 22  —  four evenings, every other Tuesday · the mercy cards (rehearsed at the lab),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253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