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84" r:id="rId115"/>
    <p:sldId id="533" r:id="rId22"/>
    <p:sldId id="285" r:id="rId116"/>
    <p:sldId id="401" r:id="rId117"/>
    <p:sldId id="402" r:id="rId118"/>
    <p:sldId id="403" r:id="rId119"/>
    <p:sldId id="404" r:id="rId120"/>
    <p:sldId id="405" r:id="rId121"/>
    <p:sldId id="406" r:id="rId122"/>
    <p:sldId id="407" r:id="rId123"/>
    <p:sldId id="534" r:id="rId23"/>
    <p:sldId id="535" r:id="rId24"/>
    <p:sldId id="408" r:id="rId125"/>
    <p:sldId id="409" r:id="rId1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115" Type="http://schemas.openxmlformats.org/officeDocument/2006/relationships/slide" Target="slides/slide2.xml"/><Relationship Id="rId116" Type="http://schemas.openxmlformats.org/officeDocument/2006/relationships/slide" Target="slides/slide3.xml"/><Relationship Id="rId117" Type="http://schemas.openxmlformats.org/officeDocument/2006/relationships/slide" Target="slides/slide4.xml"/><Relationship Id="rId118" Type="http://schemas.openxmlformats.org/officeDocument/2006/relationships/slide" Target="slides/slide5.xml"/><Relationship Id="rId119" Type="http://schemas.openxmlformats.org/officeDocument/2006/relationships/slide" Target="slides/slide6.xml"/><Relationship Id="rId120" Type="http://schemas.openxmlformats.org/officeDocument/2006/relationships/slide" Target="slides/slide7.xml"/><Relationship Id="rId121" Type="http://schemas.openxmlformats.org/officeDocument/2006/relationships/slide" Target="slides/slide8.xml"/><Relationship Id="rId122" Type="http://schemas.openxmlformats.org/officeDocument/2006/relationships/slide" Target="slides/slide9.xml"/><Relationship Id="rId123" Type="http://schemas.openxmlformats.org/officeDocument/2006/relationships/slide" Target="slides/slide10.xml"/><Relationship Id="rId125" Type="http://schemas.openxmlformats.org/officeDocument/2006/relationships/slide" Target="slides/slide12.xml"/><Relationship Id="rId126" Type="http://schemas.openxmlformats.org/officeDocument/2006/relationships/slide" Target="slides/slide13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9 stands in the third box — Connect with God.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7:00–7:08 · LEAD: CONTAINER HOLDER</a:t>
            </a:r>
          </a:p>
          <a:p>
            <a:r>
              <a:rPr lang="en-US" sz="1200"/>
              <a:t>BEATS: 1. Today is the quietest deep work of the series: the Garden of Your Heart — a guided imaginative prayer with the whole room, then sharing in pairs by invitation only. 2. Frame gently and do not over-explain — of all the sessions, this one has produced the most lasting fruit. 3. Nothing is required today — not even doing the exercise.</a:t>
            </a:r>
          </a:p>
          <a:p>
            <a:r>
              <a:rPr lang="en-US" sz="1200"/>
              <a:t>CUES: Arrival runs quieter than usual; match the tone from the door.</a:t>
            </a: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7:00–7:08 · LEAD: CONTAINER HOLDER</a:t>
            </a:r>
          </a:p>
          <a:p>
            <a:r>
              <a:t>BEATS: 1. 'Welcome back. Find a seat.' Wait — take a longer breath than usual before the blessing. 2. Aaronic blessing. 3. Frame: today is quiet, mostly interior; deeply familiar for some, brand new for others — both are fine. 4. Container: what is said here stays here; nothing is required; listen to receive.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7:08–7:25 · LEAD: CONTAINER HOLDER</a:t>
            </a:r>
          </a:p>
          <a:p>
            <a:r>
              <a:rPr lang="en-US" sz="1200"/>
              <a:t>BEATS: 1. One sentence each on how the daily PROAPT practice has been. 2. Take 2–3 voluntary contributions and keep it brief — today's arc needs the time later.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7:25–7:40 · LEAD: CONTENT PRESENTER</a:t>
            </a:r>
          </a:p>
          <a:p>
            <a:r>
              <a:rPr lang="en-US" sz="1200"/>
              <a:t>BEATS: 1. Read Psalm 23 and John 15:1–11 slowly — 'listen as if you have not heard it.' 2. Teach: scripture pictures the heart as cultivated ground; today we walk into that image and invite Jesus in to walk it with us. 3. Name the lineage — imaginative prayer: Ignatius, Bonaventure, the Puritans — and the two nots: not visualization-as-self-help, not emptying the mind. 4. 'Vivid experience or nothing at all — both fine. The turning toward Him is the practice.' 5. If you sense resistance, read the skepticism paragraph — the frame IS the work; do not skip it.</a:t>
            </a: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7:40–7:42 · LEAD: CONTENT PRESENTER · TRANSITION</a:t>
            </a:r>
          </a:p>
          <a:p>
            <a:r>
              <a:rPr lang="en-US" sz="1200"/>
              <a:t>BEATS: 1. Preview the shape: guided prayer 12–15 min, whole room, eyes open or closed, your own family beside you; then 5 min silent journaling; then pairs for sharing by invitation only — silence is a complete answer. 2. Room about ten or fewer: name it now — sharing happens right in this circle, no moving. 3. Pray the bridge prayer: where it is hard, be tender; where it is closed, be patient; where it is opening, be present.</a:t>
            </a: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7:42–8:14 · LEAD: CONTENT PRESENTER</a:t>
            </a:r>
          </a:p>
          <a:p>
            <a:r>
              <a:rPr lang="en-US" sz="1200"/>
              <a:t>BEATS: 1. Settle 2 min. Guided prayer 12–15 min: read H9.1 slowly — two words per second, not three; every (pause) is a full 30 seconds, every (longer pause) 60. The pauses are where the work happens. 2. Silent journaling 5 min. 3. Then pairs for sharing by invitation, 8–10 min: the Companion models two plain sentences first, the arranged parent opens — receive without interpreting; never 'God was telling you...'.</a:t>
            </a:r>
          </a:p>
          <a:p>
            <a:r>
              <a:rPr lang="en-US" sz="1200"/>
              <a:t>CUES: Soft tears — do not stop; the tears are often the work. Never cold-call a teen; pass-anytime holds.</a:t>
            </a:r>
          </a:p>
          <a:p>
            <a:r>
              <a:rPr lang="en-US" sz="1200"/>
              <a:t>GUARD: If overwhelm goes past quiet reassurance, run the Settle Protocol — stop for THEM, not for the circle: plain directive words, back to the room, breathe and anchor, no return to the exercise today; nobody leaves activated.</a:t>
            </a:r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8:14–8:20 · LEAD: CONTENT PRESENTER</a:t>
            </a:r>
          </a:p>
          <a:p>
            <a:r>
              <a:rPr lang="en-US" sz="1200"/>
              <a:t>BEATS: 1. The room will be quieter than usual — honor it; wait before speaking. 2. What happened in the pairs stays there; ask only one word about today — 'surprised', 'tender', 'empty', 'found', 'quiet'. 3. Receive each word with eye contact and a slight nod; say nothing else. 4. Close: whatever happened today is yours; some of it will quietly do its work for a long time.</a:t>
            </a:r>
          </a:p>
          <a:p>
            <a:r>
              <a:rPr lang="en-US" sz="1200"/>
              <a:t>CUES: Arranged parent begins; anyone may pass.</a:t>
            </a:r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8:20–8:24 · LEAD: CONTENT PRESENTER</a:t>
            </a:r>
          </a:p>
          <a:p>
            <a:r>
              <a:rPr lang="en-US" sz="1200"/>
              <a:t>BEATS: 1. Co-Companion (Parent) leads. Three brief returns to the garden this week, 5–10 min each — no script needed, you have the place now; journal each visit (H9.2). 2. Gentle warning: a return can surface something heavy — you can stop, open your eyes, come back another day; and tell a trusted adult. You are not meant to carry the heavy things alone. 3. For the uneasy: H9.3, the Note for the Skeptic — adapting the practice or sitting it out is honored.</a:t>
            </a:r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8:24–8:28 · LEAD: BOTH LEADERS</a:t>
            </a:r>
          </a:p>
          <a:p>
            <a:r>
              <a:rPr lang="en-US" sz="1200"/>
              <a:t>BEATS: 1. Same round: leader's three answers first, then the room's two questions; 'thank you' is the whole response. 2. Today is the likeliest night of the series to DROP the round: if the room is still deep in the garden's quiet, five minutes of process talk can break what the Spirit is holding. Drop it, and say so at the debrief.</a:t>
            </a:r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8:28–8:30 · LEAD: CONTAINER HOLDER</a:t>
            </a:r>
          </a:p>
          <a:p>
            <a:r>
              <a:rPr lang="en-US" sz="1200"/>
              <a:t>BEATS: 1. 'What happened in your pair is yours. Carry it gently — don't debrief it on the way home unless your heart is fully ready.' 2. If something heavy surfaced, reach out — the team is walking with you. 3. Aaronic blessing; see you evenings.</a:t>
            </a:r>
          </a:p>
          <a:p>
            <a:r>
              <a:rPr lang="en-US" sz="1200"/>
              <a:t>CUES: Stay accessible for fifteen minutes after the close — today more than most, people will want to talk; the two-adult rule holds for any teen.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3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1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3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gar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8493"/>
            <a:ext cx="5394960" cy="4041012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9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Garden of Your Heart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An experiential encounter with Jesus in your interior space — the first guided run; a senior leads the second next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9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7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Scripture and 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into the exercise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Garden exercise — whole room, then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walked PROAPT — a six-step practice for hearing God in scripture.”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has been?”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starts — arranged beforehand, never a cold call on a teen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voluntary contributions; anyone may pass — kept brief, tonight’s arc needs the 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Scripture and Framing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passages, read slowly — Psalm 23 and John 15:1–11 — “Listen as if you have not heard it.”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Scripture pictures the heart as cultivated ground — green pastures, still waters, vine and vinedresser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we walk into that image: picture your heart as a garden, invite Jesus in, notice what He does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Imaginative prayer — Ignatius taught it, Bonaventure taught it, the Puritan writers under other names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visualization-as-self-help, not contemplative emptying — filling the mind with one scriptural image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“The exercise is not a test of imaginative power. It is a posture of receptivity.”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JOHN 15:5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 am the vine; you are the branches. Whoever abides in me and I in him, he it is that bears much fruit, for apart from me you can do nothing.”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pair of grapes on the v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into the Exercise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 stay right here, together, as one room — a guided imaginative prayer, twelve to fifteen minutes, read slowly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Eyes closed or open — either is fine; your own family is beside you the whole time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Then five minutes with your journal, then pairs for sharing — by invitation only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will open each round — “Silence is a complete answer.”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“Father, you are the vinedresser. … Where it is hard, be tender. Where it is closed, be patient. Where it is opening, be present.”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Exercise — Whole Room, then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Settle (2 min) — “Take a breath. Settle. Eyes open or closed. Whatever feels honest. We have time.”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Guided prayer (12–15 min) — read slowly to the whole room; the pauses are not optional — they are where the work happens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Silent journaling (5 min) — “Write in your Week 9 journal page what you noticed. Whatever you noticed.”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Sharing in pairs (8–10 min) — by invitation only; a parent opens; silence is a complete answer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Receive without interpreting — “Thank you for sharing that.” Never “God was telling you _____.”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something painful surfaces — bless it: “I hear that. May Jesus stay with you in that place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happened in your pair stays in your pair.”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word about tonight — not what was said, but what you noticed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“Surprised.” “Tender.” “Empty.” “Found.” “Confused.” “Quiet.”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begins; anyone may pass — each word received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“Whatever happened tonight is yours. Some of it will keep happening across the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Three returns to the garden this week — five to ten minutes each, journaled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“You don’t need the full guided script — you have the place now. Just go back.”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Notice what is the same and what has changed — notice if Jesus is in a different place than He was tonight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three days and a time — morning before the day starts is often best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If something heavy surfaces — stop, open your eyes, come back another day; tell a trusted adult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Came in skeptical? The Note for the Skeptic handout is for you — adapting or sitting out for now is okay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9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114a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123a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