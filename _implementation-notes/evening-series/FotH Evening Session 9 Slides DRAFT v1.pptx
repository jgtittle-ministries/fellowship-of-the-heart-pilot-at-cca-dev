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533" r:id="rId22"/>
    <p:sldId id="285" r:id="rId116"/>
    <p:sldId id="401" r:id="rId117"/>
    <p:sldId id="402" r:id="rId118"/>
    <p:sldId id="403" r:id="rId119"/>
    <p:sldId id="404" r:id="rId120"/>
    <p:sldId id="405" r:id="rId121"/>
    <p:sldId id="406" r:id="rId122"/>
    <p:sldId id="407" r:id="rId123"/>
    <p:sldId id="534" r:id="rId23"/>
    <p:sldId id="535" r:id="rId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15" Type="http://schemas.openxmlformats.org/officeDocument/2006/relationships/slide" Target="slides/slide2.xml"/><Relationship Id="rId116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7.xml"/><Relationship Id="rId120" Type="http://schemas.openxmlformats.org/officeDocument/2006/relationships/slide" Target="slides/slide8.xml"/><Relationship Id="rId121" Type="http://schemas.openxmlformats.org/officeDocument/2006/relationships/slide" Target="slides/slide9.xml"/><Relationship Id="rId122" Type="http://schemas.openxmlformats.org/officeDocument/2006/relationships/slide" Target="slides/slide10.xml"/><Relationship Id="rId123" Type="http://schemas.openxmlformats.org/officeDocument/2006/relationships/slide" Target="slides/slide11.xml"/><Relationship Id="rId125" Type="http://schemas.openxmlformats.org/officeDocument/2006/relationships/slide" Target="slides/slide14.xml"/><Relationship Id="rId126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9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7:00–7:08 · LEAD: CONTAINER HOLDER</a:t>
            </a:r>
          </a:p>
          <a:p>
            <a:r>
              <a:rPr lang="en-US" sz="1200"/>
              <a:t>BEATS: 1. Today is the quietest deep work of the series: the Garden of Your Heart — a guided imaginative prayer with the whole room, then sharing in pairs by invitation only. 2. Frame gently and do not over-explain — of all the sessions, this one has produced the most lasting fruit. 3. Nothing is required today — not even doing the exercise.</a:t>
            </a:r>
          </a:p>
          <a:p>
            <a:r>
              <a:rPr lang="en-US" sz="1200"/>
              <a:t>CUES: Arrival runs quieter than usual; match the tone from the door.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7:00–7:08 · LEAD: CONTAINER HOLDER</a:t>
            </a:r>
          </a:p>
          <a:p>
            <a:r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7:08–7:25 · LEAD: CONTAINER HOLDER</a:t>
            </a:r>
          </a:p>
          <a:p>
            <a:r>
              <a:rPr lang="en-US" sz="1200"/>
              <a:t>BEATS: 1. One sentence each on how the daily PROAPT practice has been. 2. Take 2–3 voluntary contributions and keep it brief — today's arc needs the time later.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7:25–7:40 · LEAD: CONTENT PRESENTER</a:t>
            </a:r>
          </a:p>
          <a:p>
            <a:r>
              <a:rPr lang="en-US" sz="1200"/>
              <a:t>BEATS: 1. Read Psalm 23 and John 15:1–11 slowly — 'listen as if you have not heard it.' 2. Teach: scripture pictures the heart as cultivated ground; today we walk into that image and invite Jesus in to walk it with us. 3. Name the lineage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7:40–7:42 · LEAD: CONTENT PRESENTER · TRANSITION</a:t>
            </a:r>
          </a:p>
          <a:p>
            <a:r>
              <a:rPr lang="en-US" sz="1200"/>
              <a:t>BEATS: 1. Preview the shape: guided prayer 12–15 min, whole room, eyes open or closed, your own family beside you; then 5 min silent journaling; then pairs for sharing by invitation only — silence is a complete answer. 2. Room about ten or fewer: name it now — sharing happens right in this circle, no moving. 3.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7:42–8:14 · LEAD: CONTENT PRESENTER</a:t>
            </a:r>
          </a:p>
          <a:p>
            <a:r>
              <a:rPr lang="en-US" sz="1200"/>
              <a:t>BEATS: 1. Settle 2 min. Guided prayer 12–15 min: read H9.1 slowly — two words per second, not three; every (pause) is a full 30 seconds, every (longer pause) 60. The pauses are where the work happens. 2. Silent journaling 5 min. 3. Then pairs for sharing by invitation, 8–10 min: the Companion models two plain sentences first, the arranged parent opens — receive without interpreting; never 'God was telling you...'.</a:t>
            </a:r>
          </a:p>
          <a:p>
            <a:r>
              <a:rPr lang="en-US" sz="1200"/>
              <a:t>CUES: Soft tears — do not stop; the tears are often the work. Never cold-call a teen; pass-anytime holds.</a:t>
            </a:r>
          </a:p>
          <a:p>
            <a:r>
              <a:rPr lang="en-US" sz="1200"/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8:14–8:20 · LEAD: CONTENT PRESENTER</a:t>
            </a:r>
          </a:p>
          <a:p>
            <a:r>
              <a:rPr lang="en-US" sz="1200"/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rPr lang="en-US" sz="1200"/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8:20–8:24 · LEAD: CONTENT PRESENTER</a:t>
            </a:r>
          </a:p>
          <a:p>
            <a:r>
              <a:rPr lang="en-US" sz="1200"/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For the uneasy: H9.3, the Note for the Skeptic — adapting the practice or sitting it out is honored.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8:24–8:28 · LEAD: BOTH LEADERS</a:t>
            </a:r>
          </a:p>
          <a:p>
            <a:r>
              <a:rPr lang="en-US" sz="1200"/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8:28–8:30 · LEAD: CONTAINER HOLDER</a:t>
            </a:r>
          </a:p>
          <a:p>
            <a:r>
              <a:rPr lang="en-US" sz="1200"/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rPr lang="en-US" sz="1200"/>
              <a:t>CUES: Stay accessible for fifteen minutes after the close — today more than most, people will want to talk; the two-adult rule holds for any teen.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the first guided run; a senior leads the second next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9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passages, read slowly — Psalm 23 and John 15:1–11 — “Listen as if you have not heard it.”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 stay right here, together, as one room — a guided imaginative prayer, twelve to fifteen minutes, read slowly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Eyes closed or open — either is fine; your own family is beside you the whole time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Then five minutes with your journal, then pairs for sharing — by invitation only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will open each round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Settle (2 min) — “Take a breath. Settle.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Guided prayer (12–15 min) — read slowly to the whole room; the pauses are not optional — they are where the work happens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Silent journaling (5 min) — “Write in your Week 9 journal page what you noticed. Whatever you noticed.”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Sharing in pairs (8–10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Receive without interpreting — “Thank you for sharing that.” Never “God was telling you _____.”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Three returns to the garden this week — five to ten minutes each, journaled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