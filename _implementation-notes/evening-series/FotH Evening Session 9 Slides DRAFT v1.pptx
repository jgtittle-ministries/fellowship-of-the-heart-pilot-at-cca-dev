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 stands in the third box — Connect with God.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7:00–7:08 · LEAD: CONTAINER HOLDER</a:t>
            </a:r>
          </a:p>
          <a:p>
            <a:r>
              <a:rPr lang="en-US" sz="1200"/>
              <a:t>BEATS: 1. Today is the quietest deep work of the series: the Garden of Your Heart — a guided imaginative prayer with the whole room, then sharing in pairs by invitation only. 2. Frame gently and do not over-explain — of all the sessions, this one has produced the most lasting fruit. 3. Nothing is required today — not even doing the exercise.</a:t>
            </a:r>
          </a:p>
          <a:p>
            <a:r>
              <a:rPr lang="en-US" sz="1200"/>
              <a:t>CUES: Arrival runs quieter than usual; match the tone from the door.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7:42–8:14 · LEAD: CONTENT PRESENTER</a:t>
            </a:r>
          </a:p>
          <a:p>
            <a:r>
              <a:rPr lang="en-US" sz="1200"/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rPr lang="en-US" sz="1200"/>
              <a:t>CUES: Soft tears — do not stop; the tears are often the work. Never cold-call a teen; pass-anytime holds.</a:t>
            </a:r>
          </a:p>
          <a:p>
            <a:r>
              <a:rPr lang="en-US" sz="1200"/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8:20–8:24 · LEAD: CONTENT PRESENTER</a:t>
            </a:r>
          </a:p>
          <a:p>
            <a:r>
              <a:rPr lang="en-US" sz="1200"/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the first guided run; a senior leads the second next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read slowly to the whole room;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to the garden this week — five to ten minutes each, journaled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