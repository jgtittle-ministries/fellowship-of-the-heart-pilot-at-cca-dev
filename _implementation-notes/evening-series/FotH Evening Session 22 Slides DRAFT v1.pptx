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9"/>
  </p:notesMasterIdLst>
  <p:sldIdLst>
    <p:sldId id="256" r:id="rId2"/>
    <p:sldId id="325" r:id="rId267"/>
    <p:sldId id="546" r:id="rId22"/>
    <p:sldId id="326" r:id="rId268"/>
    <p:sldId id="509" r:id="rId269"/>
    <p:sldId id="510" r:id="rId270"/>
    <p:sldId id="511" r:id="rId271"/>
    <p:sldId id="512" r:id="rId272"/>
    <p:sldId id="513" r:id="rId273"/>
    <p:sldId id="514" r:id="rId274"/>
    <p:sldId id="515" r:id="rId275"/>
    <p:sldId id="547" r:id="rId23"/>
    <p:sldId id="548" r:id="rId24"/>
    <p:sldId id="516" r:id="rId277"/>
    <p:sldId id="517" r:id="rId27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B8A61-E404-4362-9606-E87F49058870}" v="1" dt="2026-08-20T01:30:35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085" autoAdjust="0"/>
  </p:normalViewPr>
  <p:slideViewPr>
    <p:cSldViewPr snapToGrid="0" snapToObjects="1">
      <p:cViewPr varScale="1">
        <p:scale>
          <a:sx n="48" d="100"/>
          <a:sy n="48" d="100"/>
        </p:scale>
        <p:origin x="20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2" Type="http://schemas.openxmlformats.org/officeDocument/2006/relationships/slide" Target="slides/slide3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67" Type="http://schemas.openxmlformats.org/officeDocument/2006/relationships/slide" Target="slides/slide2.xml"/><Relationship Id="rId268" Type="http://schemas.openxmlformats.org/officeDocument/2006/relationships/slide" Target="slides/slide4.xml"/><Relationship Id="rId269" Type="http://schemas.openxmlformats.org/officeDocument/2006/relationships/slide" Target="slides/slide5.xml"/><Relationship Id="rId270" Type="http://schemas.openxmlformats.org/officeDocument/2006/relationships/slide" Target="slides/slide6.xml"/><Relationship Id="rId271" Type="http://schemas.openxmlformats.org/officeDocument/2006/relationships/slide" Target="slides/slide7.xml"/><Relationship Id="rId272" Type="http://schemas.openxmlformats.org/officeDocument/2006/relationships/slide" Target="slides/slide8.xml"/><Relationship Id="rId273" Type="http://schemas.openxmlformats.org/officeDocument/2006/relationships/slide" Target="slides/slide9.xml"/><Relationship Id="rId274" Type="http://schemas.openxmlformats.org/officeDocument/2006/relationships/slide" Target="slides/slide10.xml"/><Relationship Id="rId275" Type="http://schemas.openxmlformats.org/officeDocument/2006/relationships/slide" Target="slides/slide11.xml"/><Relationship Id="rId277" Type="http://schemas.openxmlformats.org/officeDocument/2006/relationships/slide" Target="slides/slide14.xml"/><Relationship Id="rId278" Type="http://schemas.openxmlformats.org/officeDocument/2006/relationships/slide" Target="slides/slide15.xml"/><Relationship Id="rId279" Type="http://schemas.openxmlformats.org/officeDocument/2006/relationships/notesMaster" Target="notesMasters/notesMaster1.xml"/><Relationship Id="rId280" Type="http://schemas.openxmlformats.org/officeDocument/2006/relationships/presProps" Target="presProps.xml"/><Relationship Id="rId281" Type="http://schemas.openxmlformats.org/officeDocument/2006/relationships/viewProps" Target="viewProps.xml"/><Relationship Id="rId282" Type="http://schemas.openxmlformats.org/officeDocument/2006/relationships/theme" Target="theme/theme1.xml"/><Relationship Id="rId283" Type="http://schemas.openxmlformats.org/officeDocument/2006/relationships/tableStyles" Target="tableStyles.xml"/><Relationship Id="rId284" Type="http://schemas.microsoft.com/office/2016/11/relationships/changesInfo" Target="changesInfos/changesInfo1.xml"/><Relationship Id="rId28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ittle" userId="c9414421e32e8042" providerId="LiveId" clId="{48C55722-1884-484D-BEBA-C6DAFFF89F9C}"/>
    <pc:docChg chg="undo custSel addSld modSld sldOrd">
      <pc:chgData name="John Tittle" userId="c9414421e32e8042" providerId="LiveId" clId="{48C55722-1884-484D-BEBA-C6DAFFF89F9C}" dt="2026-08-20T14:52:01.337" v="149" actId="20577"/>
      <pc:docMkLst>
        <pc:docMk/>
      </pc:docMkLst>
      <pc:sldChg chg="modSp mod">
        <pc:chgData name="John Tittle" userId="c9414421e32e8042" providerId="LiveId" clId="{48C55722-1884-484D-BEBA-C6DAFFF89F9C}" dt="2026-08-12T13:40:14.941" v="27" actId="1076"/>
        <pc:sldMkLst>
          <pc:docMk/>
          <pc:sldMk cId="0" sldId="256"/>
        </pc:sldMkLst>
        <pc:spChg chg="mod">
          <ac:chgData name="John Tittle" userId="c9414421e32e8042" providerId="LiveId" clId="{48C55722-1884-484D-BEBA-C6DAFFF89F9C}" dt="2026-08-12T13:40:14.941" v="27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8:12:40.034" v="135" actId="20577"/>
        <pc:sldMkLst>
          <pc:docMk/>
          <pc:sldMk cId="0" sldId="259"/>
        </pc:sldMkLst>
        <pc:spChg chg="mod">
          <ac:chgData name="John Tittle" userId="c9414421e32e8042" providerId="LiveId" clId="{48C55722-1884-484D-BEBA-C6DAFFF89F9C}" dt="2026-08-12T18:12:40.034" v="135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06.378" v="33" actId="255"/>
        <pc:sldMkLst>
          <pc:docMk/>
          <pc:sldMk cId="0" sldId="262"/>
        </pc:sldMkLst>
        <pc:spChg chg="mod">
          <ac:chgData name="John Tittle" userId="c9414421e32e8042" providerId="LiveId" clId="{48C55722-1884-484D-BEBA-C6DAFFF89F9C}" dt="2026-08-12T16:56:06.378" v="33" actId="255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0:38.976" v="42" actId="255"/>
        <pc:sldMkLst>
          <pc:docMk/>
          <pc:sldMk cId="0" sldId="265"/>
        </pc:sldMkLst>
        <pc:spChg chg="mod">
          <ac:chgData name="John Tittle" userId="c9414421e32e8042" providerId="LiveId" clId="{48C55722-1884-484D-BEBA-C6DAFFF89F9C}" dt="2026-08-12T17:00:38.976" v="42" actId="255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16.529" v="87" actId="255"/>
        <pc:sldMkLst>
          <pc:docMk/>
          <pc:sldMk cId="0" sldId="268"/>
        </pc:sldMkLst>
        <pc:spChg chg="mod">
          <ac:chgData name="John Tittle" userId="c9414421e32e8042" providerId="LiveId" clId="{48C55722-1884-484D-BEBA-C6DAFFF89F9C}" dt="2026-08-12T17:05:16.529" v="87" actId="255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0:31.923" v="93" actId="255"/>
        <pc:sldMkLst>
          <pc:docMk/>
          <pc:sldMk cId="0" sldId="271"/>
        </pc:sldMkLst>
        <pc:spChg chg="mod">
          <ac:chgData name="John Tittle" userId="c9414421e32e8042" providerId="LiveId" clId="{48C55722-1884-484D-BEBA-C6DAFFF89F9C}" dt="2026-08-12T17:10:31.923" v="93" actId="255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6:41.035" v="25" actId="20577"/>
        <pc:sldMkLst>
          <pc:docMk/>
          <pc:sldMk cId="0" sldId="328"/>
        </pc:sldMkLst>
        <pc:spChg chg="mod">
          <ac:chgData name="John Tittle" userId="c9414421e32e8042" providerId="LiveId" clId="{48C55722-1884-484D-BEBA-C6DAFFF89F9C}" dt="2026-08-12T13:06:41.035" v="25" actId="20577"/>
          <ac:spMkLst>
            <pc:docMk/>
            <pc:sldMk cId="0" sldId="328"/>
            <ac:spMk id="4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2:27.925" v="5" actId="255"/>
          <ac:spMkLst>
            <pc:docMk/>
            <pc:sldMk cId="0" sldId="328"/>
            <ac:spMk id="6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22.357" v="34" actId="255"/>
        <pc:sldMkLst>
          <pc:docMk/>
          <pc:sldMk cId="0" sldId="335"/>
        </pc:sldMkLst>
        <pc:spChg chg="mod">
          <ac:chgData name="John Tittle" userId="c9414421e32e8042" providerId="LiveId" clId="{48C55722-1884-484D-BEBA-C6DAFFF89F9C}" dt="2026-08-12T16:56:22.357" v="34" actId="255"/>
          <ac:spMkLst>
            <pc:docMk/>
            <pc:sldMk cId="0" sldId="33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28.747" v="4" actId="1076"/>
        <pc:sldMkLst>
          <pc:docMk/>
          <pc:sldMk cId="0" sldId="337"/>
        </pc:sldMkLst>
        <pc:picChg chg="mod">
          <ac:chgData name="John Tittle" userId="c9414421e32e8042" providerId="LiveId" clId="{48C55722-1884-484D-BEBA-C6DAFFF89F9C}" dt="2026-08-12T13:01:28.747" v="4" actId="1076"/>
          <ac:picMkLst>
            <pc:docMk/>
            <pc:sldMk cId="0" sldId="337"/>
            <ac:picMk id="5" creationId="{00000000-0000-0000-0000-000000000000}"/>
          </ac:picMkLst>
        </pc:picChg>
      </pc:sldChg>
      <pc:sldChg chg="modSp mod">
        <pc:chgData name="John Tittle" userId="c9414421e32e8042" providerId="LiveId" clId="{48C55722-1884-484D-BEBA-C6DAFFF89F9C}" dt="2026-08-12T16:59:26.993" v="41" actId="255"/>
        <pc:sldMkLst>
          <pc:docMk/>
          <pc:sldMk cId="0" sldId="340"/>
        </pc:sldMkLst>
        <pc:spChg chg="mod">
          <ac:chgData name="John Tittle" userId="c9414421e32e8042" providerId="LiveId" clId="{48C55722-1884-484D-BEBA-C6DAFFF89F9C}" dt="2026-08-12T16:59:26.993" v="41" actId="255"/>
          <ac:spMkLst>
            <pc:docMk/>
            <pc:sldMk cId="0" sldId="340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07.634" v="43" actId="255"/>
        <pc:sldMkLst>
          <pc:docMk/>
          <pc:sldMk cId="0" sldId="343"/>
        </pc:sldMkLst>
        <pc:spChg chg="mod">
          <ac:chgData name="John Tittle" userId="c9414421e32e8042" providerId="LiveId" clId="{48C55722-1884-484D-BEBA-C6DAFFF89F9C}" dt="2026-08-12T17:01:07.634" v="43" actId="255"/>
          <ac:spMkLst>
            <pc:docMk/>
            <pc:sldMk cId="0" sldId="34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28.623" v="44" actId="255"/>
        <pc:sldMkLst>
          <pc:docMk/>
          <pc:sldMk cId="0" sldId="344"/>
        </pc:sldMkLst>
        <pc:spChg chg="mod">
          <ac:chgData name="John Tittle" userId="c9414421e32e8042" providerId="LiveId" clId="{48C55722-1884-484D-BEBA-C6DAFFF89F9C}" dt="2026-08-12T17:01:28.623" v="44" actId="255"/>
          <ac:spMkLst>
            <pc:docMk/>
            <pc:sldMk cId="0" sldId="34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01.179" v="84" actId="20577"/>
        <pc:sldMkLst>
          <pc:docMk/>
          <pc:sldMk cId="0" sldId="346"/>
        </pc:sldMkLst>
        <pc:spChg chg="mod">
          <ac:chgData name="John Tittle" userId="c9414421e32e8042" providerId="LiveId" clId="{48C55722-1884-484D-BEBA-C6DAFFF89F9C}" dt="2026-08-12T17:03:01.179" v="84" actId="20577"/>
          <ac:spMkLst>
            <pc:docMk/>
            <pc:sldMk cId="0" sldId="34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4:20.092" v="86" actId="255"/>
        <pc:sldMkLst>
          <pc:docMk/>
          <pc:sldMk cId="0" sldId="347"/>
        </pc:sldMkLst>
        <pc:spChg chg="mod">
          <ac:chgData name="John Tittle" userId="c9414421e32e8042" providerId="LiveId" clId="{48C55722-1884-484D-BEBA-C6DAFFF89F9C}" dt="2026-08-12T17:04:20.092" v="86" actId="255"/>
          <ac:spMkLst>
            <pc:docMk/>
            <pc:sldMk cId="0" sldId="34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59.966" v="85" actId="255"/>
        <pc:sldMkLst>
          <pc:docMk/>
          <pc:sldMk cId="0" sldId="349"/>
        </pc:sldMkLst>
        <pc:spChg chg="mod">
          <ac:chgData name="John Tittle" userId="c9414421e32e8042" providerId="LiveId" clId="{48C55722-1884-484D-BEBA-C6DAFFF89F9C}" dt="2026-08-12T17:03:59.966" v="85" actId="255"/>
          <ac:spMkLst>
            <pc:docMk/>
            <pc:sldMk cId="0" sldId="34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37.103" v="88" actId="255"/>
        <pc:sldMkLst>
          <pc:docMk/>
          <pc:sldMk cId="0" sldId="353"/>
        </pc:sldMkLst>
        <pc:spChg chg="mod">
          <ac:chgData name="John Tittle" userId="c9414421e32e8042" providerId="LiveId" clId="{48C55722-1884-484D-BEBA-C6DAFFF89F9C}" dt="2026-08-12T17:05:37.103" v="88" actId="255"/>
          <ac:spMkLst>
            <pc:docMk/>
            <pc:sldMk cId="0" sldId="35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29.079" v="89" actId="255"/>
        <pc:sldMkLst>
          <pc:docMk/>
          <pc:sldMk cId="0" sldId="354"/>
        </pc:sldMkLst>
        <pc:spChg chg="mod">
          <ac:chgData name="John Tittle" userId="c9414421e32e8042" providerId="LiveId" clId="{48C55722-1884-484D-BEBA-C6DAFFF89F9C}" dt="2026-08-12T17:08:29.079" v="89" actId="255"/>
          <ac:spMkLst>
            <pc:docMk/>
            <pc:sldMk cId="0" sldId="35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54.113" v="90" actId="255"/>
        <pc:sldMkLst>
          <pc:docMk/>
          <pc:sldMk cId="0" sldId="356"/>
        </pc:sldMkLst>
        <pc:spChg chg="mod">
          <ac:chgData name="John Tittle" userId="c9414421e32e8042" providerId="LiveId" clId="{48C55722-1884-484D-BEBA-C6DAFFF89F9C}" dt="2026-08-12T17:08:54.113" v="90" actId="255"/>
          <ac:spMkLst>
            <pc:docMk/>
            <pc:sldMk cId="0" sldId="35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09.405" v="91" actId="255"/>
        <pc:sldMkLst>
          <pc:docMk/>
          <pc:sldMk cId="0" sldId="357"/>
        </pc:sldMkLst>
        <pc:spChg chg="mod">
          <ac:chgData name="John Tittle" userId="c9414421e32e8042" providerId="LiveId" clId="{48C55722-1884-484D-BEBA-C6DAFFF89F9C}" dt="2026-08-12T17:09:09.405" v="91" actId="255"/>
          <ac:spMkLst>
            <pc:docMk/>
            <pc:sldMk cId="0" sldId="35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24.932" v="92" actId="255"/>
        <pc:sldMkLst>
          <pc:docMk/>
          <pc:sldMk cId="0" sldId="358"/>
        </pc:sldMkLst>
        <pc:spChg chg="mod">
          <ac:chgData name="John Tittle" userId="c9414421e32e8042" providerId="LiveId" clId="{48C55722-1884-484D-BEBA-C6DAFFF89F9C}" dt="2026-08-12T17:09:24.932" v="92" actId="255"/>
          <ac:spMkLst>
            <pc:docMk/>
            <pc:sldMk cId="0" sldId="35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1:42.432" v="94" actId="255"/>
        <pc:sldMkLst>
          <pc:docMk/>
          <pc:sldMk cId="0" sldId="362"/>
        </pc:sldMkLst>
        <pc:spChg chg="mod">
          <ac:chgData name="John Tittle" userId="c9414421e32e8042" providerId="LiveId" clId="{48C55722-1884-484D-BEBA-C6DAFFF89F9C}" dt="2026-08-12T17:11:42.432" v="94" actId="255"/>
          <ac:spMkLst>
            <pc:docMk/>
            <pc:sldMk cId="0" sldId="3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2:19.976" v="95" actId="255"/>
        <pc:sldMkLst>
          <pc:docMk/>
          <pc:sldMk cId="0" sldId="363"/>
        </pc:sldMkLst>
        <pc:spChg chg="mod">
          <ac:chgData name="John Tittle" userId="c9414421e32e8042" providerId="LiveId" clId="{48C55722-1884-484D-BEBA-C6DAFFF89F9C}" dt="2026-08-12T17:12:19.976" v="95" actId="255"/>
          <ac:spMkLst>
            <pc:docMk/>
            <pc:sldMk cId="0" sldId="36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01.002" v="96" actId="255"/>
        <pc:sldMkLst>
          <pc:docMk/>
          <pc:sldMk cId="0" sldId="364"/>
        </pc:sldMkLst>
        <pc:spChg chg="mod">
          <ac:chgData name="John Tittle" userId="c9414421e32e8042" providerId="LiveId" clId="{48C55722-1884-484D-BEBA-C6DAFFF89F9C}" dt="2026-08-12T17:13:01.002" v="96" actId="255"/>
          <ac:spMkLst>
            <pc:docMk/>
            <pc:sldMk cId="0" sldId="36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13.863" v="97" actId="255"/>
        <pc:sldMkLst>
          <pc:docMk/>
          <pc:sldMk cId="0" sldId="365"/>
        </pc:sldMkLst>
        <pc:spChg chg="mod">
          <ac:chgData name="John Tittle" userId="c9414421e32e8042" providerId="LiveId" clId="{48C55722-1884-484D-BEBA-C6DAFFF89F9C}" dt="2026-08-12T17:13:13.863" v="97" actId="255"/>
          <ac:spMkLst>
            <pc:docMk/>
            <pc:sldMk cId="0" sldId="3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3:25.042" v="7" actId="255"/>
        <pc:sldMkLst>
          <pc:docMk/>
          <pc:sldMk cId="0" sldId="520"/>
        </pc:sldMkLst>
        <pc:spChg chg="mod">
          <ac:chgData name="John Tittle" userId="c9414421e32e8042" providerId="LiveId" clId="{48C55722-1884-484D-BEBA-C6DAFFF89F9C}" dt="2026-08-12T13:03:14.451" v="6" actId="255"/>
          <ac:spMkLst>
            <pc:docMk/>
            <pc:sldMk cId="0" sldId="520"/>
            <ac:spMk id="22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3:25.042" v="7" actId="255"/>
          <ac:spMkLst>
            <pc:docMk/>
            <pc:sldMk cId="0" sldId="520"/>
            <ac:spMk id="221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7:49.209" v="40" actId="1076"/>
        <pc:sldMkLst>
          <pc:docMk/>
          <pc:sldMk cId="0" sldId="522"/>
        </pc:sldMkLst>
        <pc:spChg chg="mod">
          <ac:chgData name="John Tittle" userId="c9414421e32e8042" providerId="LiveId" clId="{48C55722-1884-484D-BEBA-C6DAFFF89F9C}" dt="2026-08-12T16:57:49.209" v="40" actId="1076"/>
          <ac:spMkLst>
            <pc:docMk/>
            <pc:sldMk cId="0" sldId="522"/>
            <ac:spMk id="242" creationId="{00000000-0000-0000-0000-000000000000}"/>
          </ac:spMkLst>
        </pc:spChg>
        <pc:spChg chg="mod">
          <ac:chgData name="John Tittle" userId="c9414421e32e8042" providerId="LiveId" clId="{48C55722-1884-484D-BEBA-C6DAFFF89F9C}" dt="2026-08-12T16:57:19.041" v="35" actId="255"/>
          <ac:spMkLst>
            <pc:docMk/>
            <pc:sldMk cId="0" sldId="522"/>
            <ac:spMk id="243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11.684" v="2" actId="255"/>
        <pc:sldMkLst>
          <pc:docMk/>
          <pc:sldMk cId="0" sldId="523"/>
        </pc:sldMkLst>
        <pc:spChg chg="mod">
          <ac:chgData name="John Tittle" userId="c9414421e32e8042" providerId="LiveId" clId="{48C55722-1884-484D-BEBA-C6DAFFF89F9C}" dt="2026-08-12T13:00:43.184" v="0" actId="255"/>
          <ac:spMkLst>
            <pc:docMk/>
            <pc:sldMk cId="0" sldId="523"/>
            <ac:spMk id="26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0:54.805" v="1" actId="255"/>
          <ac:spMkLst>
            <pc:docMk/>
            <pc:sldMk cId="0" sldId="523"/>
            <ac:spMk id="261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1:11.684" v="2" actId="255"/>
          <ac:spMkLst>
            <pc:docMk/>
            <pc:sldMk cId="0" sldId="523"/>
            <ac:spMk id="26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5:53:10.639" v="32"/>
        <pc:sldMkLst>
          <pc:docMk/>
          <pc:sldMk cId="0" sldId="546"/>
        </pc:sldMkLst>
        <pc:spChg chg="mod">
          <ac:chgData name="John Tittle" userId="c9414421e32e8042" providerId="LiveId" clId="{48C55722-1884-484D-BEBA-C6DAFFF89F9C}" dt="2026-08-12T15:25:26.241" v="28" actId="255"/>
          <ac:spMkLst>
            <pc:docMk/>
            <pc:sldMk cId="0" sldId="546"/>
            <ac:spMk id="231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20T01:26:03.976" v="147"/>
        <pc:sldMkLst>
          <pc:docMk/>
          <pc:sldMk cId="0" sldId="547"/>
        </pc:sldMkLst>
        <pc:spChg chg="mod">
          <ac:chgData name="John Tittle" userId="c9414421e32e8042" providerId="LiveId" clId="{48C55722-1884-484D-BEBA-C6DAFFF89F9C}" dt="2026-08-12T18:13:34.327" v="143" actId="20577"/>
          <ac:spMkLst>
            <pc:docMk/>
            <pc:sldMk cId="0" sldId="547"/>
            <ac:spMk id="240" creationId="{00000000-0000-0000-0000-000000000000}"/>
          </ac:spMkLst>
        </pc:spChg>
      </pc:sldChg>
      <pc:sldChg chg="addSp modSp">
        <pc:chgData name="John Tittle" userId="c9414421e32e8042" providerId="LiveId" clId="{48C55722-1884-484D-BEBA-C6DAFFF89F9C}" dt="2026-08-13T18:04:10.115" v="145"/>
        <pc:sldMkLst>
          <pc:docMk/>
          <pc:sldMk cId="0" sldId="548"/>
        </pc:sldMkLst>
        <pc:picChg chg="add mod">
          <ac:chgData name="John Tittle" userId="c9414421e32e8042" providerId="LiveId" clId="{48C55722-1884-484D-BEBA-C6DAFFF89F9C}" dt="2026-08-13T18:04:10.115" v="145"/>
          <ac:picMkLst>
            <pc:docMk/>
            <pc:sldMk cId="0" sldId="548"/>
            <ac:picMk id="5" creationId="{57A95D7D-1063-6D30-607C-E5502D8C3B9D}"/>
          </ac:picMkLst>
        </pc:picChg>
      </pc:sldChg>
      <pc:sldChg chg="add">
        <pc:chgData name="John Tittle" userId="c9414421e32e8042" providerId="LiveId" clId="{48C55722-1884-484D-BEBA-C6DAFFF89F9C}" dt="2026-08-20T01:30:35.577" v="148"/>
        <pc:sldMkLst>
          <pc:docMk/>
          <pc:sldMk cId="2484547825" sldId="553"/>
        </pc:sldMkLst>
      </pc:sldChg>
      <pc:sldChg chg="modNotes">
        <pc:chgData name="John Tittle" userId="c9414421e32e8042" providerId="LiveId" clId="{48C55722-1884-484D-BEBA-C6DAFFF89F9C}" dt="2026-08-20T14:52:01.337" v="149" actId="20577"/>
        <pc:sldMkLst>
          <pc:docMk/>
          <pc:sldMk cId="0" sldId="55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DECK TITLE · pre-session · DIVIDER</a:t>
            </a:r>
          </a:p>
          <a:p>
            <a:r>
              <a:rPr lang="en-US" sz="1200"/>
              <a:t>On screen as the room assembles on night one. All Scripture ESV; the plans carry the scripts; these slides carry the room — and these notes carry you.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E17 · WELCOME · LEAD: CONTAINER HOLDER · GROUNDING — every session opens on this map</a:t>
            </a:r>
          </a:p>
          <a:p>
            <a:r>
              <a:t>BEATS:</a:t>
            </a:r>
          </a:p>
          <a:p>
            <a:r>
              <a:t>1. Locate tonight on the map, plainly: Evening 17 commissions what the map has built — all four Connects, carried by the Companions. Each connection makes the next one real (Matt. 22:37–40).</a:t>
            </a:r>
          </a:p>
          <a:p>
            <a:r>
              <a:t>2. The four boxes are one journey — each connection makes the next one real — rooted in the two great commandments: love God, love neighbor (Matt 22:37–40).</a:t>
            </a:r>
          </a:p>
          <a:p>
            <a:r>
              <a:t>3. This is also the 'where we are on the map' minute the welcome owes any newcomer.</a:t>
            </a:r>
          </a:p>
          <a:p>
            <a:r>
              <a:t>CUES: Two minutes at most; then tonight's road.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E17 · COMMISSIONING · LEAD: CONTENT PRESENTER</a:t>
            </a:r>
          </a:p>
          <a:p>
            <a:r>
              <a:t>BEATS:</a:t>
            </a:r>
          </a:p>
          <a:p>
            <a:r>
              <a:t>1. The sheet on the screen is the sheet in their hands — walk it, don't read it.</a:t>
            </a:r>
          </a:p>
          <a:p>
            <a:r>
              <a:t>2. The standing rhythm first: the morning question, the evening journal line — one box per day on the week-grids.</a:t>
            </a:r>
          </a:p>
          <a:p>
            <a:r>
              <a:t>3. A missed box is never a failure — it is an invitation to return.</a:t>
            </a:r>
          </a:p>
          <a:p>
            <a:r>
              <a:t>CUES: The four parts are the next slide.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E17 · COMMISSIONING · LEAD: CONTENT PRESENTER</a:t>
            </a:r>
          </a:p>
          <a:p>
            <a:r>
              <a:t>BEATS:</a:t>
            </a:r>
          </a:p>
          <a:p>
            <a:r>
              <a:t>1. The four parts, in order: the homework practice, week one; the end-of-week-one check-in; the homework practice, week two; one sentence of preparation.</a:t>
            </a:r>
          </a:p>
          <a:p>
            <a:r>
              <a:t>2. Check-in partners are named aloud before leaving this slide — the sheet has the line to write the name.</a:t>
            </a:r>
          </a:p>
          <a:p>
            <a:r>
              <a:t>GUARD: The sheet-walk, not a re-teach.</a:t>
            </a:r>
          </a:p>
        </p:txBody>
      </p:sp>
    </p:spTree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E17 · pre-session · DIVIDER</a:t>
            </a:r>
          </a:p>
          <a:p>
            <a:r>
              <a:t>On screen through dinner and as the circle forms. Greet at the door — the slide holds the room. Tonight runs the standard evening clock; dessert after. Single wide circle, open center, no table; keepsake sheets and pens staged on the side table; the physical Lab-date card in the Lead's pocket.</a:t>
            </a:r>
          </a:p>
        </p:txBody>
      </p:sp>
    </p:spTree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E17 · 7:00–8:30 · LEAD: BOTH LEADERS CIRCLE</a:t>
            </a:r>
          </a:p>
          <a:p>
            <a:r>
              <a:t>BEATS:</a:t>
            </a:r>
          </a:p>
          <a:p>
            <a:r>
              <a:t>1. Name the night: the seniors are commissioned FC1 — an exit gate run as a witnessed rite, not a graduation; nobody is leaving — the gate opens inward, onto a serving place in this body.</a:t>
            </a:r>
          </a:p>
          <a:p>
            <a:r>
              <a:t>2. Four movements: the final rep (container opened and closed from memory), the three rules read aloud, the covering named, the commissioning — with Lab 1 on the calendar before anyone leaves.</a:t>
            </a:r>
          </a:p>
          <a:p>
            <a:r>
              <a:t>3. The seniors lead; the adults confirm and bless; the cohort witnesses.</a:t>
            </a:r>
          </a:p>
          <a:p>
            <a:r>
              <a:t>GUARD: Any unconfirmed sign-off was settled privately weeks ago — NEVER discovered today. If the team somehow arrives unsettled, stop and settle before the session, even at the cost of a delay. Section 6 protocols stand.</a:t>
            </a:r>
          </a:p>
        </p:txBody>
      </p:sp>
    </p:spTree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E17 · 7:00–7:08 · LEAD: CONTAINER HOLDER CIRCLE</a:t>
            </a:r>
          </a:p>
          <a:p>
            <a:r>
              <a:t>BEATS:</a:t>
            </a:r>
          </a:p>
          <a:p>
            <a:r>
              <a:t>1. Five minutes total — the small budget is the point; the night is handed over fast.</a:t>
            </a:r>
          </a:p>
          <a:p>
            <a:r>
              <a:t>2. Say the distinction plainly: a graduation sends you out of a room; today opens a door further in — FC1 means a serving place in this body, beginning, not finishing.</a:t>
            </a:r>
          </a:p>
          <a:p>
            <a:r>
              <a:t>3. Name the four movements so the room can follow the architecture — and flag the last one: the Lab date before anyone leaves is the proof today is a beginning.</a:t>
            </a:r>
          </a:p>
          <a:p>
            <a:r>
              <a:t>4. Close: 'Seniors, the room is yours' — lean in one more time, because true things deserve witnesses.</a:t>
            </a:r>
          </a:p>
          <a:p>
            <a:r>
              <a:t>PAIR LEAD: name the leading pair in the welcome — two leaders hold tonight, and the room will see the evening handed back and forth between them; that is the design. The pair practices the session together beforehand.</a:t>
            </a:r>
          </a:p>
        </p:txBody>
      </p:sp>
    </p:spTree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E17 · 7:25–7:35 · LEAD: CONTENT PRESENTER CIRCLE</a:t>
            </a:r>
          </a:p>
          <a:p>
            <a:r>
              <a:t>BEATS:</a:t>
            </a:r>
          </a:p>
          <a:p>
            <a:r>
              <a:t>1. One senior opens the full protocol from memory — no script, no cards; the whole room participates as every week.</a:t>
            </a:r>
          </a:p>
          <a:p>
            <a:r>
              <a:t>2. Every other senior speaks one container condition — Safe, Present, Clear, Intentional — in their own words with one true story of holding it while leading, 60–90 seconds each. The closing senior is held in reserve for Block 9.</a:t>
            </a:r>
          </a:p>
          <a:p>
            <a:r>
              <a:t>3. Your whole job: sit still and let them.</a:t>
            </a:r>
          </a:p>
          <a:p>
            <a:r>
              <a:t>CUES: Grace protocol, decided in advance. A freeze: calm, from your seat — 'Take a breath. You have opened this container more times than anyone in this room but me. Start with Safe.' If they cannot continue: stand with them, hand on shoulder, tell the room the truth of their year, and finish it TOGETHER. The gate was passed weeks ago; today is the witness. A stumble is never the story of the night — never mentioned again in any tone but tenderness.</a:t>
            </a:r>
          </a:p>
        </p:txBody>
      </p:sp>
    </p:spTree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E17 · 7:35–7:41 · LEAD: CONTENT PRESENTER CIRCLE</a:t>
            </a:r>
          </a:p>
          <a:p>
            <a:r>
              <a:t>BEATS:</a:t>
            </a:r>
          </a:p>
          <a:p>
            <a:r>
              <a:t>1. Read 2 Timothy 2:2 and 1 Timothy 4:12 from the physical Bible.</a:t>
            </a:r>
          </a:p>
          <a:p>
            <a:r>
              <a:t>2. Frame briefly: count the generations — Paul, Timothy, the faithful, the others also — and notice where the handing happens: in the presence of many witnesses, in a room like this one. Today the third generation stands up, and the fourth is already sitting here.</a:t>
            </a:r>
          </a:p>
          <a:p>
            <a:r>
              <a:t>3. 1 Timothy 4:12: written to a young leader wondering if he was too young — today this room does the opposite of despising.</a:t>
            </a:r>
          </a:p>
          <a:p>
            <a:r>
              <a:t>4. Pray, then move — the movements are waiting.</a:t>
            </a:r>
          </a:p>
        </p:txBody>
      </p:sp>
    </p:spTree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E17 · 7:41–7:47 · LEAD: CONTENT PRESENTER CIRCLE</a:t>
            </a:r>
          </a:p>
          <a:p>
            <a:r>
              <a:t>BEATS:</a:t>
            </a:r>
          </a:p>
          <a:p>
            <a:r>
              <a:t>1. Frame: the whole room hears the boundaries its young leaders keep — not a leash, the frame that lets a sixteen-year-old lead this room and every parent sleep at night.</a:t>
            </a:r>
          </a:p>
          <a:p>
            <a:r>
              <a:t>2. Read the three rules VERBATIM from the handbook: a CiF never counts as one of the two adults; a CiF never takes a disclosure — hands it to the adult immediately; lead only a block you have first received.</a:t>
            </a:r>
          </a:p>
          <a:p>
            <a:r>
              <a:t>3. Optional (team's pre-decided call): the Lead reads each first line and the seniors read them back together.</a:t>
            </a:r>
          </a:p>
          <a:p>
            <a:r>
              <a:t>4. Close the movement: these rules never bend — not for talent, not for a short-handed night; handing the heavy thing over is the strong, faithful move, never a failure.</a:t>
            </a:r>
          </a:p>
        </p:txBody>
      </p:sp>
    </p:spTree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E17 · 7:47–7:54 · LEAD: CONTENT PRESENTER CIRCLE</a:t>
            </a:r>
          </a:p>
          <a:p>
            <a:r>
              <a:t>BEATS:</a:t>
            </a:r>
          </a:p>
          <a:p>
            <a:r>
              <a:t>1. Frame: an FC1 never leads uncovered; a covering that is public is a covering that holds.</a:t>
            </a:r>
          </a:p>
          <a:p>
            <a:r>
              <a:t>2. Per senior (~90 sec): each stands and says plainly 'When I am over my head, I call ___' — name and relationship; a covering person present stands where they are.</a:t>
            </a:r>
          </a:p>
          <a:p>
            <a:r>
              <a:t>3. Confirm the sign-off aloud: the parent — 'I confirm it' — then the Lead Companion.</a:t>
            </a:r>
          </a:p>
          <a:p>
            <a:r>
              <a:t>4. The senior writes the covering name on their Commissioning Card in the circle — ink, not intention.</a:t>
            </a:r>
          </a:p>
          <a:p>
            <a:r>
              <a:t>GUARD: A deferred sign-off was handled privately in Evening 11's week, with a hopeful path — it NEVER surfaces as news today; that senior is honored by name in the blessing block, no explanation to the room.</a:t>
            </a:r>
          </a:p>
          <a:p>
            <a:r>
              <a:t>SUB: The confirmation belongs to those who did the discernment. Covering for the founder, relay his word by name — 'John confirmed it before today; I carry that confirmation' — never as your own judgment.</a:t>
            </a:r>
          </a:p>
        </p:txBody>
      </p:sp>
    </p:spTree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E17 · 7:54–8:10 · LEAD: CONTENT PRESENTER CIRCLE</a:t>
            </a:r>
          </a:p>
          <a:p>
            <a:r>
              <a:t>BEATS:</a:t>
            </a:r>
          </a:p>
          <a:p>
            <a:r>
              <a:t>1. Per senior (~4–5 min): stand center, family behind; two Companions speak prepared blessings from specific leading moments, 1–3 sentences; the parent adds ONE; the cohort speaks the Aaronic; hand them the Commissioning and Limits Cards — serve the body, keep the rules, call your covering, watch the signs.</a:t>
            </a:r>
          </a:p>
          <a:p>
            <a:r>
              <a:t>2. The senior returns to the circle, not a seat apart.</a:t>
            </a:r>
          </a:p>
          <a:p>
            <a:r>
              <a:t>3. Then the charge over them all, brief: own walk first; the rules when no one is checking; covering early, not late; the three signs; FC1 is a real and honorable place to stand.</a:t>
            </a:r>
          </a:p>
          <a:p>
            <a:r>
              <a:t>CUES: Blessing form = one specific witnessed sentence, not a speech. Tears under blessing are the night working — do not rush or rescue.</a:t>
            </a:r>
          </a:p>
          <a:p>
            <a:r>
              <a:t>SUB: Blessings must be their authors' own; the charge is the founder's — read it named as his or speak your own. A covering leader never reads the founder's blessing as their own.</a:t>
            </a:r>
          </a:p>
        </p:txBody>
      </p:sp>
    </p:spTree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E17 · 8:10–8:13 · LEAD: CONTENT PRESENTER CIRCLE</a:t>
            </a:r>
          </a:p>
          <a:p>
            <a:r>
              <a:t>BEATS:</a:t>
            </a:r>
          </a:p>
          <a:p>
            <a:r>
              <a:t>1. Before anyone reaches for a coat: hold up the physical date card and announce Lab 1 of the spring serving cycle — day, date, time, place; new FC1s write it down now.</a:t>
            </a:r>
          </a:p>
          <a:p>
            <a:r>
              <a:t>2. Name their Lab 1 assignment: bring one vital-signs observation from this room today, seen with the lens from the charge.</a:t>
            </a:r>
          </a:p>
          <a:p>
            <a:r>
              <a:t>3. Say the why out loud: anyone can hold a beautiful ceremony — a date on a calendar is the proof today was a gate. These leaders begin in days.</a:t>
            </a:r>
          </a:p>
          <a:p>
            <a:r>
              <a:t>4. One sentence to the younger teens: in a year or two, some of you will stand where these seniors stand — watch how they begin. No promises, no selection talk; just the door left visibly open.</a:t>
            </a:r>
          </a:p>
        </p:txBody>
      </p:sp>
    </p:spTree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E17 · 8:24–8:28 · LEAD: BOTH LEADERS CIRCLE</a:t>
            </a:r>
          </a:p>
          <a:p>
            <a:r>
              <a:t>BEATS:</a:t>
            </a:r>
          </a:p>
          <a:p>
            <a:r>
              <a:t>1. The new FC1s answer first: what went well, what they'd do differently — and one last time before it becomes their question to carry: what would you tell whoever teaches this. A sentence or two each.</a:t>
            </a:r>
          </a:p>
          <a:p>
            <a:r>
              <a:t>2. The adult answers for the parts the adults carried; then the room, two or three voices; received undefended — 'thank you' is the whole response.</a:t>
            </a:r>
          </a:p>
          <a:p>
            <a:r>
              <a:t>3. May well be dropped today — the rite itself is often what the energy needs; dropping it twice running goes to the debrief.</a:t>
            </a:r>
          </a:p>
        </p:txBody>
      </p:sp>
    </p:spTree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E17 · 8:13–8:20 · LEAD: CONTENT PRESENTER CIRCLE</a:t>
            </a:r>
          </a:p>
          <a:p>
            <a:r>
              <a:t>BEATS:</a:t>
            </a:r>
          </a:p>
          <a:p>
            <a:r>
              <a:t>1. The reserved senior closes the full protocol from memory: standing circle, one-word landing, the one thing, the one practice, the blessing round, closing prayer and sending.</a:t>
            </a:r>
          </a:p>
          <a:p>
            <a:r>
              <a:t>2. Expect the blessing round to lean hard toward the FC1s — give it room; the closing senior was told beforehand: receive it, then finish. Ending well under a full heart is the most FC1 thing they will do all night.</a:t>
            </a:r>
          </a:p>
          <a:p>
            <a:r>
              <a:t>3. Resist adding ANYTHING after the senior's sending — the last words of the series belong to the generation it raised; the team's silence is the loudest confirmation in the room.</a:t>
            </a:r>
          </a:p>
          <a:p>
            <a:r>
              <a:t>4. After: keepsake signing at the side table — names as witnesses; nobody leaves without signing. Dessert, lingering; stay — the younger teens near the seniors are the pipeline forming in real time.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4.xml"/><Relationship Id="rId3" Type="http://schemas.openxmlformats.org/officeDocument/2006/relationships/image" Target="../media/image6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5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6.xml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4.xml"/><Relationship Id="rId3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18285"/>
            <a:ext cx="3291840" cy="4021429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14400" y="1920240"/>
            <a:ext cx="7223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Fellowship of the Heart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E4EFDA"/>
                </a:solidFill>
                <a:latin typeface="Calibri"/>
              </a:rPr>
              <a:t>Getting Started — the Four Connects, walked around the table on alternating evenings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7BC62"/>
                </a:solidFill>
                <a:latin typeface="Calibri"/>
              </a:rPr>
              <a:t>Evening Series 2026–27  ·  at the Tittle home  ·  v1.5E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4EFDA"/>
                </a:solidFill>
                <a:latin typeface="Calibri"/>
              </a:rPr>
              <a:t>All Scripture: ESV  ·  The Companion lesson plans carry the full scripts — these slides carry the room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</a:t>
            </a:r>
            <a:endParaRPr sz="1000" b="1">
              <a:solidFill>
                <a:srgbClr val="F1F6E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han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31119"/>
            <a:ext cx="5394960" cy="3595761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EVENING 17</a:t>
            </a:r>
          </a:p>
          <a:p>
            <a:pPr algn="l">
              <a:spcAft>
                <a:spcPts val="1000"/>
              </a:spcAft>
            </a:pPr>
            <a:r>
              <a:rPr sz="3300" b="1" i="0">
                <a:solidFill>
                  <a:srgbClr val="2C5F2D"/>
                </a:solidFill>
                <a:latin typeface="Cambria"/>
              </a:rPr>
              <a:t>Commissioning the Companions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95959"/>
                </a:solidFill>
                <a:latin typeface="Calibri"/>
              </a:rPr>
              <a:t>The exit gate as a witnessed rite — the seniors leave having begun, not finished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Quarter 4: Consolidation &amp; Sending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311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Where We Are — the Four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B22"/>
                </a:solidFill>
                <a:latin typeface="Calibri"/>
              </a:rPr>
              <a:t>Evening 17 commissions what the map has built — </a:t>
            </a:r>
            <a:r>
              <a:rPr sz="1800" b="1">
                <a:solidFill>
                  <a:srgbClr val="2C5F2D"/>
                </a:solidFill>
                <a:latin typeface="Calibri"/>
              </a:rPr>
              <a:t>all four Connects</a:t>
            </a:r>
            <a:r>
              <a:rPr sz="1800" b="0">
                <a:solidFill>
                  <a:srgbClr val="222B22"/>
                </a:solidFill>
                <a:latin typeface="Calibri"/>
              </a:rPr>
              <a:t>, carried by the Companions. Each connection makes the next one real (Matt. 22:37–40).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312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0" descr="four-conne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1645920"/>
            <a:ext cx="10332720" cy="3708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Evening 17 — Tonight’s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040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1   </a:t>
            </a:r>
            <a:r>
              <a:rPr sz="2800">
                <a:solidFill>
                  <a:srgbClr val="222B22"/>
                </a:solidFill>
                <a:latin typeface="Calibri"/>
              </a:rPr>
              <a:t>Welcome and framing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2   </a:t>
            </a:r>
            <a:r>
              <a:rPr sz="2800">
                <a:solidFill>
                  <a:srgbClr val="222B22"/>
                </a:solidFill>
                <a:latin typeface="Calibri"/>
              </a:rPr>
              <a:t>The final rep — the container opened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3   </a:t>
            </a:r>
            <a:r>
              <a:rPr sz="2800">
                <a:solidFill>
                  <a:srgbClr val="222B22"/>
                </a:solidFill>
                <a:latin typeface="Calibri"/>
              </a:rPr>
              <a:t>The word over the night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4   </a:t>
            </a:r>
            <a:r>
              <a:rPr sz="2800">
                <a:solidFill>
                  <a:srgbClr val="222B22"/>
                </a:solidFill>
                <a:latin typeface="Calibri"/>
              </a:rPr>
              <a:t>The three rules read aloud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5   </a:t>
            </a:r>
            <a:r>
              <a:rPr sz="2800">
                <a:solidFill>
                  <a:srgbClr val="222B22"/>
                </a:solidFill>
                <a:latin typeface="Calibri"/>
              </a:rPr>
              <a:t>The covering named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6   </a:t>
            </a:r>
            <a:r>
              <a:rPr sz="2800">
                <a:solidFill>
                  <a:srgbClr val="222B22"/>
                </a:solidFill>
                <a:latin typeface="Calibri"/>
              </a:rPr>
              <a:t>The commissioning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7   </a:t>
            </a:r>
            <a:r>
              <a:rPr sz="2800">
                <a:solidFill>
                  <a:srgbClr val="222B22"/>
                </a:solidFill>
                <a:latin typeface="Calibri"/>
              </a:rPr>
              <a:t>The first Lab scheduled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8   </a:t>
            </a:r>
            <a:r>
              <a:rPr sz="2800">
                <a:solidFill>
                  <a:srgbClr val="222B22"/>
                </a:solidFill>
                <a:latin typeface="Calibri"/>
              </a:rPr>
              <a:t>The Leader Feedback Round — both leaders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9   </a:t>
            </a:r>
            <a:r>
              <a:rPr sz="2800">
                <a:solidFill>
                  <a:srgbClr val="222B22"/>
                </a:solidFill>
                <a:latin typeface="Calibri"/>
              </a:rPr>
              <a:t>The final rep — the container closed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313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1" name="Picture 31" descr="the open container bow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54480"/>
            <a:ext cx="3017520" cy="45262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Welcome and Framing — a Gate, Not a Graduation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Last week we commissioned the families. Tonight we commission the Companions — and this is not a graduation. Nobody is leaving; tonight opens a door further in.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seniors become FC1 — Formation Companion, Level One: a serving place in this body. Not finishing something — beginning something.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final rep — the container opened and closed from memory, no script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three rules that never bend, read aloud to the whole room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covering named — the adult each new FC1 calls when they are over their head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commissioning — blessing spoken over each one, and the first Leader Lab on the calendar before anyone leaves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314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4" name="Picture 34" descr="the open door - the same doorway the year began wit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3904" y="1463040"/>
            <a:ext cx="3672087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Final Rep — the Container Opened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Container fluency is FC1’s spine competency — Safe, Present, Clear, Intentional, from memory, without a script. Tonight is the witness of it, not the exam.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One senior opens the container whole — welcome, phones, the standing circle, one-word check-in, put out / bring in, the spoken commitment, opening prayer</a:t>
            </a:r>
          </a:p>
          <a:p>
            <a:pPr marL="685800" indent="-274320">
              <a:spcAft>
                <a:spcPts val="5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1800" b="0" i="1">
                <a:solidFill>
                  <a:srgbClr val="222B22"/>
                </a:solidFill>
                <a:latin typeface="Calibri"/>
              </a:rPr>
              <a:t>“I am here. I am paying attention. I am willing to be moved.”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Every other senior speaks one condition from memory — in their own words, with one short true story of holding it while leading this year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One senior is held in reserve — tonight’s close is theirs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 gate is fluency across the arc, not perfection tonight. A stumble is not a fail.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315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Word Over the Night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Count the generations: Paul. Timothy. Faithful ones. Others also. Four generations in a single sentence — and the handing happens “in the presence of many witnesses.” In a room like this one.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Tonight the third generation stands up in front of the second — and the fourth is already sitting in the room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1 Timothy 4:12 — “Let no one despise you for your youth, but set the believers an example in speech, in conduct, in love, in faith, in purity.”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Tonight this room does the opposite of despising. Then prayer over the seniors.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19456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2 TIMOTHY 2:2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“and what you have heard from me in the presence of many witnesses entrust to faithful men, who will be able to teach others also.”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316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Three Rules Read Aloud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 bright line made public — the whole room hears the boundaries its young leaders keep. These rules protect you and your kids as much as they protect the leaders.</a:t>
            </a:r>
          </a:p>
          <a:p>
            <a:pPr marL="342900" indent="-34290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A Companion-in-Formation never counts as one of the two adults. “Co-lead” means an adult Companion in the room — not nearby, in the room.</a:t>
            </a:r>
          </a:p>
          <a:p>
            <a:pPr marL="342900" indent="-34290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A Companion-in-Formation never takes a disclosure. If something heavy surfaces, their only job is to hand it to the adult immediately. They are not a junior counselor.</a:t>
            </a:r>
          </a:p>
          <a:p>
            <a:pPr marL="342900" indent="-34290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Lead only a block you have first received. See it, then lead it.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These rules never bend — not for talent, not for maturity, not for a short-handed night. Handing the heavy thing to your adult is the strong, faithful move — never a failure.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317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Covering Named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An FC1 never leads uncovered — an adult with a name and a phone number, who has said yes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A covering that is public is a covering that holds</a:t>
            </a:r>
          </a:p>
          <a:p>
            <a:pPr marL="342900" indent="-34290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Each senior stands and says it plainly: “When I am over my head, I call _____.”</a:t>
            </a:r>
          </a:p>
          <a:p>
            <a:pPr marL="342900" indent="-34290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sign-off confirmed publicly — the parent: “I confirm it.” The Lead Companion: “And I confirm it.”</a:t>
            </a:r>
          </a:p>
          <a:p>
            <a:pPr marL="342900" indent="-34290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covering name goes onto the Commissioning Card, there in the circle — ink, not intention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318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Commissioning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Each senior stands in the center; their family stands behind them</a:t>
            </a:r>
          </a:p>
          <a:p>
            <a:pPr marL="342900" indent="-34290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Two Companions speak their prepared blessings — drawn from specific moments of leading: what we saw, what we bless, what we see coming</a:t>
            </a:r>
          </a:p>
          <a:p>
            <a:pPr marL="342900" indent="-34290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 parent may add one sentence. One. It will be the one the teen remembers.</a:t>
            </a:r>
          </a:p>
          <a:p>
            <a:pPr marL="342900" indent="-34290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 cohort speaks the Aaronic blessing over the new FC1 — the whole room, slowly, hands extended</a:t>
            </a:r>
          </a:p>
          <a:p>
            <a:pPr marL="342900" indent="-34290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“[Name], the team commissions you as Formation Companion, Level One. Serve the body. Keep the rules. Call your covering. Watch the signs.”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Then the charge, once, over all of them — keep your own walk first; keep the three rules when no one is checking; call your covering early, not late; watch the three signs. “FC1 is a real and honorable place to stand… Set the example. Begin.”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319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First Lab Scheduled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Before anyone reaches for a coat — one piece of business, on purpose, in front of everyone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first Leader Lab of the spring serving cycle: [day], [date], [time], [place]. Write it down now.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Lab 1 assignment is already set: bring one vital-signs observation from this room,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“Anyone can hold a beautiful ceremony. The proof that tonight was a gate and not a ceremony is a date on a calendar.” The exit is an entrance.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320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Daily Rhythm</a:t>
            </a:r>
          </a:p>
        </p:txBody>
      </p:sp>
      <p:pic>
        <p:nvPicPr>
          <p:cNvPr id="4" name="Picture 3" descr="s22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463040"/>
            <a:ext cx="8595360" cy="4457308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Handed out now — this is the sheet in your hands.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321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Four Parts</a:t>
            </a:r>
          </a:p>
        </p:txBody>
      </p:sp>
      <p:pic>
        <p:nvPicPr>
          <p:cNvPr id="4" name="Picture 3" descr="s22_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810" y="1463040"/>
            <a:ext cx="7666074" cy="470916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One practice at a time — and a partner expecting you at the end of week one.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322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Leader Feedback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rounds, same as every session — the container holder first, then the content presenter: three things each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 think went well tonight: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I’d do differently next time: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“If I were to teach tonight’s process to someone, I would tell them: ______”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the room — the same two questions about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leaders receive without defending — “thank you” is the whole response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323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compass on the trail - the weekly bearing 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60" y="1463040"/>
            <a:ext cx="3259831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Final Rep — the Container Closed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reserved senior closes the container from memory — the standing circle, the one-word landing, the one thing, the one practice, the blessing round, the closing prayer and sending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rite that opened in a senior’s voice ends in a senior’s voice — the last words of Getting Started are spoken by the generation it raised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If the senior sends the room, the room is sent — nothing is added after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After: the signing — everyone signs each new FC1’s keepsake, the way you sign a Bible flyleaf. Then dessert. Stay.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324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55817</Words>
  <Application>Microsoft Office PowerPoint</Application>
  <PresentationFormat>Widescreen</PresentationFormat>
  <Paragraphs>3274</Paragraphs>
  <Slides>277</Slides>
  <Notes>275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277</vt:i4>
      </vt:variant>
    </vt:vector>
  </HeadingPairs>
  <TitlesOfParts>
    <vt:vector size="28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Tittle</cp:lastModifiedBy>
  <cp:revision>2</cp:revision>
  <dcterms:created xsi:type="dcterms:W3CDTF">2013-01-27T09:14:16Z</dcterms:created>
  <dcterms:modified xsi:type="dcterms:W3CDTF">2026-08-20T14:52:01Z</dcterms:modified>
  <cp:category/>
</cp:coreProperties>
</file>