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25" r:id="rId267"/>
    <p:sldId id="546" r:id="rId22"/>
    <p:sldId id="326" r:id="rId268"/>
    <p:sldId id="509" r:id="rId269"/>
    <p:sldId id="510" r:id="rId270"/>
    <p:sldId id="511" r:id="rId271"/>
    <p:sldId id="512" r:id="rId272"/>
    <p:sldId id="513" r:id="rId273"/>
    <p:sldId id="514" r:id="rId274"/>
    <p:sldId id="515" r:id="rId275"/>
    <p:sldId id="547" r:id="rId23"/>
    <p:sldId id="548" r:id="rId24"/>
    <p:sldId id="516" r:id="rId277"/>
    <p:sldId id="517" r:id="rId2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67" Type="http://schemas.openxmlformats.org/officeDocument/2006/relationships/slide" Target="slides/slide2.xml"/><Relationship Id="rId268" Type="http://schemas.openxmlformats.org/officeDocument/2006/relationships/slide" Target="slides/slide4.xml"/><Relationship Id="rId269" Type="http://schemas.openxmlformats.org/officeDocument/2006/relationships/slide" Target="slides/slide5.xml"/><Relationship Id="rId270" Type="http://schemas.openxmlformats.org/officeDocument/2006/relationships/slide" Target="slides/slide6.xml"/><Relationship Id="rId271" Type="http://schemas.openxmlformats.org/officeDocument/2006/relationships/slide" Target="slides/slide7.xml"/><Relationship Id="rId272" Type="http://schemas.openxmlformats.org/officeDocument/2006/relationships/slide" Target="slides/slide8.xml"/><Relationship Id="rId273" Type="http://schemas.openxmlformats.org/officeDocument/2006/relationships/slide" Target="slides/slide9.xml"/><Relationship Id="rId274" Type="http://schemas.openxmlformats.org/officeDocument/2006/relationships/slide" Target="slides/slide10.xml"/><Relationship Id="rId275" Type="http://schemas.openxmlformats.org/officeDocument/2006/relationships/slide" Target="slides/slide11.xml"/><Relationship Id="rId277" Type="http://schemas.openxmlformats.org/officeDocument/2006/relationships/slide" Target="slides/slide14.xml"/><Relationship Id="rId27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22 commissions what the map has built — all four Connects, carried by the Companions.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pre-session · DIVIDER</a:t>
            </a:r>
          </a:p>
          <a:p>
            <a:r>
              <a:rPr lang="en-US" sz="1200"/>
              <a:t>On screen through dinner and as the circle forms. Greet at the door — the slide holds the room. Tonight runs the standard evening clock; dessert after. Single wide circle, open center, no table; keepsake sheets and pens staged on the side table; the physical Lab-date card in the Lead's pocket.</a:t>
            </a:r>
          </a:p>
        </p:txBody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7:00–8:30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Name the night: the seniors are commissioned FC1 — an exit gate run as a witnessed rite, not a graduation; nobody is leaving — the gate opens inward, onto a serving place in this body.</a:t>
            </a:r>
          </a:p>
          <a:p>
            <a:r>
              <a:rPr lang="en-US" sz="1200"/>
              <a:t>2. Four movements: the final rep (container opened and closed from memory), the three rules read aloud, the covering named, the commissioning — with Lab 1 on the calendar before anyone leaves.</a:t>
            </a:r>
          </a:p>
          <a:p>
            <a:r>
              <a:rPr lang="en-US" sz="1200"/>
              <a:t>3. The seniors lead; the adults confirm and bless; the cohort witnesses.</a:t>
            </a:r>
          </a:p>
          <a:p>
            <a:r>
              <a:rPr lang="en-US" sz="1200"/>
              <a:t>GUARD: Any unconfirmed sign-off was settled privately weeks ago — NEVER discovered today. If the team somehow arrives unsettled, stop and settle before the session, even at the cost of a delay. Section 6 protocols stand.</a:t>
            </a:r>
          </a:p>
        </p:txBody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S22 · 7:00–7:08 · LEAD: CONTAINER HOLDER CIRCLE</a:t>
            </a:r>
          </a:p>
          <a:p>
            <a:r>
              <a:t>BEATS:</a:t>
            </a:r>
          </a:p>
          <a:p>
            <a:r>
              <a:t>1. Five minutes total — the small budget is the point; the night is handed over fast.</a:t>
            </a:r>
          </a:p>
          <a:p>
            <a:r>
              <a:t>2. Say the distinction plainly: a graduation sends you out of a room; today opens a door further in — FC1 means a serving place in this body, beginning, not finishing.</a:t>
            </a:r>
          </a:p>
          <a:p>
            <a:r>
              <a:t>3. Name the four movements so the room can follow the architecture — and flag the last one: the Lab date before anyone leaves is the proof today is a beginning.</a:t>
            </a:r>
          </a:p>
          <a:p>
            <a:r>
              <a:t>4. Close: 'Seniors, the room is yours' — lean in one more time, because true things deserve witnesses.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7:25–7:35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One senior opens the full protocol from memory — no script, no cards; the whole room participates as every week.</a:t>
            </a:r>
          </a:p>
          <a:p>
            <a:r>
              <a:rPr lang="en-US" sz="1200"/>
              <a:t>2. Every other senior speaks one container condition — Safe, Present, Clear, Intentional — in their own words with one true story of holding it while leading, 60–90 seconds each. The closing senior is held in reserve for Block 9.</a:t>
            </a:r>
          </a:p>
          <a:p>
            <a:r>
              <a:rPr lang="en-US" sz="1200"/>
              <a:t>3. Your whole job: sit still and let them.</a:t>
            </a:r>
          </a:p>
          <a:p>
            <a:r>
              <a:rPr lang="en-US" sz="1200"/>
              <a:t>CUES: Grace protocol, decided in advance. A freeze: calm, from your seat — 'Take a breath. You have opened this container more times than anyone in this room but me. Start with Safe.' If they cannot continue: stand with them, hand on shoulder, tell the room the truth of their year, and finish it TOGETHER. The gate was passed weeks ago; today is the witness. A stumble is never the story of the night — never mentioned again in any tone but tenderness.</a:t>
            </a:r>
          </a:p>
        </p:txBody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7:35–7:41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2 Timothy 2:2 and 1 Timothy 4:12 from the physical Bible.</a:t>
            </a:r>
          </a:p>
          <a:p>
            <a:r>
              <a:rPr lang="en-US" sz="1200"/>
              <a:t>2. Frame briefly: count the generations — Paul, Timothy, the faithful, the others also — and notice where the handing happens: in the presence of many witnesses, in a room like this one. Today the third generation stands up, and the fourth is already sitting here.</a:t>
            </a:r>
          </a:p>
          <a:p>
            <a:r>
              <a:rPr lang="en-US" sz="1200"/>
              <a:t>3. 1 Timothy 4:12: written to a young leader wondering if he was too young — today this room does the opposite of despising.</a:t>
            </a:r>
          </a:p>
          <a:p>
            <a:r>
              <a:rPr lang="en-US" sz="1200"/>
              <a:t>4. Pray, then move — the movements are waiting.</a:t>
            </a:r>
          </a:p>
        </p:txBody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7:41–7:47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the whole room hears the boundaries its young leaders keep — not a leash, the frame that lets a sixteen-year-old lead this room and every parent sleep at night.</a:t>
            </a:r>
          </a:p>
          <a:p>
            <a:r>
              <a:rPr lang="en-US" sz="1200"/>
              <a:t>2. Read the three rules VERBATIM from the handbook: a CiF never counts as one of the two adults; a CiF never takes a disclosure — hands it to the adult immediately; lead only a block you have first received.</a:t>
            </a:r>
          </a:p>
          <a:p>
            <a:r>
              <a:rPr lang="en-US" sz="1200"/>
              <a:t>3. Optional (team's pre-decided call): the Lead reads each first line and the seniors read them back together.</a:t>
            </a:r>
          </a:p>
          <a:p>
            <a:r>
              <a:rPr lang="en-US" sz="1200"/>
              <a:t>4. Close the movement: these rules never bend — not for talent, not for a short-handed night; handing the heavy thing over is the strong, faithful move, never a failure.</a:t>
            </a:r>
          </a:p>
        </p:txBody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7:47–7:54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Frame: an FC1 never leads uncovered; a covering that is public is a covering that holds.</a:t>
            </a:r>
          </a:p>
          <a:p>
            <a:r>
              <a:rPr lang="en-US" sz="1200"/>
              <a:t>2. Per senior (~90 sec): each stands and says plainly 'When I am over my head, I call ___' — name and relationship; a covering person present stands where they are.</a:t>
            </a:r>
          </a:p>
          <a:p>
            <a:r>
              <a:rPr lang="en-US" sz="1200"/>
              <a:t>3. Confirm the sign-off aloud: the parent — 'I confirm it' — then the Lead Companion.</a:t>
            </a:r>
          </a:p>
          <a:p>
            <a:r>
              <a:rPr lang="en-US" sz="1200"/>
              <a:t>4. The senior writes the covering name on their Commissioning Card in the circle — ink, not intention.</a:t>
            </a:r>
          </a:p>
          <a:p>
            <a:r>
              <a:rPr lang="en-US" sz="1200"/>
              <a:t>GUARD: A deferred sign-off was handled privately in Week 15's week, with a hopeful path — it NEVER surfaces as news today; that senior is honored by name in the blessing block, no explanation to the room.</a:t>
            </a:r>
          </a:p>
          <a:p>
            <a:r>
              <a:rPr lang="en-US" sz="1200"/>
              <a:t>SUB: The confirmation belongs to those who did the discernment. Covering for the founder, relay his word by name — 'John confirmed it before today; I carry that confirmation' — never as your own judgment.</a:t>
            </a:r>
          </a:p>
        </p:txBody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7:54–8:10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Per senior (~4–5 min): stand center, family behind; two Companions speak prepared blessings from specific leading moments, 1–3 sentences; the parent adds ONE; the cohort speaks the Aaronic; hand them the Commissioning and Limits Cards — serve the body, keep the rules, call your covering, watch the signs.</a:t>
            </a:r>
          </a:p>
          <a:p>
            <a:r>
              <a:rPr lang="en-US" sz="1200"/>
              <a:t>2. The senior returns to the circle, not a seat apart.</a:t>
            </a:r>
          </a:p>
          <a:p>
            <a:r>
              <a:rPr lang="en-US" sz="1200"/>
              <a:t>3. Then the charge over them all, brief: own walk first; the rules when no one is checking; covering early, not late; the three signs; FC1 is a real and honorable place to stand.</a:t>
            </a:r>
          </a:p>
          <a:p>
            <a:r>
              <a:rPr lang="en-US" sz="1200"/>
              <a:t>CUES: Blessing form = one specific witnessed sentence, not a speech. Tears under blessing are the night working — do not rush or rescue.</a:t>
            </a:r>
          </a:p>
          <a:p>
            <a:r>
              <a:rPr lang="en-US" sz="1200"/>
              <a:t>SUB: Blessings must be their authors' own; the charge is the founder's — read it named as his or speak your own. A covering leader never reads the founder's blessing as their own.</a:t>
            </a:r>
          </a:p>
        </p:txBody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8:10–8:13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Before anyone reaches for a coat: hold up the physical date card and announce Lab 1 of the spring serving cycle — day, date, time, place; new FC1s write it down now.</a:t>
            </a:r>
          </a:p>
          <a:p>
            <a:r>
              <a:rPr lang="en-US" sz="1200"/>
              <a:t>2. Name their Lab 1 assignment: bring one vital-signs observation from this room today, seen with the lens from the charge.</a:t>
            </a:r>
          </a:p>
          <a:p>
            <a:r>
              <a:rPr lang="en-US" sz="1200"/>
              <a:t>3. Say the why out loud: anyone can hold a beautiful ceremony — a date on a calendar is the proof today was a gate. These leaders begin in days.</a:t>
            </a:r>
          </a:p>
          <a:p>
            <a:r>
              <a:rPr lang="en-US" sz="1200"/>
              <a:t>4. One sentence to the younger teens: in a year or two, some of you will stand where these seniors stand — watch how they begin. No promises, no selection talk; just the door left visibly open.</a:t>
            </a:r>
          </a:p>
        </p:txBody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8:24–8:28 · LEAD: BOTH LEADERS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new FC1s answer first: what went well, what they'd do differently — and one last time before it becomes their question to carry: what would you tell whoever teaches this. A sentence or two each.</a:t>
            </a:r>
          </a:p>
          <a:p>
            <a:r>
              <a:rPr lang="en-US" sz="1200"/>
              <a:t>2. The adult answers for the parts the adults carried; then the room, two or three voices; received undefended — 'thank you' is the whole response.</a:t>
            </a:r>
          </a:p>
          <a:p>
            <a:r>
              <a:rPr lang="en-US" sz="1200"/>
              <a:t>3. May well be dropped today — the rite itself is often what the energy needs; dropping it twice running goes to the debrief.</a:t>
            </a:r>
          </a:p>
        </p:txBody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S22 · 8:13–8:20 · LEAD: CONTENT PRESENTER CIRCLE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reserved senior closes the full protocol from memory: standing circle, one-word landing, the one thing, the one practice, the blessing round, closing prayer and sending.</a:t>
            </a:r>
          </a:p>
          <a:p>
            <a:r>
              <a:rPr lang="en-US" sz="1200"/>
              <a:t>2. Expect the blessing round to lean hard toward the FC1s — give it room; the closing senior was told beforehand: receive it, then finish. Ending well under a full heart is the most FC1 thing they will do all night.</a:t>
            </a:r>
          </a:p>
          <a:p>
            <a:r>
              <a:rPr lang="en-US" sz="1200"/>
              <a:t>3. Resist adding ANYTHING after the senior's sending — the last words of the series belong to the generation it raised; the team's silence is the loudest confirmation in the room.</a:t>
            </a:r>
          </a:p>
          <a:p>
            <a:r>
              <a:rPr lang="en-US" sz="1200"/>
              <a:t>4. After: keepsake signing at the side table — names as witnesses; nobody leaves without signing. Dessert, lingering; stay — the younger teens near the seniors are the pipeline forming in real time.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Relationship Id="rId3" Type="http://schemas.openxmlformats.org/officeDocument/2006/relationships/image" Target="../media/image6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han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Commissioning the Companions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exit gate as a witnessed rite — the seniors leave having begun, not finished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22 commissions what the map has built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carried by the Companions.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opened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word over the night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three rules read aloud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covering named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commissioning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first Lab scheduled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rep — the container closed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Welcome and Framing — a Gate, Not a Graduation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Last week we commissioned the families. Tonight we commission the Companions — and this is not a graduation. Nobody is leaving; tonight opens a door further in.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seniors become FC1 — Formation Companion, Level One: a serving place in this body. Not finishing something — beginning something.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final rep — the container opened and closed from memory, no script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three rules that never bend, read aloud to the whole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covering named — the adult each new FC1 calls when they are over their head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commissioning — blessing spoken over each one, and the first Leader Lab on the calendar before anyone leaves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4" name="Picture 34" descr="the open door - the same doorway the year began wi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3904" y="1463040"/>
            <a:ext cx="3672087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Opened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Container fluency is FC1’s spine competency — Safe, Present, Clear, Intentional, from memory, without a script. Tonight is the witness of it, not the exam.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opens the container whole — welcome, phones, the standing circle, one-word check-in, put out / bring in, the spoken commitment, opening prayer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am here. I am paying attention. I am willing to be moved.”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 other senior speaks one condition from memory — in their own words, with one short true story of holding it while leading this year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senior is held in reserve — tonight’s close is theirs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gate is fluency across the arc, not perfection tonight. A stumble is not a fail.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Word Over the Night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Count the generations: Paul. Timothy. Faithful ones. Others also. Four generations in a single sentence — and the handing happens “in the presence of many witnesses.” In a room like this one.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the third generation stands up in front of the second — and the fourth is already sitting in the room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1 Timothy 4:12 — “Let no one despise you for your youth, but set the believers an example in speech, in conduct, in love, in faith, in purity.”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this room does the opposite of despising. Then prayer over the seniors.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TIMOTHY 2:2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what you have heard from me in the presence of many witnesses entrust to faithful men, who will be able to teach others also.”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Three Rules Read Aloud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bright line made public — the whole room hears the boundaries its young leaders keep. These rules protect you and your kids as much as they protect the leaders.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counts as one of the two adults. “Co-lead” means an adult Companion in the room — not nearby, in the room.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Companion-in-Formation never takes a disclosure. If something heavy surfaces, their only job is to hand it to the adult immediately. They are not a junior counselor.</a:t>
            </a:r>
          </a:p>
          <a:p>
            <a:pPr marL="342900" indent="-34290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Lead only a block you have first received. See it, then lead it.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These rules never bend — not for talent, not for maturity, not for a short-handed night. Handing the heavy thing to your adult is the strong, faithful move — never a failure.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Covering Named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An FC1 never leads uncovered — an adult with a name and a phone number, who has said yes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covering that is public is a covering that holds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senior stands and says it plainly: “When I am over my head, I call _____.”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sign-off confirmed publicly — the parent: “I confirm it.” The Lead Companion: “And I confirm it.”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covering name goes onto the Commissioning Card, there in the circle — ink, not intention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Commissioning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senior stands in the center; their family stands behind them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Companions speak their prepared blessings — drawn from specific moments of leading: what we saw, what we bless, what we see coming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 may add one sentence. One. It will be the one the teen remembers.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cohort speaks the Aaronic blessing over the new FC1 — the whole room, slowly, hands extended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“[Name], the team commissions you as Formation Companion, Level One. Serve the body. Keep the rules. Call your covering. Watch the signs.”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Then the charge, once, over all of them — keep your own walk first; keep the three rules when no one is checking; call your covering early, not late; watch the three signs. “FC1 is a real and honorable place to stand… Set the example. Begin.”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First Lab Scheduled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Before anyone reaches for a coat — one piece of business, on purpose, in front of everyone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first Leader Lab of the spring serving cycle: [day], [date], [time], [place]. Write it down now.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Lab 1 assignment is already set: bring one vital-signs observation from this room,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“Anyone can hold a beautiful ceremony. The proof that tonight was a gate and not a ceremony is a date on a calendar.” The exit is an entrance.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2810" y="1463040"/>
            <a:ext cx="7666074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275a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Rep — the Container Closed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reserved senior closes the container from memory — the standing circle, the one-word landing, the one thing, the one practice, the blessing round, the closing prayer and sending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rite that opened in a senior’s voice ends in a senior’s voice — the last words of Getting Started are spoken by the generation it raised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If the senior sends the room, the room is sent — nothing is added after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After: the signing — everyone signs each new FC1’s keepsake, the way you sign a Bible flyleaf. Then dessert. Stay.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