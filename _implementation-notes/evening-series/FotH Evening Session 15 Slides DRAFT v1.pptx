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186" Type="http://schemas.openxmlformats.org/officeDocument/2006/relationships/slide" Target="slides/slide2.xml"/><Relationship Id="rId187" Type="http://schemas.openxmlformats.org/officeDocument/2006/relationships/slide" Target="slides/slide3.xml"/><Relationship Id="rId188" Type="http://schemas.openxmlformats.org/officeDocument/2006/relationships/slide" Target="slides/slide4.xml"/><Relationship Id="rId189" Type="http://schemas.openxmlformats.org/officeDocument/2006/relationships/slide" Target="slides/slide5.xml"/><Relationship Id="rId190" Type="http://schemas.openxmlformats.org/officeDocument/2006/relationships/slide" Target="slides/slide6.xml"/><Relationship Id="rId191" Type="http://schemas.openxmlformats.org/officeDocument/2006/relationships/slide" Target="slides/slide7.xml"/><Relationship Id="rId192" Type="http://schemas.openxmlformats.org/officeDocument/2006/relationships/slide" Target="slides/slide8.xml"/><Relationship Id="rId193" Type="http://schemas.openxmlformats.org/officeDocument/2006/relationships/slide" Target="slides/slide9.xml"/><Relationship Id="rId194" Type="http://schemas.openxmlformats.org/officeDocument/2006/relationships/slide" Target="slides/slide10.xml"/><Relationship Id="rId195" Type="http://schemas.openxmlformats.org/officeDocument/2006/relationships/slide" Target="slides/slide11.xml"/><Relationship Id="rId196" Type="http://schemas.openxmlformats.org/officeDocument/2006/relationships/slide" Target="slides/slide12.xml"/><Relationship Id="rId197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leadsanions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