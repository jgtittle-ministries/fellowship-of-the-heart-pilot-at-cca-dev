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0.xml" ContentType="application/vnd.openxmlformats-officedocument.presentationml.slide+xml"/>
  <Override PartName="/ppt/slides/slide251.xml" ContentType="application/vnd.openxmlformats-officedocument.presentationml.slide+xml"/>
  <Override PartName="/ppt/slides/slide252.xml" ContentType="application/vnd.openxmlformats-officedocument.presentationml.slide+xml"/>
  <Override PartName="/ppt/slides/slide253.xml" ContentType="application/vnd.openxmlformats-officedocument.presentationml.slide+xml"/>
  <Override PartName="/ppt/slides/slide254.xml" ContentType="application/vnd.openxmlformats-officedocument.presentationml.slide+xml"/>
  <Override PartName="/ppt/slides/slide255.xml" ContentType="application/vnd.openxmlformats-officedocument.presentationml.slide+xml"/>
  <Override PartName="/ppt/slides/slide256.xml" ContentType="application/vnd.openxmlformats-officedocument.presentationml.slide+xml"/>
  <Override PartName="/ppt/slides/slide257.xml" ContentType="application/vnd.openxmlformats-officedocument.presentationml.slide+xml"/>
  <Override PartName="/ppt/slides/slide258.xml" ContentType="application/vnd.openxmlformats-officedocument.presentationml.slide+xml"/>
  <Override PartName="/ppt/slides/slide259.xml" ContentType="application/vnd.openxmlformats-officedocument.presentationml.slide+xml"/>
  <Override PartName="/ppt/slides/slide260.xml" ContentType="application/vnd.openxmlformats-officedocument.presentationml.slide+xml"/>
  <Override PartName="/ppt/slides/slide261.xml" ContentType="application/vnd.openxmlformats-officedocument.presentationml.slide+xml"/>
  <Override PartName="/ppt/slides/slide262.xml" ContentType="application/vnd.openxmlformats-officedocument.presentationml.slide+xml"/>
  <Override PartName="/ppt/slides/slide263.xml" ContentType="application/vnd.openxmlformats-officedocument.presentationml.slide+xml"/>
  <Override PartName="/ppt/slides/slide264.xml" ContentType="application/vnd.openxmlformats-officedocument.presentationml.slide+xml"/>
  <Override PartName="/ppt/slides/slide265.xml" ContentType="application/vnd.openxmlformats-officedocument.presentationml.slide+xml"/>
  <Override PartName="/ppt/slides/slide266.xml" ContentType="application/vnd.openxmlformats-officedocument.presentationml.slide+xml"/>
  <Override PartName="/ppt/slides/slide267.xml" ContentType="application/vnd.openxmlformats-officedocument.presentationml.slide+xml"/>
  <Override PartName="/ppt/slides/slide268.xml" ContentType="application/vnd.openxmlformats-officedocument.presentationml.slide+xml"/>
  <Override PartName="/ppt/slides/slide269.xml" ContentType="application/vnd.openxmlformats-officedocument.presentationml.slide+xml"/>
  <Override PartName="/ppt/slides/slide270.xml" ContentType="application/vnd.openxmlformats-officedocument.presentationml.slide+xml"/>
  <Override PartName="/ppt/slides/slide271.xml" ContentType="application/vnd.openxmlformats-officedocument.presentationml.slide+xml"/>
  <Override PartName="/ppt/slides/slide272.xml" ContentType="application/vnd.openxmlformats-officedocument.presentationml.slide+xml"/>
  <Override PartName="/ppt/slides/slide273.xml" ContentType="application/vnd.openxmlformats-officedocument.presentationml.slide+xml"/>
  <Override PartName="/ppt/slides/slide274.xml" ContentType="application/vnd.openxmlformats-officedocument.presentationml.slide+xml"/>
  <Override PartName="/ppt/slides/slide275.xml" ContentType="application/vnd.openxmlformats-officedocument.presentationml.slide+xml"/>
  <Override PartName="/ppt/slides/slide276.xml" ContentType="application/vnd.openxmlformats-officedocument.presentationml.slide+xml"/>
  <Override PartName="/ppt/slides/slide27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notesSlides/notesSlide19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ppt/notesSlides/notesSlide199.xml" ContentType="application/vnd.openxmlformats-officedocument.presentationml.notesSlide+xml"/>
  <Override PartName="/ppt/notesSlides/notesSlide200.xml" ContentType="application/vnd.openxmlformats-officedocument.presentationml.notesSlide+xml"/>
  <Override PartName="/ppt/notesSlides/notesSlide201.xml" ContentType="application/vnd.openxmlformats-officedocument.presentationml.notesSlide+xml"/>
  <Override PartName="/ppt/notesSlides/notesSlide202.xml" ContentType="application/vnd.openxmlformats-officedocument.presentationml.notesSlide+xml"/>
  <Override PartName="/ppt/notesSlides/notesSlide203.xml" ContentType="application/vnd.openxmlformats-officedocument.presentationml.notesSlide+xml"/>
  <Override PartName="/ppt/notesSlides/notesSlide204.xml" ContentType="application/vnd.openxmlformats-officedocument.presentationml.notesSlide+xml"/>
  <Override PartName="/ppt/notesSlides/notesSlide205.xml" ContentType="application/vnd.openxmlformats-officedocument.presentationml.notesSlide+xml"/>
  <Override PartName="/ppt/notesSlides/notesSlide206.xml" ContentType="application/vnd.openxmlformats-officedocument.presentationml.notesSlide+xml"/>
  <Override PartName="/ppt/notesSlides/notesSlide207.xml" ContentType="application/vnd.openxmlformats-officedocument.presentationml.notesSlide+xml"/>
  <Override PartName="/ppt/notesSlides/notesSlide208.xml" ContentType="application/vnd.openxmlformats-officedocument.presentationml.notesSlide+xml"/>
  <Override PartName="/ppt/notesSlides/notesSlide209.xml" ContentType="application/vnd.openxmlformats-officedocument.presentationml.notesSlide+xml"/>
  <Override PartName="/ppt/notesSlides/notesSlide210.xml" ContentType="application/vnd.openxmlformats-officedocument.presentationml.notesSlide+xml"/>
  <Override PartName="/ppt/notesSlides/notesSlide211.xml" ContentType="application/vnd.openxmlformats-officedocument.presentationml.notesSlide+xml"/>
  <Override PartName="/ppt/notesSlides/notesSlide212.xml" ContentType="application/vnd.openxmlformats-officedocument.presentationml.notesSlide+xml"/>
  <Override PartName="/ppt/notesSlides/notesSlide213.xml" ContentType="application/vnd.openxmlformats-officedocument.presentationml.notesSlide+xml"/>
  <Override PartName="/ppt/notesSlides/notesSlide214.xml" ContentType="application/vnd.openxmlformats-officedocument.presentationml.notesSlide+xml"/>
  <Override PartName="/ppt/notesSlides/notesSlide215.xml" ContentType="application/vnd.openxmlformats-officedocument.presentationml.notesSlide+xml"/>
  <Override PartName="/ppt/notesSlides/notesSlide216.xml" ContentType="application/vnd.openxmlformats-officedocument.presentationml.notesSlide+xml"/>
  <Override PartName="/ppt/notesSlides/notesSlide217.xml" ContentType="application/vnd.openxmlformats-officedocument.presentationml.notesSlide+xml"/>
  <Override PartName="/ppt/notesSlides/notesSlide218.xml" ContentType="application/vnd.openxmlformats-officedocument.presentationml.notesSlide+xml"/>
  <Override PartName="/ppt/notesSlides/notesSlide219.xml" ContentType="application/vnd.openxmlformats-officedocument.presentationml.notesSlide+xml"/>
  <Override PartName="/ppt/notesSlides/notesSlide220.xml" ContentType="application/vnd.openxmlformats-officedocument.presentationml.notesSlide+xml"/>
  <Override PartName="/ppt/notesSlides/notesSlide221.xml" ContentType="application/vnd.openxmlformats-officedocument.presentationml.notesSlide+xml"/>
  <Override PartName="/ppt/notesSlides/notesSlide222.xml" ContentType="application/vnd.openxmlformats-officedocument.presentationml.notesSlide+xml"/>
  <Override PartName="/ppt/notesSlides/notesSlide223.xml" ContentType="application/vnd.openxmlformats-officedocument.presentationml.notesSlide+xml"/>
  <Override PartName="/ppt/notesSlides/notesSlide224.xml" ContentType="application/vnd.openxmlformats-officedocument.presentationml.notesSlide+xml"/>
  <Override PartName="/ppt/notesSlides/notesSlide225.xml" ContentType="application/vnd.openxmlformats-officedocument.presentationml.notesSlide+xml"/>
  <Override PartName="/ppt/notesSlides/notesSlide226.xml" ContentType="application/vnd.openxmlformats-officedocument.presentationml.notesSlide+xml"/>
  <Override PartName="/ppt/notesSlides/notesSlide227.xml" ContentType="application/vnd.openxmlformats-officedocument.presentationml.notesSlide+xml"/>
  <Override PartName="/ppt/notesSlides/notesSlide228.xml" ContentType="application/vnd.openxmlformats-officedocument.presentationml.notesSlide+xml"/>
  <Override PartName="/ppt/notesSlides/notesSlide229.xml" ContentType="application/vnd.openxmlformats-officedocument.presentationml.notesSlide+xml"/>
  <Override PartName="/ppt/notesSlides/notesSlide230.xml" ContentType="application/vnd.openxmlformats-officedocument.presentationml.notesSlide+xml"/>
  <Override PartName="/ppt/notesSlides/notesSlide231.xml" ContentType="application/vnd.openxmlformats-officedocument.presentationml.notesSlide+xml"/>
  <Override PartName="/ppt/notesSlides/notesSlide232.xml" ContentType="application/vnd.openxmlformats-officedocument.presentationml.notesSlide+xml"/>
  <Override PartName="/ppt/notesSlides/notesSlide233.xml" ContentType="application/vnd.openxmlformats-officedocument.presentationml.notesSlide+xml"/>
  <Override PartName="/ppt/notesSlides/notesSlide234.xml" ContentType="application/vnd.openxmlformats-officedocument.presentationml.notesSlide+xml"/>
  <Override PartName="/ppt/notesSlides/notesSlide235.xml" ContentType="application/vnd.openxmlformats-officedocument.presentationml.notesSlide+xml"/>
  <Override PartName="/ppt/notesSlides/notesSlide236.xml" ContentType="application/vnd.openxmlformats-officedocument.presentationml.notesSlide+xml"/>
  <Override PartName="/ppt/notesSlides/notesSlide237.xml" ContentType="application/vnd.openxmlformats-officedocument.presentationml.notesSlide+xml"/>
  <Override PartName="/ppt/notesSlides/notesSlide238.xml" ContentType="application/vnd.openxmlformats-officedocument.presentationml.notesSlide+xml"/>
  <Override PartName="/ppt/notesSlides/notesSlide239.xml" ContentType="application/vnd.openxmlformats-officedocument.presentationml.notesSlide+xml"/>
  <Override PartName="/ppt/notesSlides/notesSlide240.xml" ContentType="application/vnd.openxmlformats-officedocument.presentationml.notesSlide+xml"/>
  <Override PartName="/ppt/notesSlides/notesSlide241.xml" ContentType="application/vnd.openxmlformats-officedocument.presentationml.notesSlide+xml"/>
  <Override PartName="/ppt/notesSlides/notesSlide242.xml" ContentType="application/vnd.openxmlformats-officedocument.presentationml.notesSlide+xml"/>
  <Override PartName="/ppt/notesSlides/notesSlide243.xml" ContentType="application/vnd.openxmlformats-officedocument.presentationml.notesSlide+xml"/>
  <Override PartName="/ppt/notesSlides/notesSlide244.xml" ContentType="application/vnd.openxmlformats-officedocument.presentationml.notesSlide+xml"/>
  <Override PartName="/ppt/notesSlides/notesSlide245.xml" ContentType="application/vnd.openxmlformats-officedocument.presentationml.notesSlide+xml"/>
  <Override PartName="/ppt/notesSlides/notesSlide246.xml" ContentType="application/vnd.openxmlformats-officedocument.presentationml.notesSlide+xml"/>
  <Override PartName="/ppt/notesSlides/notesSlide247.xml" ContentType="application/vnd.openxmlformats-officedocument.presentationml.notesSlide+xml"/>
  <Override PartName="/ppt/notesSlides/notesSlide248.xml" ContentType="application/vnd.openxmlformats-officedocument.presentationml.notesSlide+xml"/>
  <Override PartName="/ppt/notesSlides/notesSlide249.xml" ContentType="application/vnd.openxmlformats-officedocument.presentationml.notesSlide+xml"/>
  <Override PartName="/ppt/notesSlides/notesSlide250.xml" ContentType="application/vnd.openxmlformats-officedocument.presentationml.notesSlide+xml"/>
  <Override PartName="/ppt/notesSlides/notesSlide251.xml" ContentType="application/vnd.openxmlformats-officedocument.presentationml.notesSlide+xml"/>
  <Override PartName="/ppt/notesSlides/notesSlide252.xml" ContentType="application/vnd.openxmlformats-officedocument.presentationml.notesSlide+xml"/>
  <Override PartName="/ppt/notesSlides/notesSlide253.xml" ContentType="application/vnd.openxmlformats-officedocument.presentationml.notesSlide+xml"/>
  <Override PartName="/ppt/notesSlides/notesSlide254.xml" ContentType="application/vnd.openxmlformats-officedocument.presentationml.notesSlide+xml"/>
  <Override PartName="/ppt/notesSlides/notesSlide255.xml" ContentType="application/vnd.openxmlformats-officedocument.presentationml.notesSlide+xml"/>
  <Override PartName="/ppt/notesSlides/notesSlide256.xml" ContentType="application/vnd.openxmlformats-officedocument.presentationml.notesSlide+xml"/>
  <Override PartName="/ppt/notesSlides/notesSlide257.xml" ContentType="application/vnd.openxmlformats-officedocument.presentationml.notesSlide+xml"/>
  <Override PartName="/ppt/notesSlides/notesSlide258.xml" ContentType="application/vnd.openxmlformats-officedocument.presentationml.notesSlide+xml"/>
  <Override PartName="/ppt/notesSlides/notesSlide259.xml" ContentType="application/vnd.openxmlformats-officedocument.presentationml.notesSlide+xml"/>
  <Override PartName="/ppt/notesSlides/notesSlide260.xml" ContentType="application/vnd.openxmlformats-officedocument.presentationml.notesSlide+xml"/>
  <Override PartName="/ppt/notesSlides/notesSlide261.xml" ContentType="application/vnd.openxmlformats-officedocument.presentationml.notesSlide+xml"/>
  <Override PartName="/ppt/notesSlides/notesSlide262.xml" ContentType="application/vnd.openxmlformats-officedocument.presentationml.notesSlide+xml"/>
  <Override PartName="/ppt/notesSlides/notesSlide263.xml" ContentType="application/vnd.openxmlformats-officedocument.presentationml.notesSlide+xml"/>
  <Override PartName="/ppt/notesSlides/notesSlide264.xml" ContentType="application/vnd.openxmlformats-officedocument.presentationml.notesSlide+xml"/>
  <Override PartName="/ppt/notesSlides/notesSlide265.xml" ContentType="application/vnd.openxmlformats-officedocument.presentationml.notesSlide+xml"/>
  <Override PartName="/ppt/notesSlides/notesSlide266.xml" ContentType="application/vnd.openxmlformats-officedocument.presentationml.notesSlide+xml"/>
  <Override PartName="/ppt/notesSlides/notesSlide267.xml" ContentType="application/vnd.openxmlformats-officedocument.presentationml.notesSlide+xml"/>
  <Override PartName="/ppt/notesSlides/notesSlide268.xml" ContentType="application/vnd.openxmlformats-officedocument.presentationml.notesSlide+xml"/>
  <Override PartName="/ppt/notesSlides/notesSlide269.xml" ContentType="application/vnd.openxmlformats-officedocument.presentationml.notesSlide+xml"/>
  <Override PartName="/ppt/notesSlides/notesSlide270.xml" ContentType="application/vnd.openxmlformats-officedocument.presentationml.notesSlide+xml"/>
  <Override PartName="/ppt/notesSlides/notesSlide271.xml" ContentType="application/vnd.openxmlformats-officedocument.presentationml.notesSlide+xml"/>
  <Override PartName="/ppt/notesSlides/notesSlide272.xml" ContentType="application/vnd.openxmlformats-officedocument.presentationml.notesSlide+xml"/>
  <Override PartName="/ppt/notesSlides/notesSlide273.xml" ContentType="application/vnd.openxmlformats-officedocument.presentationml.notesSlide+xml"/>
  <Override PartName="/ppt/notesSlides/notesSlide274.xml" ContentType="application/vnd.openxmlformats-officedocument.presentationml.notesSlide+xml"/>
  <Override PartName="/ppt/notesSlides/notesSlide275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9"/>
  </p:notesMasterIdLst>
  <p:sldIdLst>
    <p:sldId id="256" r:id="rId2"/>
    <p:sldId id="303" r:id="rId186"/>
    <p:sldId id="304" r:id="rId187"/>
    <p:sldId id="451" r:id="rId188"/>
    <p:sldId id="452" r:id="rId189"/>
    <p:sldId id="453" r:id="rId190"/>
    <p:sldId id="454" r:id="rId191"/>
    <p:sldId id="518" r:id="rId192"/>
    <p:sldId id="455" r:id="rId193"/>
    <p:sldId id="456" r:id="rId194"/>
    <p:sldId id="457" r:id="rId195"/>
    <p:sldId id="458" r:id="rId196"/>
    <p:sldId id="459" r:id="rId197"/>
    <p:sldId id="538" r:id="rId19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9FB8A61-E404-4362-9606-E87F49058870}" v="1" dt="2026-08-20T01:30:35.5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9085" autoAdjust="0"/>
  </p:normalViewPr>
  <p:slideViewPr>
    <p:cSldViewPr snapToGrid="0" snapToObjects="1">
      <p:cViewPr varScale="1">
        <p:scale>
          <a:sx n="48" d="100"/>
          <a:sy n="48" d="100"/>
        </p:scale>
        <p:origin x="2002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79" Type="http://schemas.openxmlformats.org/officeDocument/2006/relationships/notesMaster" Target="notesMasters/notesMaster1.xml"/><Relationship Id="rId192" Type="http://schemas.openxmlformats.org/officeDocument/2006/relationships/slide" Target="slides/slide191.xml"/><Relationship Id="rId280" Type="http://schemas.openxmlformats.org/officeDocument/2006/relationships/presProps" Target="presProps.xml"/><Relationship Id="rId193" Type="http://schemas.openxmlformats.org/officeDocument/2006/relationships/slide" Target="slides/slide192.xml"/><Relationship Id="rId281" Type="http://schemas.openxmlformats.org/officeDocument/2006/relationships/viewProps" Target="viewProps.xml"/><Relationship Id="rId194" Type="http://schemas.openxmlformats.org/officeDocument/2006/relationships/slide" Target="slides/slide193.xml"/><Relationship Id="rId282" Type="http://schemas.openxmlformats.org/officeDocument/2006/relationships/theme" Target="theme/theme1.xml"/><Relationship Id="rId195" Type="http://schemas.openxmlformats.org/officeDocument/2006/relationships/slide" Target="slides/slide194.xml"/><Relationship Id="rId283" Type="http://schemas.openxmlformats.org/officeDocument/2006/relationships/tableStyles" Target="tableStyles.xml"/><Relationship Id="rId196" Type="http://schemas.openxmlformats.org/officeDocument/2006/relationships/slide" Target="slides/slide195.xml"/><Relationship Id="rId284" Type="http://schemas.microsoft.com/office/2016/11/relationships/changesInfo" Target="changesInfos/changesInfo1.xml"/><Relationship Id="rId186" Type="http://schemas.openxmlformats.org/officeDocument/2006/relationships/slide" Target="slides/slide185.xml"/><Relationship Id="rId197" Type="http://schemas.openxmlformats.org/officeDocument/2006/relationships/slide" Target="slides/slide196.xml"/><Relationship Id="rId285" Type="http://schemas.microsoft.com/office/2015/10/relationships/revisionInfo" Target="revisionInfo.xml"/><Relationship Id="rId187" Type="http://schemas.openxmlformats.org/officeDocument/2006/relationships/slide" Target="slides/slide186.xml"/><Relationship Id="rId1" Type="http://schemas.openxmlformats.org/officeDocument/2006/relationships/slideMaster" Target="slideMasters/slideMaster1.xml"/><Relationship Id="rId198" Type="http://schemas.openxmlformats.org/officeDocument/2006/relationships/slide" Target="slides/slide197.xml"/><Relationship Id="rId188" Type="http://schemas.openxmlformats.org/officeDocument/2006/relationships/slide" Target="slides/slide187.xml"/><Relationship Id="rId2" Type="http://schemas.openxmlformats.org/officeDocument/2006/relationships/slide" Target="slides/slide1.xml"/><Relationship Id="rId189" Type="http://schemas.openxmlformats.org/officeDocument/2006/relationships/slide" Target="slides/slide188.xml"/><Relationship Id="rId190" Type="http://schemas.openxmlformats.org/officeDocument/2006/relationships/slide" Target="slides/slide189.xml"/><Relationship Id="rId191" Type="http://schemas.openxmlformats.org/officeDocument/2006/relationships/slide" Target="slides/slide190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Tittle" userId="c9414421e32e8042" providerId="LiveId" clId="{48C55722-1884-484D-BEBA-C6DAFFF89F9C}"/>
    <pc:docChg chg="undo custSel addSld modSld sldOrd">
      <pc:chgData name="John Tittle" userId="c9414421e32e8042" providerId="LiveId" clId="{48C55722-1884-484D-BEBA-C6DAFFF89F9C}" dt="2026-08-20T14:52:01.337" v="149" actId="20577"/>
      <pc:docMkLst>
        <pc:docMk/>
      </pc:docMkLst>
      <pc:sldChg chg="modSp mod">
        <pc:chgData name="John Tittle" userId="c9414421e32e8042" providerId="LiveId" clId="{48C55722-1884-484D-BEBA-C6DAFFF89F9C}" dt="2026-08-12T13:40:14.941" v="27" actId="1076"/>
        <pc:sldMkLst>
          <pc:docMk/>
          <pc:sldMk cId="0" sldId="256"/>
        </pc:sldMkLst>
        <pc:spChg chg="mod">
          <ac:chgData name="John Tittle" userId="c9414421e32e8042" providerId="LiveId" clId="{48C55722-1884-484D-BEBA-C6DAFFF89F9C}" dt="2026-08-12T13:40:14.941" v="27" actId="1076"/>
          <ac:spMkLst>
            <pc:docMk/>
            <pc:sldMk cId="0" sldId="256"/>
            <ac:spMk id="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8:12:40.034" v="135" actId="20577"/>
        <pc:sldMkLst>
          <pc:docMk/>
          <pc:sldMk cId="0" sldId="259"/>
        </pc:sldMkLst>
        <pc:spChg chg="mod">
          <ac:chgData name="John Tittle" userId="c9414421e32e8042" providerId="LiveId" clId="{48C55722-1884-484D-BEBA-C6DAFFF89F9C}" dt="2026-08-12T18:12:40.034" v="135" actId="20577"/>
          <ac:spMkLst>
            <pc:docMk/>
            <pc:sldMk cId="0" sldId="25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06.378" v="33" actId="255"/>
        <pc:sldMkLst>
          <pc:docMk/>
          <pc:sldMk cId="0" sldId="262"/>
        </pc:sldMkLst>
        <pc:spChg chg="mod">
          <ac:chgData name="John Tittle" userId="c9414421e32e8042" providerId="LiveId" clId="{48C55722-1884-484D-BEBA-C6DAFFF89F9C}" dt="2026-08-12T16:56:06.378" v="33" actId="255"/>
          <ac:spMkLst>
            <pc:docMk/>
            <pc:sldMk cId="0" sldId="2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0:38.976" v="42" actId="255"/>
        <pc:sldMkLst>
          <pc:docMk/>
          <pc:sldMk cId="0" sldId="265"/>
        </pc:sldMkLst>
        <pc:spChg chg="mod">
          <ac:chgData name="John Tittle" userId="c9414421e32e8042" providerId="LiveId" clId="{48C55722-1884-484D-BEBA-C6DAFFF89F9C}" dt="2026-08-12T17:00:38.976" v="42" actId="255"/>
          <ac:spMkLst>
            <pc:docMk/>
            <pc:sldMk cId="0" sldId="2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16.529" v="87" actId="255"/>
        <pc:sldMkLst>
          <pc:docMk/>
          <pc:sldMk cId="0" sldId="268"/>
        </pc:sldMkLst>
        <pc:spChg chg="mod">
          <ac:chgData name="John Tittle" userId="c9414421e32e8042" providerId="LiveId" clId="{48C55722-1884-484D-BEBA-C6DAFFF89F9C}" dt="2026-08-12T17:05:16.529" v="87" actId="255"/>
          <ac:spMkLst>
            <pc:docMk/>
            <pc:sldMk cId="0" sldId="26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0:31.923" v="93" actId="255"/>
        <pc:sldMkLst>
          <pc:docMk/>
          <pc:sldMk cId="0" sldId="271"/>
        </pc:sldMkLst>
        <pc:spChg chg="mod">
          <ac:chgData name="John Tittle" userId="c9414421e32e8042" providerId="LiveId" clId="{48C55722-1884-484D-BEBA-C6DAFFF89F9C}" dt="2026-08-12T17:10:31.923" v="93" actId="255"/>
          <ac:spMkLst>
            <pc:docMk/>
            <pc:sldMk cId="0" sldId="271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6:41.035" v="25" actId="20577"/>
        <pc:sldMkLst>
          <pc:docMk/>
          <pc:sldMk cId="0" sldId="328"/>
        </pc:sldMkLst>
        <pc:spChg chg="mod">
          <ac:chgData name="John Tittle" userId="c9414421e32e8042" providerId="LiveId" clId="{48C55722-1884-484D-BEBA-C6DAFFF89F9C}" dt="2026-08-12T13:06:41.035" v="25" actId="20577"/>
          <ac:spMkLst>
            <pc:docMk/>
            <pc:sldMk cId="0" sldId="328"/>
            <ac:spMk id="4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2:27.925" v="5" actId="255"/>
          <ac:spMkLst>
            <pc:docMk/>
            <pc:sldMk cId="0" sldId="328"/>
            <ac:spMk id="6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22.357" v="34" actId="255"/>
        <pc:sldMkLst>
          <pc:docMk/>
          <pc:sldMk cId="0" sldId="335"/>
        </pc:sldMkLst>
        <pc:spChg chg="mod">
          <ac:chgData name="John Tittle" userId="c9414421e32e8042" providerId="LiveId" clId="{48C55722-1884-484D-BEBA-C6DAFFF89F9C}" dt="2026-08-12T16:56:22.357" v="34" actId="255"/>
          <ac:spMkLst>
            <pc:docMk/>
            <pc:sldMk cId="0" sldId="33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28.747" v="4" actId="1076"/>
        <pc:sldMkLst>
          <pc:docMk/>
          <pc:sldMk cId="0" sldId="337"/>
        </pc:sldMkLst>
        <pc:picChg chg="mod">
          <ac:chgData name="John Tittle" userId="c9414421e32e8042" providerId="LiveId" clId="{48C55722-1884-484D-BEBA-C6DAFFF89F9C}" dt="2026-08-12T13:01:28.747" v="4" actId="1076"/>
          <ac:picMkLst>
            <pc:docMk/>
            <pc:sldMk cId="0" sldId="337"/>
            <ac:picMk id="5" creationId="{00000000-0000-0000-0000-000000000000}"/>
          </ac:picMkLst>
        </pc:picChg>
      </pc:sldChg>
      <pc:sldChg chg="modSp mod">
        <pc:chgData name="John Tittle" userId="c9414421e32e8042" providerId="LiveId" clId="{48C55722-1884-484D-BEBA-C6DAFFF89F9C}" dt="2026-08-12T16:59:26.993" v="41" actId="255"/>
        <pc:sldMkLst>
          <pc:docMk/>
          <pc:sldMk cId="0" sldId="340"/>
        </pc:sldMkLst>
        <pc:spChg chg="mod">
          <ac:chgData name="John Tittle" userId="c9414421e32e8042" providerId="LiveId" clId="{48C55722-1884-484D-BEBA-C6DAFFF89F9C}" dt="2026-08-12T16:59:26.993" v="41" actId="255"/>
          <ac:spMkLst>
            <pc:docMk/>
            <pc:sldMk cId="0" sldId="340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07.634" v="43" actId="255"/>
        <pc:sldMkLst>
          <pc:docMk/>
          <pc:sldMk cId="0" sldId="343"/>
        </pc:sldMkLst>
        <pc:spChg chg="mod">
          <ac:chgData name="John Tittle" userId="c9414421e32e8042" providerId="LiveId" clId="{48C55722-1884-484D-BEBA-C6DAFFF89F9C}" dt="2026-08-12T17:01:07.634" v="43" actId="255"/>
          <ac:spMkLst>
            <pc:docMk/>
            <pc:sldMk cId="0" sldId="34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28.623" v="44" actId="255"/>
        <pc:sldMkLst>
          <pc:docMk/>
          <pc:sldMk cId="0" sldId="344"/>
        </pc:sldMkLst>
        <pc:spChg chg="mod">
          <ac:chgData name="John Tittle" userId="c9414421e32e8042" providerId="LiveId" clId="{48C55722-1884-484D-BEBA-C6DAFFF89F9C}" dt="2026-08-12T17:01:28.623" v="44" actId="255"/>
          <ac:spMkLst>
            <pc:docMk/>
            <pc:sldMk cId="0" sldId="34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01.179" v="84" actId="20577"/>
        <pc:sldMkLst>
          <pc:docMk/>
          <pc:sldMk cId="0" sldId="346"/>
        </pc:sldMkLst>
        <pc:spChg chg="mod">
          <ac:chgData name="John Tittle" userId="c9414421e32e8042" providerId="LiveId" clId="{48C55722-1884-484D-BEBA-C6DAFFF89F9C}" dt="2026-08-12T17:03:01.179" v="84" actId="20577"/>
          <ac:spMkLst>
            <pc:docMk/>
            <pc:sldMk cId="0" sldId="34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4:20.092" v="86" actId="255"/>
        <pc:sldMkLst>
          <pc:docMk/>
          <pc:sldMk cId="0" sldId="347"/>
        </pc:sldMkLst>
        <pc:spChg chg="mod">
          <ac:chgData name="John Tittle" userId="c9414421e32e8042" providerId="LiveId" clId="{48C55722-1884-484D-BEBA-C6DAFFF89F9C}" dt="2026-08-12T17:04:20.092" v="86" actId="255"/>
          <ac:spMkLst>
            <pc:docMk/>
            <pc:sldMk cId="0" sldId="34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59.966" v="85" actId="255"/>
        <pc:sldMkLst>
          <pc:docMk/>
          <pc:sldMk cId="0" sldId="349"/>
        </pc:sldMkLst>
        <pc:spChg chg="mod">
          <ac:chgData name="John Tittle" userId="c9414421e32e8042" providerId="LiveId" clId="{48C55722-1884-484D-BEBA-C6DAFFF89F9C}" dt="2026-08-12T17:03:59.966" v="85" actId="255"/>
          <ac:spMkLst>
            <pc:docMk/>
            <pc:sldMk cId="0" sldId="34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37.103" v="88" actId="255"/>
        <pc:sldMkLst>
          <pc:docMk/>
          <pc:sldMk cId="0" sldId="353"/>
        </pc:sldMkLst>
        <pc:spChg chg="mod">
          <ac:chgData name="John Tittle" userId="c9414421e32e8042" providerId="LiveId" clId="{48C55722-1884-484D-BEBA-C6DAFFF89F9C}" dt="2026-08-12T17:05:37.103" v="88" actId="255"/>
          <ac:spMkLst>
            <pc:docMk/>
            <pc:sldMk cId="0" sldId="35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29.079" v="89" actId="255"/>
        <pc:sldMkLst>
          <pc:docMk/>
          <pc:sldMk cId="0" sldId="354"/>
        </pc:sldMkLst>
        <pc:spChg chg="mod">
          <ac:chgData name="John Tittle" userId="c9414421e32e8042" providerId="LiveId" clId="{48C55722-1884-484D-BEBA-C6DAFFF89F9C}" dt="2026-08-12T17:08:29.079" v="89" actId="255"/>
          <ac:spMkLst>
            <pc:docMk/>
            <pc:sldMk cId="0" sldId="35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54.113" v="90" actId="255"/>
        <pc:sldMkLst>
          <pc:docMk/>
          <pc:sldMk cId="0" sldId="356"/>
        </pc:sldMkLst>
        <pc:spChg chg="mod">
          <ac:chgData name="John Tittle" userId="c9414421e32e8042" providerId="LiveId" clId="{48C55722-1884-484D-BEBA-C6DAFFF89F9C}" dt="2026-08-12T17:08:54.113" v="90" actId="255"/>
          <ac:spMkLst>
            <pc:docMk/>
            <pc:sldMk cId="0" sldId="35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09.405" v="91" actId="255"/>
        <pc:sldMkLst>
          <pc:docMk/>
          <pc:sldMk cId="0" sldId="357"/>
        </pc:sldMkLst>
        <pc:spChg chg="mod">
          <ac:chgData name="John Tittle" userId="c9414421e32e8042" providerId="LiveId" clId="{48C55722-1884-484D-BEBA-C6DAFFF89F9C}" dt="2026-08-12T17:09:09.405" v="91" actId="255"/>
          <ac:spMkLst>
            <pc:docMk/>
            <pc:sldMk cId="0" sldId="35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24.932" v="92" actId="255"/>
        <pc:sldMkLst>
          <pc:docMk/>
          <pc:sldMk cId="0" sldId="358"/>
        </pc:sldMkLst>
        <pc:spChg chg="mod">
          <ac:chgData name="John Tittle" userId="c9414421e32e8042" providerId="LiveId" clId="{48C55722-1884-484D-BEBA-C6DAFFF89F9C}" dt="2026-08-12T17:09:24.932" v="92" actId="255"/>
          <ac:spMkLst>
            <pc:docMk/>
            <pc:sldMk cId="0" sldId="35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1:42.432" v="94" actId="255"/>
        <pc:sldMkLst>
          <pc:docMk/>
          <pc:sldMk cId="0" sldId="362"/>
        </pc:sldMkLst>
        <pc:spChg chg="mod">
          <ac:chgData name="John Tittle" userId="c9414421e32e8042" providerId="LiveId" clId="{48C55722-1884-484D-BEBA-C6DAFFF89F9C}" dt="2026-08-12T17:11:42.432" v="94" actId="255"/>
          <ac:spMkLst>
            <pc:docMk/>
            <pc:sldMk cId="0" sldId="3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2:19.976" v="95" actId="255"/>
        <pc:sldMkLst>
          <pc:docMk/>
          <pc:sldMk cId="0" sldId="363"/>
        </pc:sldMkLst>
        <pc:spChg chg="mod">
          <ac:chgData name="John Tittle" userId="c9414421e32e8042" providerId="LiveId" clId="{48C55722-1884-484D-BEBA-C6DAFFF89F9C}" dt="2026-08-12T17:12:19.976" v="95" actId="255"/>
          <ac:spMkLst>
            <pc:docMk/>
            <pc:sldMk cId="0" sldId="36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01.002" v="96" actId="255"/>
        <pc:sldMkLst>
          <pc:docMk/>
          <pc:sldMk cId="0" sldId="364"/>
        </pc:sldMkLst>
        <pc:spChg chg="mod">
          <ac:chgData name="John Tittle" userId="c9414421e32e8042" providerId="LiveId" clId="{48C55722-1884-484D-BEBA-C6DAFFF89F9C}" dt="2026-08-12T17:13:01.002" v="96" actId="255"/>
          <ac:spMkLst>
            <pc:docMk/>
            <pc:sldMk cId="0" sldId="36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13.863" v="97" actId="255"/>
        <pc:sldMkLst>
          <pc:docMk/>
          <pc:sldMk cId="0" sldId="365"/>
        </pc:sldMkLst>
        <pc:spChg chg="mod">
          <ac:chgData name="John Tittle" userId="c9414421e32e8042" providerId="LiveId" clId="{48C55722-1884-484D-BEBA-C6DAFFF89F9C}" dt="2026-08-12T17:13:13.863" v="97" actId="255"/>
          <ac:spMkLst>
            <pc:docMk/>
            <pc:sldMk cId="0" sldId="3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3:25.042" v="7" actId="255"/>
        <pc:sldMkLst>
          <pc:docMk/>
          <pc:sldMk cId="0" sldId="520"/>
        </pc:sldMkLst>
        <pc:spChg chg="mod">
          <ac:chgData name="John Tittle" userId="c9414421e32e8042" providerId="LiveId" clId="{48C55722-1884-484D-BEBA-C6DAFFF89F9C}" dt="2026-08-12T13:03:14.451" v="6" actId="255"/>
          <ac:spMkLst>
            <pc:docMk/>
            <pc:sldMk cId="0" sldId="520"/>
            <ac:spMk id="22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3:25.042" v="7" actId="255"/>
          <ac:spMkLst>
            <pc:docMk/>
            <pc:sldMk cId="0" sldId="520"/>
            <ac:spMk id="221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7:49.209" v="40" actId="1076"/>
        <pc:sldMkLst>
          <pc:docMk/>
          <pc:sldMk cId="0" sldId="522"/>
        </pc:sldMkLst>
        <pc:spChg chg="mod">
          <ac:chgData name="John Tittle" userId="c9414421e32e8042" providerId="LiveId" clId="{48C55722-1884-484D-BEBA-C6DAFFF89F9C}" dt="2026-08-12T16:57:49.209" v="40" actId="1076"/>
          <ac:spMkLst>
            <pc:docMk/>
            <pc:sldMk cId="0" sldId="522"/>
            <ac:spMk id="242" creationId="{00000000-0000-0000-0000-000000000000}"/>
          </ac:spMkLst>
        </pc:spChg>
        <pc:spChg chg="mod">
          <ac:chgData name="John Tittle" userId="c9414421e32e8042" providerId="LiveId" clId="{48C55722-1884-484D-BEBA-C6DAFFF89F9C}" dt="2026-08-12T16:57:19.041" v="35" actId="255"/>
          <ac:spMkLst>
            <pc:docMk/>
            <pc:sldMk cId="0" sldId="522"/>
            <ac:spMk id="243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11.684" v="2" actId="255"/>
        <pc:sldMkLst>
          <pc:docMk/>
          <pc:sldMk cId="0" sldId="523"/>
        </pc:sldMkLst>
        <pc:spChg chg="mod">
          <ac:chgData name="John Tittle" userId="c9414421e32e8042" providerId="LiveId" clId="{48C55722-1884-484D-BEBA-C6DAFFF89F9C}" dt="2026-08-12T13:00:43.184" v="0" actId="255"/>
          <ac:spMkLst>
            <pc:docMk/>
            <pc:sldMk cId="0" sldId="523"/>
            <ac:spMk id="26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0:54.805" v="1" actId="255"/>
          <ac:spMkLst>
            <pc:docMk/>
            <pc:sldMk cId="0" sldId="523"/>
            <ac:spMk id="261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1:11.684" v="2" actId="255"/>
          <ac:spMkLst>
            <pc:docMk/>
            <pc:sldMk cId="0" sldId="523"/>
            <ac:spMk id="26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5:53:10.639" v="32"/>
        <pc:sldMkLst>
          <pc:docMk/>
          <pc:sldMk cId="0" sldId="546"/>
        </pc:sldMkLst>
        <pc:spChg chg="mod">
          <ac:chgData name="John Tittle" userId="c9414421e32e8042" providerId="LiveId" clId="{48C55722-1884-484D-BEBA-C6DAFFF89F9C}" dt="2026-08-12T15:25:26.241" v="28" actId="255"/>
          <ac:spMkLst>
            <pc:docMk/>
            <pc:sldMk cId="0" sldId="546"/>
            <ac:spMk id="231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20T01:26:03.976" v="147"/>
        <pc:sldMkLst>
          <pc:docMk/>
          <pc:sldMk cId="0" sldId="547"/>
        </pc:sldMkLst>
        <pc:spChg chg="mod">
          <ac:chgData name="John Tittle" userId="c9414421e32e8042" providerId="LiveId" clId="{48C55722-1884-484D-BEBA-C6DAFFF89F9C}" dt="2026-08-12T18:13:34.327" v="143" actId="20577"/>
          <ac:spMkLst>
            <pc:docMk/>
            <pc:sldMk cId="0" sldId="547"/>
            <ac:spMk id="240" creationId="{00000000-0000-0000-0000-000000000000}"/>
          </ac:spMkLst>
        </pc:spChg>
      </pc:sldChg>
      <pc:sldChg chg="addSp modSp">
        <pc:chgData name="John Tittle" userId="c9414421e32e8042" providerId="LiveId" clId="{48C55722-1884-484D-BEBA-C6DAFFF89F9C}" dt="2026-08-13T18:04:10.115" v="145"/>
        <pc:sldMkLst>
          <pc:docMk/>
          <pc:sldMk cId="0" sldId="548"/>
        </pc:sldMkLst>
        <pc:picChg chg="add mod">
          <ac:chgData name="John Tittle" userId="c9414421e32e8042" providerId="LiveId" clId="{48C55722-1884-484D-BEBA-C6DAFFF89F9C}" dt="2026-08-13T18:04:10.115" v="145"/>
          <ac:picMkLst>
            <pc:docMk/>
            <pc:sldMk cId="0" sldId="548"/>
            <ac:picMk id="5" creationId="{57A95D7D-1063-6D30-607C-E5502D8C3B9D}"/>
          </ac:picMkLst>
        </pc:picChg>
      </pc:sldChg>
      <pc:sldChg chg="add">
        <pc:chgData name="John Tittle" userId="c9414421e32e8042" providerId="LiveId" clId="{48C55722-1884-484D-BEBA-C6DAFFF89F9C}" dt="2026-08-20T01:30:35.577" v="148"/>
        <pc:sldMkLst>
          <pc:docMk/>
          <pc:sldMk cId="2484547825" sldId="553"/>
        </pc:sldMkLst>
      </pc:sldChg>
      <pc:sldChg chg="modNotes">
        <pc:chgData name="John Tittle" userId="c9414421e32e8042" providerId="LiveId" clId="{48C55722-1884-484D-BEBA-C6DAFFF89F9C}" dt="2026-08-20T14:52:01.337" v="149" actId="20577"/>
        <pc:sldMkLst>
          <pc:docMk/>
          <pc:sldMk cId="0" sldId="554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1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5.xml"/><Relationship Id="rId1" Type="http://schemas.openxmlformats.org/officeDocument/2006/relationships/notesMaster" Target="../notesMasters/notesMaster1.xml"/></Relationships>
</file>

<file path=ppt/notesSlides/_rels/notesSlide1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6.xml"/><Relationship Id="rId1" Type="http://schemas.openxmlformats.org/officeDocument/2006/relationships/notesMaster" Target="../notesMasters/notesMaster1.xml"/></Relationships>
</file>

<file path=ppt/notesSlides/_rels/notesSlide1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7.xml"/><Relationship Id="rId1" Type="http://schemas.openxmlformats.org/officeDocument/2006/relationships/notesMaster" Target="../notesMasters/notesMaster1.xml"/></Relationships>
</file>

<file path=ppt/notesSlides/_rels/notesSlide1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8.xml"/><Relationship Id="rId1" Type="http://schemas.openxmlformats.org/officeDocument/2006/relationships/notesMaster" Target="../notesMasters/notesMaster1.xml"/></Relationships>
</file>

<file path=ppt/notesSlides/_rels/notesSlide1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9.xml"/><Relationship Id="rId1" Type="http://schemas.openxmlformats.org/officeDocument/2006/relationships/notesMaster" Target="../notesMasters/notesMaster1.xml"/></Relationships>
</file>

<file path=ppt/notesSlides/_rels/notesSlide1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0.xml"/><Relationship Id="rId1" Type="http://schemas.openxmlformats.org/officeDocument/2006/relationships/notesMaster" Target="../notesMasters/notesMaster1.xml"/></Relationships>
</file>

<file path=ppt/notesSlides/_rels/notesSlide1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1.xml"/><Relationship Id="rId1" Type="http://schemas.openxmlformats.org/officeDocument/2006/relationships/notesMaster" Target="../notesMasters/notesMaster1.xml"/></Relationships>
</file>

<file path=ppt/notesSlides/_rels/notesSlide1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2.xml"/><Relationship Id="rId1" Type="http://schemas.openxmlformats.org/officeDocument/2006/relationships/notesMaster" Target="../notesMasters/notesMaster1.xml"/></Relationships>
</file>

<file path=ppt/notesSlides/_rels/notesSlide1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3.xml"/><Relationship Id="rId1" Type="http://schemas.openxmlformats.org/officeDocument/2006/relationships/notesMaster" Target="../notesMasters/notesMaster1.xml"/></Relationships>
</file>

<file path=ppt/notesSlides/_rels/notesSlide1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4.xml"/><Relationship Id="rId1" Type="http://schemas.openxmlformats.org/officeDocument/2006/relationships/notesMaster" Target="../notesMasters/notesMaster1.xml"/></Relationships>
</file>

<file path=ppt/notesSlides/_rels/notesSlide1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5.xml"/><Relationship Id="rId1" Type="http://schemas.openxmlformats.org/officeDocument/2006/relationships/notesMaster" Target="../notesMasters/notesMaster1.xml"/></Relationships>
</file>

<file path=ppt/notesSlides/_rels/notesSlide1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6.xml"/><Relationship Id="rId1" Type="http://schemas.openxmlformats.org/officeDocument/2006/relationships/notesMaster" Target="../notesMasters/notesMaster1.xml"/></Relationships>
</file>

<file path=ppt/notesSlides/_rels/notesSlide1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DECK TITLE · pre-session · DIVIDER</a:t>
            </a:r>
          </a:p>
          <a:p>
            <a:r>
              <a:rPr lang="en-US" sz="1200"/>
              <a:t>On screen as the room assembles on night one. All Scripture ESV; the plans carry the scripts; these slides carry the room — and these notes carry you.</a:t>
            </a:r>
          </a:p>
        </p:txBody>
      </p:sp>
    </p:spTree>
  </p:cSld>
  <p:clrMapOvr>
    <a:masterClrMapping/>
  </p:clrMapOvr>
</p:notes>
</file>

<file path=ppt/notesSlides/notesSlide1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S15 · pre-session · DIVIDER</a:t>
            </a:r>
          </a:p>
          <a:p>
            <a:r>
              <a:rPr lang="en-US" sz="1200"/>
              <a:t>On screen through dinner and as the circle forms. Greet at the door — the slide holds the room.</a:t>
            </a:r>
          </a:p>
        </p:txBody>
      </p:sp>
    </p:spTree>
  </p:cSld>
  <p:clrMapOvr>
    <a:masterClrMapping/>
  </p:clrMapOvr>
</p:notes>
</file>

<file path=ppt/notesSlides/notesSlide1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S15 · 7:00–7:08 · LEAD: CONTAINER HOLDER · TEEN-LED (CiF)</a:t>
            </a:r>
          </a:p>
          <a:p>
            <a:r>
              <a:rPr lang="en-US" sz="1200"/>
              <a:t>BEATS: 1. The Companion-in-Formation carries today's rhythm arc — their fourth and final lead before Week 22; the Four Questions block belongs to the Lead Companion by design. 2. Frame the night: fourteen weeks of practices stop being something we come to and become something we carry — build your own rhythm in your own handwriting; then the parents receive the bravest homework of the series. 3. Name the gap warmly: the break is coming; momentum does not survive gaps — a rhythm does.</a:t>
            </a:r>
          </a:p>
          <a:p>
            <a:r>
              <a:rPr lang="en-US" sz="1200"/>
              <a:t>CUES: The Lead Companion sits where the senior can find their eyes all night.</a:t>
            </a:r>
          </a:p>
        </p:txBody>
      </p:sp>
    </p:spTree>
  </p:cSld>
  <p:clrMapOvr>
    <a:masterClrMapping/>
  </p:clrMapOvr>
</p:notes>
</file>

<file path=ppt/notesSlides/notesSlide1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S15 · 7:00–7:08 · LEAD: CONTAINER HOLDER · TEEN-LED (CiF, from memory)</a:t>
            </a:r>
          </a:p>
          <a:p>
            <a:r>
              <a:rPr lang="en-US" sz="1200"/>
              <a:t>BEATS: 1. The senior opens from memory: blessing first, then the container — Safe, Present, Clear, Intentional, same as every week. 2. Two things today: your rhythm, your handwriting; then four questions for the parents. 3. Unhurried — this is their ninth or tenth container rep, and Week 22 will ask for it in public.</a:t>
            </a:r>
          </a:p>
          <a:p>
            <a:r>
              <a:rPr lang="en-US" sz="1200"/>
              <a:t>CUES: Lead Companion in the senior's eyeline. Anything heavy is the adults' to hold — the senior never carries it.</a:t>
            </a:r>
          </a:p>
        </p:txBody>
      </p:sp>
    </p:spTree>
  </p:cSld>
  <p:clrMapOvr>
    <a:masterClrMapping/>
  </p:clrMapOvr>
</p:notes>
</file>

<file path=ppt/notesSlides/notesSlide1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S15 · 7:25–7:29 · LEAD: CONTENT PRESENTER (Lead Companion)</a:t>
            </a:r>
          </a:p>
          <a:p>
            <a:r>
              <a:rPr lang="en-US" sz="1200"/>
              <a:t>BEATS: 1. Finish the Mission week: anyone whose downhill answer was unfinished, or has changed shape since — one sentence, now, to the room. 2. Receive each without commentary; the answers carry forward to the Week 21 commissioning. 3. Then the practice check, ninety seconds: one sentence on the one small action.</a:t>
            </a:r>
          </a:p>
          <a:p>
            <a:r>
              <a:rPr lang="en-US" sz="1200"/>
              <a:t>CUES: The arranged parent starts the round (Run Card) — never a cold call on a teen; teens choose their depth; pass anytime.</a:t>
            </a:r>
          </a:p>
        </p:txBody>
      </p:sp>
    </p:spTree>
  </p:cSld>
  <p:clrMapOvr>
    <a:masterClrMapping/>
  </p:clrMapOvr>
</p:notes>
</file>

<file path=ppt/notesSlides/notesSlide1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S15 · 7:29–7:36 · LEAD: CONTENT PRESENTER · TEEN-LED (CiF)</a:t>
            </a:r>
          </a:p>
          <a:p>
            <a:r>
              <a:rPr lang="en-US" sz="1200"/>
              <a:t>BEATS: 1. Read Galatians 6:9 slowly. 2. Teach it: Paul assumes the weariness; the condition is not giving up; the season is His — the not-giving-up is ours. Nobody white-knuckles through years; people with a rhythm walk through years. 3. Name the break plainly: for twelve weeks the room carried the practices; over the break there is no evenings. What crosses a gap is not momentum — it is a rhythm built on purpose, today, before the gap.</a:t>
            </a:r>
          </a:p>
          <a:p>
            <a:r>
              <a:rPr lang="en-US" sz="1200"/>
              <a:t>GUARD: For some families the breaks ARE the dry season — name that warmly from the front; leadsanions watch who flinches when it is named.</a:t>
            </a:r>
          </a:p>
        </p:txBody>
      </p:sp>
    </p:spTree>
  </p:cSld>
  <p:clrMapOvr>
    <a:masterClrMapping/>
  </p:clrMapOvr>
</p:notes>
</file>

<file path=ppt/notesSlides/notesSlide1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S15 · 7:36–7:39 · LEAD: CONTENT PRESENTER · TEEN-LED (CiF)</a:t>
            </a:r>
          </a:p>
          <a:p>
            <a:r>
              <a:rPr lang="en-US" sz="1200"/>
              <a:t>BEATS: 1. Rhythm Cards out of the folders: Daily (morning question, evening note, PROAPT if the season allows), Weekly (one named person, a sabbath rhythm), Monthly (clearing time, Four-Connects review), Seasonally. Nothing new — you are choosing what you actually take with you. 2. State the honesty rule; it is the whole exercise: write the rhythm you will actually keep, not the one that impresses you. 3. The starter floor is two practices, six minutes a day — six honest minutes is a real rhythm. 4. After the founder's morning-flow moment (next slide), send the pairs: families together, own handwriting. Go.</a:t>
            </a:r>
          </a:p>
        </p:txBody>
      </p:sp>
    </p:spTree>
  </p:cSld>
  <p:clrMapOvr>
    <a:masterClrMapping/>
  </p:clrMapOvr>
</p:notes>
</file>

<file path=ppt/notesSlides/notesSlide1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S15 · 7:36–7:39 · LEAD: CONTENT PRESENTER (90 seconds inside the card intro)</a:t>
            </a:r>
          </a:p>
          <a:p>
            <a:r>
              <a:rPr lang="en-US" sz="1200"/>
              <a:t>BEATS: 1. Show where a kept card can go — four images, prayed in the same order every morning for years. 2. Walk them: a bench above an evening valley — drawn into God, grounded; a quiet chair with an open Bible — listening for His voice today; rings widening on still water — being changed, ripples reaching people never traced; a hiker mid-leap rock to rock — into the day, certain at each point. Grounding. Hearing. Changing. Leaping. 3. The invitation — never an assignment: as you keep your card, watch for your own four images; the journal has a page waiting.</a:t>
            </a:r>
          </a:p>
          <a:p>
            <a:r>
              <a:rPr lang="en-US" sz="1200"/>
              <a:t>SUB: These are John's images and John's morning flow, kept for years — present them AS his: this is our founder's rhythm; nobody assigned him these pictures — they became his by keeping them. Do not claim it as yours. Then the invitation stands unchanged.</a:t>
            </a:r>
          </a:p>
        </p:txBody>
      </p:sp>
    </p:spTree>
  </p:cSld>
  <p:clrMapOvr>
    <a:masterClrMapping/>
  </p:clrMapOvr>
</p:notes>
</file>

<file path=ppt/notesSlides/notesSlide1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S15 · 7:39–7:58 · LEAD: CONTENT PRESENTER · FAMILY PAIRS</a:t>
            </a:r>
          </a:p>
          <a:p>
            <a:r>
              <a:rPr lang="en-US" sz="1200"/>
              <a:t>BEATS: 1. Everyone builds H15.2 in their own handwriting — never typed, never filled in for anyone; families build side by side. 2. Coach specificity: 'morning question, 6:50, kitchen table, before my phone' is a rhythm; a wish is not. 3. Coach DOWN, not up: which two survive exam season? Start there — the card lets you add later. 4. The weekly-partner line is the most important line on the sheet: an actual name. 5. Close with each person reading their daily line aloud to the pair.</a:t>
            </a:r>
          </a:p>
          <a:p>
            <a:r>
              <a:rPr lang="en-US" sz="1200"/>
              <a:t>CUES: A parent reads first — arranged ahead (Run Card), never a cold call on a teen; pass anytime.</a:t>
            </a:r>
          </a:p>
          <a:p>
            <a:r>
              <a:rPr lang="en-US" sz="1200"/>
              <a:t>GUARD: A blank weekly line usually means 'nobody would want the job' — don't fix it in the pair; note it for follow-up. Anything heavy goes to the adult after the pair closes.</a:t>
            </a:r>
          </a:p>
        </p:txBody>
      </p:sp>
    </p:spTree>
  </p:cSld>
  <p:clrMapOvr>
    <a:masterClrMapping/>
  </p:clrMapOvr>
</p:notes>
</file>

<file path=ppt/notesSlides/notesSlide1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S15 · 7:58–8:20 · LEAD: CONTENT PRESENTER · LEAD COMPANION (senior sits as a member)</a:t>
            </a:r>
          </a:p>
          <a:p>
            <a:r>
              <a:rPr lang="en-US" sz="1200"/>
              <a:t>BEATS: 1. Four questions on the board, in order, aloud — H15.3 has them exact. 2. Name the rehearsal: the weekly feedback round trained this posture. 3. The story (SUB). 4. Commission the willing; the card home in a parent's hand.</a:t>
            </a:r>
          </a:p>
          <a:p>
            <a:r>
              <a:rPr lang="en-US" sz="1200"/>
              <a:t>GUARD: Willing-only BOTH directions — pass is a full answer at home; alarm on a teen's face = repeat the guard 1:1 before they leave. Receive without defending; never punish an answer later; not ready means wait. Invisible by default — no audits. A letter counts; 'not yet' counts. Abuse or self-harm = Section 6. If it lands on someone mid-block, the second adult moves to them; keep presenting.</a:t>
            </a:r>
          </a:p>
          <a:p>
            <a:r>
              <a:rPr lang="en-US" sz="1200"/>
              <a:t>SUB: The block ends in the founder's own story of asking these at home. Summarize that John has done this himself — he never once regretted asking — or tell your own if you truly have one. Never claim his.</a:t>
            </a:r>
          </a:p>
        </p:txBody>
      </p:sp>
    </p:spTree>
  </p:cSld>
  <p:clrMapOvr>
    <a:masterClrMapping/>
  </p:clrMapOvr>
</p:notes>
</file>

<file path=ppt/notesSlides/notesSlide1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S15 · 8:24–8:28 · LEAD: BOTH LEADERS</a:t>
            </a:r>
          </a:p>
          <a:p>
            <a:r>
              <a:rPr lang="en-US" sz="1200"/>
              <a:t>BEATS: 1. The senior answers first — went well, do differently, what I'd tell someone teaching this. 2. The Lead Companion answers the two questions for the parts they carried. 3. The room, same two questions — two or three voices each. 4. Close by naming one thing the team watched grow across all four of the senior's leads — and say aloud that the room just heard what this round has been rehearsing all along. It sets the table for Week 22.</a:t>
            </a:r>
          </a:p>
          <a:p>
            <a:r>
              <a:rPr lang="en-US" sz="1200"/>
              <a:t>GUARD: Receive without defending — 'thank you' is the whole response.</a:t>
            </a:r>
          </a:p>
        </p:txBody>
      </p:sp>
    </p:spTree>
  </p:cSld>
  <p:clrMapOvr>
    <a:masterClrMapping/>
  </p:clrMapOvr>
</p:notes>
</file>

<file path=ppt/notesSlides/notesSlide1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S15 · 8:28–8:30 · LEAD: CONTAINER HOLDER (CiF opens, Lead Companion closes)</a:t>
            </a:r>
          </a:p>
          <a:p>
            <a:r>
              <a:rPr lang="en-US" sz="1200"/>
              <a:t>BEATS: 1. Practice, two pieces: for the willing, the four questions at home — the guards are on the card in their hand; for everyone, run the Rhythm Card as built and journal where it held and slipped — no guilt-engine. 2. The returning rule: miss a day, begin again on the next available day; returning, not streaks. 3. Name what happened today: a rhythm built by your own hand, and some houses about to have their most honest conversation in years. 4. Aaronic blessing — the senior speaks it, their last as a Companion-in-Formation.</a:t>
            </a:r>
          </a:p>
        </p:txBody>
      </p:sp>
    </p:spTree>
  </p:cSld>
  <p:clrMapOvr>
    <a:masterClrMapping/>
  </p:clrMapOvr>
</p:notes>
</file>

<file path=ppt/notesSlides/notesSlide1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S15 · 8:28–8:30 · LEAD: CONTAINER HOLDER</a:t>
            </a:r>
          </a:p>
          <a:p>
            <a:r>
              <a:rPr lang="en-US" sz="1200"/>
              <a:t>BEATS: 1. The Four Questions, willing only: unhurried, no audience, phone away, one person at a time; married parents also ask their spouse, separately. 2. Run the Rhythm Card as built — the break is its first field test. 3. One journal line a day: where it held, where it slipped — slips are data, not verdicts; nobody collects the journal. 4. The returning rule: begin again on the next available day.</a:t>
            </a:r>
          </a:p>
          <a:p>
            <a:r>
              <a:rPr lang="en-US" sz="1200"/>
              <a:t>GUARD: 'Not yet' is a full answer for everyone, and next week's check-in audits nothing.</a:t>
            </a:r>
          </a:p>
        </p:txBody>
      </p:sp>
    </p:spTree>
  </p:cSld>
  <p:clrMapOvr>
    <a:masterClrMapping/>
  </p:clrMapOvr>
</p:notes>
</file>

<file path=ppt/notesSlides/notesSlide1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S15 · 8:28–8:30 · LEAD: CONTAINER HOLDER</a:t>
            </a:r>
          </a:p>
          <a:p>
            <a:r>
              <a:rPr lang="en-US" sz="1200"/>
              <a:t>BEATS: 1. The check card rows: your own Rhythm Card dailies, plus one journal line on holds and slips. 2. The one-time boxes are willing-only: the four questions asked of your teen, and separately of your spouse — only if both willing; 'not yet' counts. 3. A missed box is never failure — an invitation to return; come back evenings either way.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1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jpg"/><Relationship Id="rId2" Type="http://schemas.openxmlformats.org/officeDocument/2006/relationships/notesSlide" Target="../notesSlides/notesSlide183.xml"/><Relationship Id="rId1" Type="http://schemas.openxmlformats.org/officeDocument/2006/relationships/slideLayout" Target="../slideLayouts/slideLayout7.xml"/></Relationships>
</file>

<file path=ppt/slides/_rels/slide1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184.xml"/><Relationship Id="rId1" Type="http://schemas.openxmlformats.org/officeDocument/2006/relationships/slideLayout" Target="../slideLayouts/slideLayout7.xml"/></Relationships>
</file>

<file path=ppt/slides/_rels/slide1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5.xml"/><Relationship Id="rId1" Type="http://schemas.openxmlformats.org/officeDocument/2006/relationships/slideLayout" Target="../slideLayouts/slideLayout7.xml"/></Relationships>
</file>

<file path=ppt/slides/_rels/slide1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6.xml"/><Relationship Id="rId1" Type="http://schemas.openxmlformats.org/officeDocument/2006/relationships/slideLayout" Target="../slideLayouts/slideLayout7.xml"/></Relationships>
</file>

<file path=ppt/slides/_rels/slide1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7.xml"/><Relationship Id="rId1" Type="http://schemas.openxmlformats.org/officeDocument/2006/relationships/slideLayout" Target="../slideLayouts/slideLayout7.xml"/></Relationships>
</file>

<file path=ppt/slides/_rels/slide1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8.xml"/><Relationship Id="rId1" Type="http://schemas.openxmlformats.org/officeDocument/2006/relationships/slideLayout" Target="../slideLayouts/slideLayout7.xml"/></Relationships>
</file>

<file path=ppt/slides/_rels/slide19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jpg"/><Relationship Id="rId2" Type="http://schemas.openxmlformats.org/officeDocument/2006/relationships/notesSlide" Target="../notesSlides/notesSlide189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5.jpg"/><Relationship Id="rId5" Type="http://schemas.openxmlformats.org/officeDocument/2006/relationships/image" Target="../media/image54.jpg"/><Relationship Id="rId4" Type="http://schemas.openxmlformats.org/officeDocument/2006/relationships/image" Target="../media/image53.jpg"/></Relationships>
</file>

<file path=ppt/slides/_rels/slide1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0.xml"/><Relationship Id="rId1" Type="http://schemas.openxmlformats.org/officeDocument/2006/relationships/slideLayout" Target="../slideLayouts/slideLayout7.xml"/></Relationships>
</file>

<file path=ppt/slides/_rels/slide1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1.xml"/><Relationship Id="rId1" Type="http://schemas.openxmlformats.org/officeDocument/2006/relationships/slideLayout" Target="../slideLayouts/slideLayout7.xml"/></Relationships>
</file>

<file path=ppt/slides/_rels/slide19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notesSlide" Target="../notesSlides/notesSlide192.xml"/><Relationship Id="rId1" Type="http://schemas.openxmlformats.org/officeDocument/2006/relationships/slideLayout" Target="../slideLayouts/slideLayout7.xml"/></Relationships>
</file>

<file path=ppt/slides/_rels/slide1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3.xml"/><Relationship Id="rId1" Type="http://schemas.openxmlformats.org/officeDocument/2006/relationships/slideLayout" Target="../slideLayouts/slideLayout7.xml"/></Relationships>
</file>

<file path=ppt/slides/_rels/slide19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g"/><Relationship Id="rId2" Type="http://schemas.openxmlformats.org/officeDocument/2006/relationships/notesSlide" Target="../notesSlides/notesSlide194.xml"/><Relationship Id="rId1" Type="http://schemas.openxmlformats.org/officeDocument/2006/relationships/slideLayout" Target="../slideLayouts/slideLayout7.xml"/></Relationships>
</file>

<file path=ppt/slides/_rels/slide19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notesSlide" Target="../notesSlides/notesSlide195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trai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418285"/>
            <a:ext cx="3291840" cy="4021429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914400" y="1920240"/>
            <a:ext cx="72237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Fellowship of the Heart</a:t>
            </a:r>
          </a:p>
          <a:p>
            <a:pPr algn="l">
              <a:spcAft>
                <a:spcPts val="600"/>
              </a:spcAft>
            </a:pPr>
            <a:r>
              <a:rPr sz="2000" b="0" i="1">
                <a:solidFill>
                  <a:srgbClr val="E4EFDA"/>
                </a:solidFill>
                <a:latin typeface="Calibri"/>
              </a:rPr>
              <a:t>Getting Started — the Four Connects, walked around the table on alternating evenings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97BC62"/>
                </a:solidFill>
                <a:latin typeface="Calibri"/>
              </a:rPr>
              <a:t>Evening Series 2026–27  ·  at the Tittle home  ·  v1.5E DRAFT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94360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All Scripture: ESV  ·  The Companion lesson plans carry the full scripts — these slides carry the room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SESSION 15</a:t>
            </a:r>
          </a:p>
          <a:p>
            <a:pPr algn="l">
              <a:spcAft>
                <a:spcPts val="1000"/>
              </a:spcAft>
            </a:pPr>
            <a:r>
              <a:rPr sz="3300" b="1" i="0">
                <a:solidFill>
                  <a:srgbClr val="2C5F2D"/>
                </a:solidFill>
                <a:latin typeface="Cambria"/>
              </a:rPr>
              <a:t>The Rhythm and the Four Questions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595959"/>
                </a:solidFill>
                <a:latin typeface="Calibri"/>
              </a:rPr>
              <a:t>The long walk installed before the sending — and four questions a parent dares to ask at their own kitchen table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1264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595959"/>
                </a:solidFill>
                <a:latin typeface="Calibri"/>
              </a:rPr>
              <a:t>Quarter 3: Mission &amp; Rhythm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185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1" descr="a long open road running to the horizon in early morning ligh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630118"/>
            <a:ext cx="5394960" cy="3597763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Session 15 — Tonight’s Road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70408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1   </a:t>
            </a:r>
            <a:r>
              <a:rPr sz="2800">
                <a:solidFill>
                  <a:srgbClr val="222B22"/>
                </a:solidFill>
                <a:latin typeface="Calibri"/>
              </a:rPr>
              <a:t>Welcome and centering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2   </a:t>
            </a:r>
            <a:r>
              <a:rPr sz="2800">
                <a:solidFill>
                  <a:srgbClr val="222B22"/>
                </a:solidFill>
                <a:latin typeface="Calibri"/>
              </a:rPr>
              <a:t>Week 13 completion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3   </a:t>
            </a:r>
            <a:r>
              <a:rPr sz="2800">
                <a:solidFill>
                  <a:srgbClr val="222B22"/>
                </a:solidFill>
                <a:latin typeface="Calibri"/>
              </a:rPr>
              <a:t>The long walk — Gal. 6:9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4   </a:t>
            </a:r>
            <a:r>
              <a:rPr sz="2800">
                <a:solidFill>
                  <a:srgbClr val="222B22"/>
                </a:solidFill>
                <a:latin typeface="Calibri"/>
              </a:rPr>
              <a:t>The Rhythm Card introduced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5   </a:t>
            </a:r>
            <a:r>
              <a:rPr sz="2800">
                <a:solidFill>
                  <a:srgbClr val="222B22"/>
                </a:solidFill>
                <a:latin typeface="Calibri"/>
              </a:rPr>
              <a:t>Building your Rhythm Card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6   </a:t>
            </a:r>
            <a:r>
              <a:rPr sz="2800">
                <a:solidFill>
                  <a:srgbClr val="222B22"/>
                </a:solidFill>
                <a:latin typeface="Calibri"/>
              </a:rPr>
              <a:t>The Four Questions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7   </a:t>
            </a:r>
            <a:r>
              <a:rPr sz="2800">
                <a:solidFill>
                  <a:srgbClr val="222B22"/>
                </a:solidFill>
                <a:latin typeface="Calibri"/>
              </a:rPr>
              <a:t>The Leader Feedback Round — both leaders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8   </a:t>
            </a:r>
            <a:r>
              <a:rPr sz="2800">
                <a:solidFill>
                  <a:srgbClr val="222B22"/>
                </a:solidFill>
                <a:latin typeface="Calibri"/>
              </a:rPr>
              <a:t>Between-week practice — the Rhythm Card begins; the Four Questions go home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9   </a:t>
            </a:r>
            <a:r>
              <a:rPr sz="2800">
                <a:solidFill>
                  <a:srgbClr val="222B22"/>
                </a:solidFill>
                <a:latin typeface="Calibri"/>
              </a:rPr>
              <a:t>Closing container + Aaronic blessing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186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1" name="Picture 31" descr="the open container bow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1554480"/>
            <a:ext cx="3017520" cy="45262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Opening Container — the Eight Steps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Welcome — five minutes to open the container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Phones silenced and put away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Stand in a circle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One-word check-in — how you actually are, right now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Put out / bring in — set something down; bring a blessing in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Spoken commitment: “I am here. I am paying attention. I am willing to be moved.”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7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Opening prayer — “Holy Spirit, you are welcome here. Speak. We are listening.”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8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Sit. Begin.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187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Week 13 Completion — Finishing the Mission Week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“Before we walk forward, we finish the Mission week” — unfinished downhill answers finish here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weeks of living with the question usually deepens it — one sentence, now, to the room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A parent opens the round; teens choose their own depth after — pass-anytime holds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answers carry forward to the Week 21 commissioning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Practice check: one small action aligned with your downhill mission — ninety seconds, one sentence on what happened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188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Long Walk — Galatians 6:9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condition is not “if we feel it.” It is “if we do not give up” — Paul assumes the weariness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reaping is tied to the season, and the season is God's — our part is the not-giving-up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Nobody white-knuckles their way through years; people with a rhythm walk through years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break is coming — what carries the practices across a gap is not momentum; it is a rhythm you built on purpose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So we build it tonight, before the gap, not after it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19456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GALATIANS 6:9 (ESV)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“And let us not grow weary of doing good, for in due season we will reap, if we do not give up.”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189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Rhythm Card Introduced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 whole series folded into one page — you have already received every practice on this card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Daily — the morning question, the evening journal note, PROAPT if the season allows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Weekly — one specific person who knows what you are working on, and a sabbath rhythm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Monthly — a clearing time and a Four-Connects review. Seasonally — the deeper work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One rule for the build: “write the rhythm you will actually keep, not the one that impresses you”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 starter plan begins with two practices totaling six minutes a day — six honest minutes is a real rhythm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190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A Rhythm You Can See — One Morning Flow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191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100" name="Flow 1" descr="a bench above an evening valle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691640"/>
            <a:ext cx="2450592" cy="3264408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110" name="Cap 1"/>
          <p:cNvSpPr txBox="1"/>
          <p:nvPr/>
        </p:nvSpPr>
        <p:spPr>
          <a:xfrm>
            <a:off x="822960" y="5047488"/>
            <a:ext cx="2450592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800" b="1">
                <a:solidFill>
                  <a:srgbClr val="97BC62"/>
                </a:solidFill>
                <a:latin typeface="Calibri"/>
              </a:rPr>
              <a:t>GROUNDED</a:t>
            </a:r>
          </a:p>
        </p:txBody>
      </p:sp>
      <p:pic>
        <p:nvPicPr>
          <p:cNvPr id="101" name="Flow 2" descr="an open Bible beside a quiet chair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02152" y="1691640"/>
            <a:ext cx="2450592" cy="3264408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111" name="Cap 2"/>
          <p:cNvSpPr txBox="1"/>
          <p:nvPr/>
        </p:nvSpPr>
        <p:spPr>
          <a:xfrm>
            <a:off x="3502152" y="5047488"/>
            <a:ext cx="2450592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800" b="1">
                <a:solidFill>
                  <a:srgbClr val="97BC62"/>
                </a:solidFill>
                <a:latin typeface="Calibri"/>
              </a:rPr>
              <a:t>LISTENING</a:t>
            </a:r>
          </a:p>
        </p:txBody>
      </p:sp>
      <p:pic>
        <p:nvPicPr>
          <p:cNvPr id="102" name="Flow 3" descr="rings widening on still water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81344" y="1691640"/>
            <a:ext cx="2450592" cy="3264408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112" name="Cap 3"/>
          <p:cNvSpPr txBox="1"/>
          <p:nvPr/>
        </p:nvSpPr>
        <p:spPr>
          <a:xfrm>
            <a:off x="6181344" y="5047488"/>
            <a:ext cx="2450592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800" b="1">
                <a:solidFill>
                  <a:srgbClr val="97BC62"/>
                </a:solidFill>
                <a:latin typeface="Calibri"/>
              </a:rPr>
              <a:t>CHANGED, RIPPLING</a:t>
            </a:r>
          </a:p>
        </p:txBody>
      </p:sp>
      <p:pic>
        <p:nvPicPr>
          <p:cNvPr id="103" name="Flow 4" descr="a hiker leaping between two rocks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60536" y="1691640"/>
            <a:ext cx="2450592" cy="3264408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113" name="Cap 4"/>
          <p:cNvSpPr txBox="1"/>
          <p:nvPr/>
        </p:nvSpPr>
        <p:spPr>
          <a:xfrm>
            <a:off x="8860536" y="5047488"/>
            <a:ext cx="2450592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800" b="1">
                <a:solidFill>
                  <a:srgbClr val="97BC62"/>
                </a:solidFill>
                <a:latin typeface="Calibri"/>
              </a:rPr>
              <a:t>LEAPING</a:t>
            </a:r>
          </a:p>
        </p:txBody>
      </p:sp>
      <p:sp>
        <p:nvSpPr>
          <p:cNvPr id="120" name="FlowLine"/>
          <p:cNvSpPr txBox="1"/>
          <p:nvPr/>
        </p:nvSpPr>
        <p:spPr>
          <a:xfrm>
            <a:off x="822960" y="5623560"/>
            <a:ext cx="105156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i="1">
                <a:solidFill>
                  <a:srgbClr val="222B22"/>
                </a:solidFill>
                <a:latin typeface="Calibri"/>
              </a:rPr>
              <a:t>The founder’s own morning flow — four images, one motto, kept for years. Yours will look different. The journal has a page waiting for it.</a:t>
            </a:r>
          </a:p>
        </p:txBody>
      </p:sp>
    </p:spTree>
  </p:cSld>
  <p:clrMapOvr>
    <a:masterClrMapping/>
  </p:clrMapOvr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Building Your Rhythm Card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Twenty minutes in pairs — in your own handwriting, on the build sheet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Specific beats vague — “morning question, 6:50, kitchen table, before my phone” is a rhythm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The weekly partner line is the most important line on the sheet — name an actual person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Build down, not up — which two practices survive exam season? Start there; the card lets you add later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Close: each participant reads their daily line aloud to the pair — a parent first; pass-anytime holds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192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Four Questions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Parents, this next part is for you — nobody answers tonight. This week, at home, for the willing: unhurried, no audience, phone away, yours first</a:t>
            </a:r>
          </a:p>
          <a:p>
            <a:pPr marL="342900" indent="-34290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What has it been like to live with me all these years?</a:t>
            </a:r>
          </a:p>
          <a:p>
            <a:pPr marL="342900" indent="-34290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What have been my messages to you?</a:t>
            </a:r>
          </a:p>
          <a:p>
            <a:pPr marL="342900" indent="-34290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How have I wounded you?</a:t>
            </a:r>
          </a:p>
          <a:p>
            <a:pPr marL="342900" indent="-34290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What would you like from me going forward?</a:t>
            </a:r>
          </a:p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The guards — willing only, both directions; receive without defending (listening questions and “thank you” only); invisible by default; a letter counts; the Section 6 boundary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19456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PSALM 139:23–24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Asked of God, it is worship. Asked of your family, it is the bravest form of the same prayer.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James 1:19 — quick to hear, slow to speak.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193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Leader Feedback 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rounds, same as every session — the container holder first, then the content presenter: three things each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 think went well tonight: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I’d do differently next time: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“If I were to teach tonight’s process to someone, I would tell them: ______”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the room — the same two questions about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leaders receive without defending — “thank you” is the whole response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194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compass on the trail - the weekly bearing chec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160" y="1463040"/>
            <a:ext cx="3259831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Closing the Container + Aaronic Blessing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We close the way we opened — the container, six steps: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Stand again — same circle, same posture as the open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One-word landing — compare it to your opening word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thing you are taking from tonight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practice — committed aloud, or modified to one you will actually keep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Blessings — specific, witnessed, short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Closing prayer — and the Aaronic blessing, spoken over each other, face to face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92608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THE AARONIC BLESSING — NUMBERS 6:24–26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 Lord bless you and keep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make his face to shine upon you, and be gracious to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lift up his countenance upon you, and give you peace.”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195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Homework — Two Weeks, Four Parts — This Week and Across the Break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 Four Questions (for the willing) — the parent asks their teen at home; married parents also ask their spouse, separately. “Not yet” is a full answer for everyone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Run the Rhythm Card as built — for real, at the times and places written on it; the break is its first field test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Journal the holds and the slips — one line a day; no fixing, no guilt-engine. The slips are data, not verdicts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 returning rule — miss a day: begin again on the next available day. Do not start over; do not double up. Returning is the goal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 morning question and evening note continue inside the rhythm — the practices have stopped being assignments and become a life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196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seedling - what grows between Wednesday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Your Take-Home Card — This Session’s Practice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197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270" name="CardImage" descr="the Week 15 check-off card, as handed ou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56179" y="1554480"/>
            <a:ext cx="8879336" cy="448056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271" name="Caption"/>
          <p:cNvSpPr txBox="1"/>
          <p:nvPr/>
        </p:nvSpPr>
        <p:spPr>
          <a:xfrm>
            <a:off x="822960" y="6217920"/>
            <a:ext cx="105156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800" b="0" i="1">
                <a:solidFill>
                  <a:srgbClr val="222B22"/>
                </a:solidFill>
                <a:latin typeface="Calibri"/>
              </a:rPr>
              <a:t>Handed out now — fridge, mirror, journal pocket.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55817</Words>
  <Application>Microsoft Office PowerPoint</Application>
  <PresentationFormat>Widescreen</PresentationFormat>
  <Paragraphs>3274</Paragraphs>
  <Slides>277</Slides>
  <Notes>275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277</vt:i4>
      </vt:variant>
    </vt:vector>
  </HeadingPairs>
  <TitlesOfParts>
    <vt:vector size="28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John Tittle</cp:lastModifiedBy>
  <cp:revision>2</cp:revision>
  <dcterms:created xsi:type="dcterms:W3CDTF">2013-01-27T09:14:16Z</dcterms:created>
  <dcterms:modified xsi:type="dcterms:W3CDTF">2026-08-20T14:52:01Z</dcterms:modified>
  <cp:category/>
</cp:coreProperties>
</file>