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303" r:id="rId186"/>
    <p:sldId id="539" r:id="rId23"/>
    <p:sldId id="304" r:id="rId187"/>
    <p:sldId id="451" r:id="rId188"/>
    <p:sldId id="452" r:id="rId189"/>
    <p:sldId id="453" r:id="rId190"/>
    <p:sldId id="454" r:id="rId191"/>
    <p:sldId id="518" r:id="rId192"/>
    <p:sldId id="455" r:id="rId193"/>
    <p:sldId id="456" r:id="rId194"/>
    <p:sldId id="457" r:id="rId195"/>
    <p:sldId id="458" r:id="rId196"/>
    <p:sldId id="459" r:id="rId197"/>
    <p:sldId id="540" r:id="rId24"/>
    <p:sldId id="54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3" Type="http://schemas.openxmlformats.org/officeDocument/2006/relationships/slide" Target="slides/slide3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186" Type="http://schemas.openxmlformats.org/officeDocument/2006/relationships/slide" Target="slides/slide2.xml"/><Relationship Id="rId187" Type="http://schemas.openxmlformats.org/officeDocument/2006/relationships/slide" Target="slides/slide4.xml"/><Relationship Id="rId188" Type="http://schemas.openxmlformats.org/officeDocument/2006/relationships/slide" Target="slides/slide5.xml"/><Relationship Id="rId189" Type="http://schemas.openxmlformats.org/officeDocument/2006/relationships/slide" Target="slides/slide6.xml"/><Relationship Id="rId190" Type="http://schemas.openxmlformats.org/officeDocument/2006/relationships/slide" Target="slides/slide7.xml"/><Relationship Id="rId191" Type="http://schemas.openxmlformats.org/officeDocument/2006/relationships/slide" Target="slides/slide8.xml"/><Relationship Id="rId192" Type="http://schemas.openxmlformats.org/officeDocument/2006/relationships/slide" Target="slides/slide9.xml"/><Relationship Id="rId193" Type="http://schemas.openxmlformats.org/officeDocument/2006/relationships/slide" Target="slides/slide10.xml"/><Relationship Id="rId194" Type="http://schemas.openxmlformats.org/officeDocument/2006/relationships/slide" Target="slides/slide11.xml"/><Relationship Id="rId195" Type="http://schemas.openxmlformats.org/officeDocument/2006/relationships/slide" Target="slides/slide12.xml"/><Relationship Id="rId196" Type="http://schemas.openxmlformats.org/officeDocument/2006/relationships/slide" Target="slides/slide13.xml"/><Relationship Id="rId197" Type="http://schemas.openxmlformats.org/officeDocument/2006/relationships/slide" Target="slides/slide14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Evening 11 gathers the whole map into a rhythm — all four Connects, sustained.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pre-session · DIVIDER</a:t>
            </a:r>
          </a:p>
          <a:p>
            <a:r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7:00–7:08 · LEAD: CONTAINER HOLDER · TEEN-LED (CiF)</a:t>
            </a:r>
          </a:p>
          <a:p>
            <a:r>
              <a:t>BEATS: 1. The Companion-in-Formation carries today's rhythm arc — their fourth and final lead before Evening 17; the Four Questions block belongs to the Lead Companion by design. 2. Frame the night: fourteen weeks of practices stop being something we come to and become something we carry — build your own rhythm in your own handwriting; then the parents receive the bravest homework of the series. 3. Name the gap warmly: the break is coming; momentum does not survive gaps — a rhythm does.</a:t>
            </a:r>
          </a:p>
          <a:p>
            <a:r>
              <a:t>CUES: The Lead Companion sits where the senior can find their eyes all night.</a:t>
            </a:r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7:00–7:08 · LEAD: CONTAINER HOLDER · TEEN-LED (CiF, from memory)</a:t>
            </a:r>
          </a:p>
          <a:p>
            <a:r>
              <a:t>BEATS: 1. The senior opens from memory: blessing first, then the container — Safe, Present, Clear, Intentional, same as every week. 2. Two things today: your rhythm, your handwriting; then four questions for the parents. 3. Unhurried — this is their ninth or tenth container rep, and Evening 17 will ask for it in public.</a:t>
            </a:r>
          </a:p>
          <a:p>
            <a:r>
              <a:t>CUES: Lead Companion in the senior's eyeline. Anything heavy is the adults' to hold — the senior never carries it.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7:25–7:29 · LEAD: CONTENT PRESENTER (Lead Companion)</a:t>
            </a:r>
          </a:p>
          <a:p>
            <a:r>
              <a:t>BEATS: 1. Finish the Mission week: anyone whose downhill answer was unfinished, or has changed shape since — one sentence, now, to the room. 2. Receive each without commentary; the answers carry forward to the Evening 16 commissioning. 3. Then the practice check, ninety seconds: one sentence on the one small action.</a:t>
            </a:r>
          </a:p>
          <a:p>
            <a:r>
              <a:t>CUES: The arranged parent starts the round (Run Card) — never a cold call on a teen; teens choose their depth; pass anytime.</a:t>
            </a:r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7:29–7:36 · LEAD: CONTENT PRESENTER · TEEN-LED (CiF)</a:t>
            </a:r>
          </a:p>
          <a:p>
            <a:r>
              <a:t>BEATS: 1. Read Galatians 6:9 slowly. 2. Teach it: Paul assumes the weariness; the condition is not giving up; the season is His — the not-giving-up is ours. Nobody white-knuckles through years; people with a rhythm walk through years. 3. Name the break plainly: for twelve weeks the room carried the practices; over the break there is no evenings. What crosses a gap is not momentum — it is a rhythm built on purpose, today, before the gap.</a:t>
            </a:r>
          </a:p>
          <a:p>
            <a:r>
              <a:t>GUARD: For some families the breaks ARE the dry season — name that warmly from the front; Lead Companions watch who flinches when it is named.</a:t>
            </a:r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7:36–7:39 · LEAD: CONTENT PRESENTER · TEEN-LED (CiF)</a:t>
            </a:r>
          </a:p>
          <a:p>
            <a:r>
              <a:t>BEATS: 1. Rhythm Cards out of the folders: Daily (morning question, evening note, PROAPT if the season allows), Weekly (one named person, a sabbath rhythm), Monthly (clearing time, Four-Connects review), Seasonally. Nothing new — you are choosing what you actually take with you. 2. State the honesty rule; it is the whole exercise: write the rhythm you will actually keep, not the one that impresses you. 3. The starter floor is two practices, six minutes a day — six honest minutes is a real rhythm. 4. After the founder's morning-flow moment (next slide), send the pairs: families together, own handwriting. Go.</a:t>
            </a:r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7:36–7:39 · LEAD: CONTENT PRESENTER (90 seconds inside the card intro)</a:t>
            </a:r>
          </a:p>
          <a:p>
            <a:r>
              <a:t>BEATS: 1. Show where a kept card can go — four images, prayed in the same order every morning for years. 2. Walk them: a bench above an evening valley — drawn into God, grounded; a quiet chair with an open Bible — listening for His voice today; rings widening on still water — being changed, ripples reaching people never traced; a hiker mid-leap rock to rock — into the day, certain at each point. Grounding. Hearing. Changing. Leaping. 3. The invitation — never an assignment: as you keep your card, watch for your own four images; the journal has a page waiting.</a:t>
            </a:r>
          </a:p>
          <a:p>
            <a:r>
              <a:t>SUB: These are John's images and John's morning flow, kept for years — present them AS his: this is our founder's rhythm; nobody assigned him these pictures — they became his by keeping them. Do not claim it as yours. Then the invitation stands unchanged.</a:t>
            </a:r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7:39–7:58 · LEAD: CONTENT PRESENTER · FAMILY PAIRS</a:t>
            </a:r>
          </a:p>
          <a:p>
            <a:r>
              <a:t>BEATS: 1. Everyone builds H15.2 in their own handwriting — never typed, never filled in for anyone; families build side by side. 2. Coach specificity: 'morning question, 6:50, kitchen table, before my phone' is a rhythm; a wish is not. 3. Coach DOWN, not up: which two survive exam season? Start there — the card lets you add later. 4. The weekly-partner line is the most important line on the sheet: an actual name. 5. Close with each person reading their daily line aloud to the pair.</a:t>
            </a:r>
          </a:p>
          <a:p>
            <a:r>
              <a:t>CUES: A parent reads first — arranged ahead (Run Card), never a cold call on a teen; pass anytime.</a:t>
            </a:r>
          </a:p>
          <a:p>
            <a:r>
              <a:t>GUARD: A blank weekly line usually means 'nobody would want the job' — don't fix it in the pair; note it for follow-up. Anything heavy goes to the adult after the pair closes.</a:t>
            </a:r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7:58–8:20 · LEAD: CONTENT PRESENTER · LEAD COMPANION (senior sits as a member)</a:t>
            </a:r>
          </a:p>
          <a:p>
            <a:r>
              <a:t>BEATS: 1. Four questions on the board, in order, aloud — H15.3 has them exact. 2. Name the rehearsal: the weekly feedback round trained this posture. 3. The story (SUB). 4. Commission the willing; the card home in a parent's hand.</a:t>
            </a:r>
          </a:p>
          <a:p>
            <a:r>
              <a:t>GUARD: Willing-only BOTH directions — pass is a full answer at home; alarm on a teen's face = repeat the guard 1:1 before they leave. Receive without defending; never punish an answer later; not ready means wait. Invisible by default — no audits. A letter counts; 'not yet' counts. Abuse or self-harm = Section 6. If it lands on someone mid-block, the second adult moves to them; keep presenting.</a:t>
            </a:r>
          </a:p>
          <a:p>
            <a:r>
              <a:t>SUB: The block ends in the founder's own story of asking these at home. Summarize that John has done this himself — he never once regretted asking — or tell your own if you truly have one. Never claim his.</a:t>
            </a:r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8:24–8:28 · LEAD: BOTH LEADERS</a:t>
            </a:r>
          </a:p>
          <a:p>
            <a:r>
              <a:t>BEATS: 1. The senior answers first — went well, do differently, what I'd tell someone teaching this. 2. The Lead Companion answers the two questions for the parts they carried. 3. The room, same two questions — two or three voices each. 4. Close by naming one thing the team watched grow across all four of the senior's leads — and say aloud that the room just heard what this round has been rehearsing all along. It sets the table for Evening 17.</a:t>
            </a:r>
          </a:p>
          <a:p>
            <a:r>
              <a:t>GUARD: Receive without defending — 'thank you' is the whole response.</a:t>
            </a:r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8:28–8:30 · LEAD: CONTAINER HOLDER (CiF opens, Lead Companion closes)</a:t>
            </a:r>
          </a:p>
          <a:p>
            <a:r>
              <a:t>BEATS: 1. Practice, two pieces: for the willing, the four questions at home — the guards are on the card in their hand; for everyone, run the Rhythm Card as built and journal where it held and slipped — no guilt-engine. 2. The returning rule: miss a day, begin again on the next available day; returning, not streaks. 3. Name what happened today: a rhythm built by your own hand, and some houses about to have their most honest conversation in years. 4. Aaronic blessing — the senior speaks it, their last as a Companion-in-Formation.</a:t>
            </a:r>
          </a:p>
          <a:p>
            <a:r>
              <a:t>BLESSINGS: eyes on the person, not the screen — nothing to read; say what is on your heart for them, specific and short.</a:t>
            </a:r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E11 · 8:28–8:30 · LEAD: CONTAINER HOLDER</a:t>
            </a:r>
          </a:p>
          <a:p>
            <a:r>
              <a:t>BEATS: 1. The Four Questions, willing only: unhurried, no audience, phone away, one person at a time; married parents also ask their spouse, separately. 2. Run the Rhythm Card as built — the break is its first field test. 3. One journal line a day: where it held, where it slipped — slips are data, not verdicts; nobody collects the journal. 4. The returning rule: begin again on the next available day.</a:t>
            </a:r>
          </a:p>
          <a:p>
            <a:r>
              <a:t>GUARD: 'Not yet' is a full answer for everyone, and next week's check-in audits nothing.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5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52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5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EVENING 11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The Rhythm and the Four Questions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The long walk installed before the sending — and four questions a parent dares to ask at their own kitchen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3: Mission &amp; Rhythm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215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1" descr="a long open road running to the horizon in early morning ligh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30118"/>
            <a:ext cx="5394960" cy="3597763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Evening 11 gathers the whole map into a rhythm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all four Connects</a:t>
            </a:r>
            <a:r>
              <a:rPr sz="1800" b="0">
                <a:solidFill>
                  <a:srgbClr val="222B22"/>
                </a:solidFill>
                <a:latin typeface="Calibri"/>
              </a:rPr>
              <a:t>, sustained.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216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Evening 11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1   </a:t>
            </a:r>
            <a:r>
              <a:rPr sz="2800">
                <a:solidFill>
                  <a:srgbClr val="222B22"/>
                </a:solidFill>
                <a:latin typeface="Calibri"/>
              </a:rPr>
              <a:t>Welcome and centering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2   </a:t>
            </a:r>
            <a:r>
              <a:rPr sz="2800">
                <a:solidFill>
                  <a:srgbClr val="222B22"/>
                </a:solidFill>
                <a:latin typeface="Calibri"/>
              </a:rPr>
              <a:t>Evening 10 completion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3   </a:t>
            </a:r>
            <a:r>
              <a:rPr sz="2800">
                <a:solidFill>
                  <a:srgbClr val="222B22"/>
                </a:solidFill>
                <a:latin typeface="Calibri"/>
              </a:rPr>
              <a:t>The long walk — Gal. 6:9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4   </a:t>
            </a:r>
            <a:r>
              <a:rPr sz="2800">
                <a:solidFill>
                  <a:srgbClr val="222B22"/>
                </a:solidFill>
                <a:latin typeface="Calibri"/>
              </a:rPr>
              <a:t>The Rhythm Card introduced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5   </a:t>
            </a:r>
            <a:r>
              <a:rPr sz="2800">
                <a:solidFill>
                  <a:srgbClr val="222B22"/>
                </a:solidFill>
                <a:latin typeface="Calibri"/>
              </a:rPr>
              <a:t>Building your Rhythm Card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6   </a:t>
            </a:r>
            <a:r>
              <a:rPr sz="2800">
                <a:solidFill>
                  <a:srgbClr val="222B22"/>
                </a:solidFill>
                <a:latin typeface="Calibri"/>
              </a:rPr>
              <a:t>The Four Questions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7   </a:t>
            </a:r>
            <a:r>
              <a:rPr sz="2800">
                <a:solidFill>
                  <a:srgbClr val="222B22"/>
                </a:solidFill>
                <a:latin typeface="Calibri"/>
              </a:rPr>
              <a:t>The Leader Feedback Round — both leaders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8   </a:t>
            </a:r>
            <a:r>
              <a:rPr sz="2800">
                <a:solidFill>
                  <a:srgbClr val="222B22"/>
                </a:solidFill>
                <a:latin typeface="Calibri"/>
              </a:rPr>
              <a:t>Between-week practice — the Rhythm Card begins; the Four Questions go home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9   </a:t>
            </a:r>
            <a:r>
              <a:rPr sz="2800">
                <a:solidFill>
                  <a:srgbClr val="222B22"/>
                </a:solidFill>
                <a:latin typeface="Calibri"/>
              </a:rPr>
              <a:t>Closing container + Aaronic blessing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217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218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Evening 10 Completion — Finishing the Mission Week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“Before we walk forward, we finish the Mission week” — unfinished downhill answers finish here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weeks of living with the question usually deepens it — one sentence, now, to the room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A parent opens the round; teens choose their own depth after — pass-anytime holds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answers carry forward to the Evening 16 commissioning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Practice check: one small action aligned with your downhill mission — ninety seconds, one sentence on what happened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219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Long Walk — Galatians 6:9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condition is not “if we feel it.” It is “if we do not give up” — Paul assumes the weariness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reaping is tied to the season, and the season is God's — our part is the not-giving-up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Nobody white-knuckles their way through years; people with a rhythm walk through years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break is coming — what carries the practices across a gap is not momentum; it is a rhythm you built on purpose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So we build it tonight, before the gap, not after it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19456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GALATIANS 6:9 (ESV)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“And let us not grow weary of doing good, for in due season we will reap, if we do not give up.”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220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Rhythm Card Introduced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whole series folded into one page — you have already received every practice on this card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Daily — the morning question, the evening journal note, PROAPT if the season allows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Weekly — one specific person who knows what you are working on, and a sabbath rhythm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Monthly — a clearing time and a Four-Connects review. Seasonally — the deeper work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One rule for the build: “write the rhythm you will actually keep, not the one that impresses you”</a:t>
            </a:r>
          </a:p>
          <a:p>
            <a:pPr marL="274320" indent="-274320">
              <a:spcAft>
                <a:spcPts val="75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starter plan begins with two practices totaling six minutes a day — six honest minutes is a real rhythm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221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A Rhythm You Can See — One Morning Flow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222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100" name="Flow 1" descr="a bench above an evening vall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2450592" cy="3264408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110" name="Cap 1"/>
          <p:cNvSpPr txBox="1"/>
          <p:nvPr/>
        </p:nvSpPr>
        <p:spPr>
          <a:xfrm>
            <a:off x="822960" y="5047488"/>
            <a:ext cx="24505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97BC62"/>
                </a:solidFill>
                <a:latin typeface="Calibri"/>
              </a:rPr>
              <a:t>GROUNDED</a:t>
            </a:r>
          </a:p>
        </p:txBody>
      </p:sp>
      <p:pic>
        <p:nvPicPr>
          <p:cNvPr id="101" name="Flow 2" descr="an open Bible beside a quiet chai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691640"/>
            <a:ext cx="2450592" cy="3264408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111" name="Cap 2"/>
          <p:cNvSpPr txBox="1"/>
          <p:nvPr/>
        </p:nvSpPr>
        <p:spPr>
          <a:xfrm>
            <a:off x="3502152" y="5047488"/>
            <a:ext cx="24505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97BC62"/>
                </a:solidFill>
                <a:latin typeface="Calibri"/>
              </a:rPr>
              <a:t>LISTENING</a:t>
            </a:r>
          </a:p>
        </p:txBody>
      </p:sp>
      <p:pic>
        <p:nvPicPr>
          <p:cNvPr id="102" name="Flow 3" descr="rings widening on still wa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1691640"/>
            <a:ext cx="2450592" cy="3264408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112" name="Cap 3"/>
          <p:cNvSpPr txBox="1"/>
          <p:nvPr/>
        </p:nvSpPr>
        <p:spPr>
          <a:xfrm>
            <a:off x="6181344" y="5047488"/>
            <a:ext cx="24505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97BC62"/>
                </a:solidFill>
                <a:latin typeface="Calibri"/>
              </a:rPr>
              <a:t>CHANGED, RIPPLING</a:t>
            </a:r>
          </a:p>
        </p:txBody>
      </p:sp>
      <p:pic>
        <p:nvPicPr>
          <p:cNvPr id="103" name="Flow 4" descr="a hiker leaping between two rock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0536" y="1691640"/>
            <a:ext cx="2450592" cy="3264408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113" name="Cap 4"/>
          <p:cNvSpPr txBox="1"/>
          <p:nvPr/>
        </p:nvSpPr>
        <p:spPr>
          <a:xfrm>
            <a:off x="8860536" y="5047488"/>
            <a:ext cx="2450592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97BC62"/>
                </a:solidFill>
                <a:latin typeface="Calibri"/>
              </a:rPr>
              <a:t>LEAPING</a:t>
            </a:r>
          </a:p>
        </p:txBody>
      </p:sp>
      <p:sp>
        <p:nvSpPr>
          <p:cNvPr id="120" name="FlowLine"/>
          <p:cNvSpPr txBox="1"/>
          <p:nvPr/>
        </p:nvSpPr>
        <p:spPr>
          <a:xfrm>
            <a:off x="822960" y="562356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i="1">
                <a:solidFill>
                  <a:srgbClr val="222B22"/>
                </a:solidFill>
                <a:latin typeface="Calibri"/>
              </a:rPr>
              <a:t>The founder’s own morning flow — four images, one motto, kept for years. Yours will look different. The journal has a page waiting for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Building Your Rhythm Card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Twenty minutes in pairs — in your own handwriting, on the build sheet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Specific beats vague — “morning question, 6:50, kitchen table, before my phone” is a rhythm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The weekly partner line is the most important line on the sheet — name an actual person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Build down, not up — which two practices survive exam season? Start there; the card lets you add later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Close: each participant reads their daily line aloud to the pair — a parent first; pass-anytime holds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223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Four Questions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Parents, this next part is for you — nobody answers tonight. This week, at home, for the willing: unhurried, no audience, phone away, yours first</a:t>
            </a:r>
          </a:p>
          <a:p>
            <a:pPr marL="342900" indent="-34290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What has it been like to live with me all these years?</a:t>
            </a:r>
          </a:p>
          <a:p>
            <a:pPr marL="342900" indent="-34290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What have been my messages to you?</a:t>
            </a:r>
          </a:p>
          <a:p>
            <a:pPr marL="342900" indent="-34290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How have I wounded you?</a:t>
            </a:r>
          </a:p>
          <a:p>
            <a:pPr marL="342900" indent="-34290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What would you like from me going forward?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The guards — willing only, both directions; receive without defending (listening questions and “thank you” only); invisible by default; a letter counts; the Section 6 boundary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19456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PSALM 139:23–24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Asked of God, it is worship. Asked of your family, it is the bravest form of the same prayer.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James 1:19 — quick to hear, slow to speak.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224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225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eyes on the person, not the screen: say what is on your heart for them.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226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Homework — Two Weeks, Four Parts — This Week and Across the Break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Four Questions (for the willing) — the parent asks their teen at home; married parents also ask their spouse, separately. “Not yet” is a full answer for everyone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Run the Rhythm Card as built — for real, at the times and places written on it; the break is its first field test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Journal the holds and the slips — one line a day; no fixing, no guilt-engine. The slips are data, not verdicts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returning rule — miss a day: begin again on the next available day. Do not start over; do not double up. Returning is the goal</a:t>
            </a:r>
          </a:p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The morning question and evening note continue inside the rhythm — the practices have stopped being assignments and become a life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227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seedling - what grows between Wednes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15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457308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228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15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232" y="1463040"/>
            <a:ext cx="7317229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229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