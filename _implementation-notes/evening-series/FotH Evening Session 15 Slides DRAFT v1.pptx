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539" r:id="rId23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186" Type="http://schemas.openxmlformats.org/officeDocument/2006/relationships/slide" Target="slides/slide2.xml"/><Relationship Id="rId187" Type="http://schemas.openxmlformats.org/officeDocument/2006/relationships/slide" Target="slides/slide4.xml"/><Relationship Id="rId188" Type="http://schemas.openxmlformats.org/officeDocument/2006/relationships/slide" Target="slides/slide5.xml"/><Relationship Id="rId189" Type="http://schemas.openxmlformats.org/officeDocument/2006/relationships/slide" Target="slides/slide6.xml"/><Relationship Id="rId190" Type="http://schemas.openxmlformats.org/officeDocument/2006/relationships/slide" Target="slides/slide7.xml"/><Relationship Id="rId191" Type="http://schemas.openxmlformats.org/officeDocument/2006/relationships/slide" Target="slides/slide8.xml"/><Relationship Id="rId192" Type="http://schemas.openxmlformats.org/officeDocument/2006/relationships/slide" Target="slides/slide9.xml"/><Relationship Id="rId193" Type="http://schemas.openxmlformats.org/officeDocument/2006/relationships/slide" Target="slides/slide10.xml"/><Relationship Id="rId194" Type="http://schemas.openxmlformats.org/officeDocument/2006/relationships/slide" Target="slides/slide11.xml"/><Relationship Id="rId195" Type="http://schemas.openxmlformats.org/officeDocument/2006/relationships/slide" Target="slides/slide12.xml"/><Relationship Id="rId196" Type="http://schemas.openxmlformats.org/officeDocument/2006/relationships/slide" Target="slides/slide13.xml"/><Relationship Id="rId19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15 gathers the whole map into a rhythm — all four Connects, sustained.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(CiF)</a:t>
            </a:r>
          </a:p>
          <a:p>
            <a:r>
              <a:rPr lang="en-US" sz="1200"/>
              <a:t>BEATS: 1. The Companion-in-Formation carries today's rhythm arc — their fourth and final lead before Week 22;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rPr lang="en-US" sz="1200"/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7:00–7:08 · LEAD: CONTAINER HOLDER · TEEN-LED (CiF, from memory)</a:t>
            </a:r>
          </a:p>
          <a:p>
            <a:r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Week 22 will ask for it in public.</a:t>
            </a:r>
          </a:p>
          <a:p>
            <a:r>
              <a:t>CUES: Lead Companion in the senior's eyeline. Anything heavy is the adults' to hold — the senior never carries it.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7:25–7:29 · LEAD: CONTENT PRESENTER (Lead Companion)</a:t>
            </a:r>
          </a:p>
          <a:p>
            <a:r>
              <a:rPr lang="en-US" sz="1200"/>
              <a:t>BEATS: 1. Finish the Mission week: anyone whose downhill answer was unfinished, or has changed shape since — one sentence, now, to the room. 2. Receive each without commentary; the answers carry forward to the Week 21 commissioning. 3. Then the practice check, ninety seconds: one sentence on the one small action.</a:t>
            </a:r>
          </a:p>
          <a:p>
            <a:r>
              <a:rPr lang="en-US" sz="1200"/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7:29–7:36 · LEAD: CONTENT PRESENTER · TEEN-LED (CiF)</a:t>
            </a:r>
          </a:p>
          <a:p>
            <a:r>
              <a:rPr lang="en-US" sz="1200"/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twelve weeks the room carried the practices; over the break there is no evenings. What crosses a gap is not momentum — it is a rhythm built on purpose, today, before the gap.</a:t>
            </a:r>
          </a:p>
          <a:p>
            <a:r>
              <a:rPr lang="en-US" sz="1200"/>
              <a:t>GUARD: For some families the breaks ARE the dry season — name that warmly from the front; Lead Companions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· TEEN-LED (CiF)</a:t>
            </a:r>
          </a:p>
          <a:p>
            <a:r>
              <a:rPr lang="en-US" sz="1200"/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(90 seconds inside the card intro)</a:t>
            </a:r>
          </a:p>
          <a:p>
            <a:r>
              <a:rPr lang="en-US" sz="1200"/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rPr lang="en-US" sz="1200"/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7:39–7:58 · LEAD: CONTENT PRESENTER · FAMILY PAIRS</a:t>
            </a:r>
          </a:p>
          <a:p>
            <a:r>
              <a:rPr lang="en-US" sz="1200"/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rPr lang="en-US" sz="1200"/>
              <a:t>CUES: A parent reads first — arranged ahead (Run Card), never a cold call on a teen; pass anytime.</a:t>
            </a:r>
          </a:p>
          <a:p>
            <a:r>
              <a:rPr lang="en-US" sz="1200"/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7:58–8:20 · LEAD: CONTENT PRESENTER · LEAD COMPANION (senior sits as a member)</a:t>
            </a:r>
          </a:p>
          <a:p>
            <a:r>
              <a:rPr lang="en-US" sz="1200"/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rPr lang="en-US" sz="1200"/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rPr lang="en-US" sz="1200"/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8:24–8:28 · LEAD: BOTH LEADERS</a:t>
            </a:r>
          </a:p>
          <a:p>
            <a:r>
              <a:rPr lang="en-US" sz="1200"/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Week 22.</a:t>
            </a:r>
          </a:p>
          <a:p>
            <a:r>
              <a:rPr lang="en-US" sz="1200"/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8:28–8:30 · LEAD: CONTAINER HOLDER (CiF opens, Lead Companion closes)</a:t>
            </a:r>
          </a:p>
          <a:p>
            <a:r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rPr lang="en-US" sz="1200"/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5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15 gathers the whole map into a rhythm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sustained.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13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13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Week 21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5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5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232" y="1463040"/>
            <a:ext cx="731722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